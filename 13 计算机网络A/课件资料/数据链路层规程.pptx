
<file path=[Content_Types].xml><?xml version="1.0" encoding="utf-8"?>
<Types xmlns="http://schemas.openxmlformats.org/package/2006/content-types">
  <Default Extension="bin" ContentType="application/vnd.openxmlformats-officedocument.oleObject"/>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73"/>
  </p:notesMasterIdLst>
  <p:sldIdLst>
    <p:sldId id="256" r:id="rId3"/>
    <p:sldId id="442" r:id="rId4"/>
    <p:sldId id="444" r:id="rId5"/>
    <p:sldId id="445" r:id="rId6"/>
    <p:sldId id="446" r:id="rId7"/>
    <p:sldId id="447" r:id="rId8"/>
    <p:sldId id="448" r:id="rId9"/>
    <p:sldId id="449" r:id="rId10"/>
    <p:sldId id="450" r:id="rId11"/>
    <p:sldId id="451" r:id="rId12"/>
    <p:sldId id="676" r:id="rId13"/>
    <p:sldId id="466" r:id="rId14"/>
    <p:sldId id="467" r:id="rId15"/>
    <p:sldId id="452" r:id="rId16"/>
    <p:sldId id="680" r:id="rId17"/>
    <p:sldId id="681" r:id="rId18"/>
    <p:sldId id="682" r:id="rId19"/>
    <p:sldId id="684" r:id="rId20"/>
    <p:sldId id="685" r:id="rId21"/>
    <p:sldId id="683" r:id="rId22"/>
    <p:sldId id="455" r:id="rId23"/>
    <p:sldId id="456" r:id="rId24"/>
    <p:sldId id="457" r:id="rId25"/>
    <p:sldId id="458" r:id="rId26"/>
    <p:sldId id="459" r:id="rId27"/>
    <p:sldId id="468" r:id="rId28"/>
    <p:sldId id="469" r:id="rId29"/>
    <p:sldId id="470" r:id="rId30"/>
    <p:sldId id="464" r:id="rId31"/>
    <p:sldId id="465" r:id="rId32"/>
    <p:sldId id="471" r:id="rId33"/>
    <p:sldId id="472" r:id="rId34"/>
    <p:sldId id="473" r:id="rId35"/>
    <p:sldId id="474" r:id="rId36"/>
    <p:sldId id="475" r:id="rId37"/>
    <p:sldId id="476" r:id="rId38"/>
    <p:sldId id="477" r:id="rId39"/>
    <p:sldId id="478" r:id="rId40"/>
    <p:sldId id="480" r:id="rId41"/>
    <p:sldId id="481" r:id="rId42"/>
    <p:sldId id="482" r:id="rId43"/>
    <p:sldId id="483" r:id="rId44"/>
    <p:sldId id="484" r:id="rId45"/>
    <p:sldId id="485" r:id="rId46"/>
    <p:sldId id="486" r:id="rId47"/>
    <p:sldId id="487" r:id="rId48"/>
    <p:sldId id="488" r:id="rId49"/>
    <p:sldId id="489" r:id="rId50"/>
    <p:sldId id="490" r:id="rId51"/>
    <p:sldId id="549" r:id="rId52"/>
    <p:sldId id="635" r:id="rId53"/>
    <p:sldId id="636" r:id="rId54"/>
    <p:sldId id="637" r:id="rId55"/>
    <p:sldId id="679" r:id="rId56"/>
    <p:sldId id="640" r:id="rId57"/>
    <p:sldId id="494" r:id="rId58"/>
    <p:sldId id="493" r:id="rId59"/>
    <p:sldId id="557" r:id="rId60"/>
    <p:sldId id="495" r:id="rId61"/>
    <p:sldId id="558" r:id="rId62"/>
    <p:sldId id="644" r:id="rId63"/>
    <p:sldId id="641" r:id="rId64"/>
    <p:sldId id="627" r:id="rId65"/>
    <p:sldId id="642" r:id="rId66"/>
    <p:sldId id="629" r:id="rId67"/>
    <p:sldId id="643" r:id="rId68"/>
    <p:sldId id="631" r:id="rId69"/>
    <p:sldId id="645" r:id="rId70"/>
    <p:sldId id="576" r:id="rId71"/>
    <p:sldId id="647" r:id="rId72"/>
  </p:sldIdLst>
  <p:sldSz cx="9144000" cy="6858000" type="screen4x3"/>
  <p:notesSz cx="6858000" cy="9144000"/>
  <p:defaultTextStyle>
    <a:defPPr>
      <a:defRPr lang="zh-CN"/>
    </a:defPPr>
    <a:lvl1pPr algn="l"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988B5328-2E9A-455A-A4B4-545AC1FB7282}">
          <p14:sldIdLst>
            <p14:sldId id="256"/>
            <p14:sldId id="442"/>
            <p14:sldId id="444"/>
            <p14:sldId id="445"/>
            <p14:sldId id="446"/>
            <p14:sldId id="447"/>
            <p14:sldId id="448"/>
            <p14:sldId id="449"/>
            <p14:sldId id="450"/>
            <p14:sldId id="451"/>
            <p14:sldId id="676"/>
            <p14:sldId id="466"/>
            <p14:sldId id="467"/>
            <p14:sldId id="452"/>
            <p14:sldId id="680"/>
            <p14:sldId id="681"/>
            <p14:sldId id="682"/>
            <p14:sldId id="684"/>
            <p14:sldId id="685"/>
            <p14:sldId id="683"/>
            <p14:sldId id="455"/>
            <p14:sldId id="456"/>
            <p14:sldId id="457"/>
            <p14:sldId id="458"/>
            <p14:sldId id="459"/>
            <p14:sldId id="468"/>
            <p14:sldId id="469"/>
            <p14:sldId id="470"/>
            <p14:sldId id="464"/>
            <p14:sldId id="465"/>
            <p14:sldId id="471"/>
            <p14:sldId id="472"/>
            <p14:sldId id="473"/>
            <p14:sldId id="474"/>
            <p14:sldId id="475"/>
            <p14:sldId id="476"/>
            <p14:sldId id="477"/>
            <p14:sldId id="478"/>
            <p14:sldId id="480"/>
            <p14:sldId id="481"/>
            <p14:sldId id="482"/>
            <p14:sldId id="483"/>
            <p14:sldId id="484"/>
            <p14:sldId id="485"/>
            <p14:sldId id="486"/>
            <p14:sldId id="487"/>
            <p14:sldId id="488"/>
            <p14:sldId id="489"/>
            <p14:sldId id="490"/>
            <p14:sldId id="549"/>
            <p14:sldId id="635"/>
            <p14:sldId id="636"/>
            <p14:sldId id="637"/>
            <p14:sldId id="679"/>
            <p14:sldId id="640"/>
            <p14:sldId id="494"/>
            <p14:sldId id="493"/>
            <p14:sldId id="557"/>
            <p14:sldId id="495"/>
            <p14:sldId id="558"/>
            <p14:sldId id="644"/>
            <p14:sldId id="641"/>
            <p14:sldId id="627"/>
            <p14:sldId id="642"/>
            <p14:sldId id="629"/>
            <p14:sldId id="643"/>
            <p14:sldId id="631"/>
            <p14:sldId id="645"/>
            <p14:sldId id="576"/>
            <p14:sldId id="64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CC"/>
    <a:srgbClr val="00FF99"/>
    <a:srgbClr val="E6FDFE"/>
    <a:srgbClr val="FF0000"/>
    <a:srgbClr val="0000FF"/>
    <a:srgbClr val="2466B6"/>
    <a:srgbClr val="0066FF"/>
    <a:srgbClr val="FF00FF"/>
    <a:srgbClr val="30F447"/>
    <a:srgbClr val="2973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83" autoAdjust="0"/>
    <p:restoredTop sz="94660"/>
  </p:normalViewPr>
  <p:slideViewPr>
    <p:cSldViewPr>
      <p:cViewPr varScale="1">
        <p:scale>
          <a:sx n="80" d="100"/>
          <a:sy n="80" d="100"/>
        </p:scale>
        <p:origin x="1176" y="53"/>
      </p:cViewPr>
      <p:guideLst>
        <p:guide orient="horz" pos="2160"/>
        <p:guide pos="2880"/>
      </p:guideLst>
    </p:cSldViewPr>
  </p:slideViewPr>
  <p:notesTextViewPr>
    <p:cViewPr>
      <p:scale>
        <a:sx n="150" d="100"/>
        <a:sy n="15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页眉占位符 19457">
            <a:extLst>
              <a:ext uri="{FF2B5EF4-FFF2-40B4-BE49-F238E27FC236}">
                <a16:creationId xmlns:a16="http://schemas.microsoft.com/office/drawing/2014/main" id="{DEBA3FF6-87B9-43E6-ACA5-859AA4183727}"/>
              </a:ext>
            </a:extLst>
          </p:cNvPr>
          <p:cNvSpPr>
            <a:spLocks noGrp="1"/>
          </p:cNvSpPr>
          <p:nvPr>
            <p:ph type="hdr" sz="quarter"/>
          </p:nvPr>
        </p:nvSpPr>
        <p:spPr>
          <a:xfrm>
            <a:off x="0" y="0"/>
            <a:ext cx="2971800" cy="457200"/>
          </a:xfrm>
          <a:prstGeom prst="rect">
            <a:avLst/>
          </a:prstGeom>
          <a:noFill/>
          <a:ln w="9525">
            <a:noFill/>
            <a:miter/>
          </a:ln>
        </p:spPr>
        <p:txBody>
          <a:bodyPr/>
          <a:lstStyle>
            <a:lvl1pPr>
              <a:spcBef>
                <a:spcPct val="50000"/>
              </a:spcBef>
              <a:defRPr sz="1200" dirty="0"/>
            </a:lvl1pPr>
          </a:lstStyle>
          <a:p>
            <a:pPr>
              <a:defRPr/>
            </a:pPr>
            <a:endParaRPr lang="zh-CN" altLang="en-US"/>
          </a:p>
        </p:txBody>
      </p:sp>
      <p:sp>
        <p:nvSpPr>
          <p:cNvPr id="19459" name="日期占位符 19458">
            <a:extLst>
              <a:ext uri="{FF2B5EF4-FFF2-40B4-BE49-F238E27FC236}">
                <a16:creationId xmlns:a16="http://schemas.microsoft.com/office/drawing/2014/main" id="{3D58F3DC-81FC-4EFE-8354-887BE6B7ECB5}"/>
              </a:ext>
            </a:extLst>
          </p:cNvPr>
          <p:cNvSpPr>
            <a:spLocks noGrp="1"/>
          </p:cNvSpPr>
          <p:nvPr>
            <p:ph type="dt" idx="1"/>
          </p:nvPr>
        </p:nvSpPr>
        <p:spPr>
          <a:xfrm>
            <a:off x="3884613" y="0"/>
            <a:ext cx="2971800" cy="457200"/>
          </a:xfrm>
          <a:prstGeom prst="rect">
            <a:avLst/>
          </a:prstGeom>
          <a:noFill/>
          <a:ln w="9525">
            <a:noFill/>
            <a:miter/>
          </a:ln>
        </p:spPr>
        <p:txBody>
          <a:bodyPr/>
          <a:lstStyle>
            <a:lvl1pPr algn="r">
              <a:spcBef>
                <a:spcPct val="50000"/>
              </a:spcBef>
              <a:defRPr sz="1200" dirty="0"/>
            </a:lvl1pPr>
          </a:lstStyle>
          <a:p>
            <a:pPr>
              <a:defRPr/>
            </a:pPr>
            <a:endParaRPr lang="en-US" altLang="zh-CN"/>
          </a:p>
        </p:txBody>
      </p:sp>
      <p:sp>
        <p:nvSpPr>
          <p:cNvPr id="19460" name="幻灯片图像占位符 19459">
            <a:extLst>
              <a:ext uri="{FF2B5EF4-FFF2-40B4-BE49-F238E27FC236}">
                <a16:creationId xmlns:a16="http://schemas.microsoft.com/office/drawing/2014/main" id="{74938A05-1985-485D-A7B3-29CE70B181B5}"/>
              </a:ext>
            </a:extLst>
          </p:cNvPr>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txBody>
          <a:bodyPr/>
          <a:lstStyle/>
          <a:p>
            <a:pPr lvl="0"/>
            <a:endParaRPr lang="zh-CN" altLang="en-US" noProof="0"/>
          </a:p>
        </p:txBody>
      </p:sp>
      <p:sp>
        <p:nvSpPr>
          <p:cNvPr id="19461" name="文本占位符 19460">
            <a:extLst>
              <a:ext uri="{FF2B5EF4-FFF2-40B4-BE49-F238E27FC236}">
                <a16:creationId xmlns:a16="http://schemas.microsoft.com/office/drawing/2014/main" id="{17C23FB8-2DFA-492D-9152-F12BC2B52226}"/>
              </a:ext>
            </a:extLst>
          </p:cNvPr>
          <p:cNvSpPr>
            <a:spLocks noGrp="1"/>
          </p:cNvSpPr>
          <p:nvPr>
            <p:ph type="body" sz="quarter" idx="3"/>
          </p:nvPr>
        </p:nvSpPr>
        <p:spPr>
          <a:xfrm>
            <a:off x="685800" y="4343400"/>
            <a:ext cx="5486400" cy="4114800"/>
          </a:xfrm>
          <a:prstGeom prst="rect">
            <a:avLst/>
          </a:prstGeom>
          <a:noFill/>
          <a:ln w="9525">
            <a:noFill/>
            <a:miter/>
          </a:ln>
        </p:spPr>
        <p:txBody>
          <a:bodyPr/>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19462" name="页脚占位符 19461">
            <a:extLst>
              <a:ext uri="{FF2B5EF4-FFF2-40B4-BE49-F238E27FC236}">
                <a16:creationId xmlns:a16="http://schemas.microsoft.com/office/drawing/2014/main" id="{CF9615F6-19A9-46F7-AB15-EF0D70398F09}"/>
              </a:ext>
            </a:extLst>
          </p:cNvPr>
          <p:cNvSpPr>
            <a:spLocks noGrp="1"/>
          </p:cNvSpPr>
          <p:nvPr>
            <p:ph type="ftr" sz="quarter" idx="4"/>
          </p:nvPr>
        </p:nvSpPr>
        <p:spPr>
          <a:xfrm>
            <a:off x="0" y="8685213"/>
            <a:ext cx="2971800" cy="457200"/>
          </a:xfrm>
          <a:prstGeom prst="rect">
            <a:avLst/>
          </a:prstGeom>
          <a:noFill/>
          <a:ln w="9525">
            <a:noFill/>
            <a:miter/>
          </a:ln>
        </p:spPr>
        <p:txBody>
          <a:bodyPr anchor="b"/>
          <a:lstStyle>
            <a:lvl1pPr>
              <a:spcBef>
                <a:spcPct val="50000"/>
              </a:spcBef>
              <a:defRPr sz="1200" dirty="0"/>
            </a:lvl1pPr>
          </a:lstStyle>
          <a:p>
            <a:pPr>
              <a:defRPr/>
            </a:pPr>
            <a:endParaRPr lang="en-US" altLang="zh-CN"/>
          </a:p>
        </p:txBody>
      </p:sp>
      <p:sp>
        <p:nvSpPr>
          <p:cNvPr id="19463" name="灯片编号占位符 19462">
            <a:extLst>
              <a:ext uri="{FF2B5EF4-FFF2-40B4-BE49-F238E27FC236}">
                <a16:creationId xmlns:a16="http://schemas.microsoft.com/office/drawing/2014/main" id="{1E9352C4-A6DC-49DF-B3D0-92A1DE25AAC7}"/>
              </a:ext>
            </a:extLst>
          </p:cNvPr>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prstTxWarp prst="textNoShape">
              <a:avLst/>
            </a:prstTxWarp>
          </a:bodyPr>
          <a:lstStyle>
            <a:lvl1pPr algn="r">
              <a:spcBef>
                <a:spcPct val="50000"/>
              </a:spcBef>
              <a:defRPr sz="1200"/>
            </a:lvl1pPr>
          </a:lstStyle>
          <a:p>
            <a:fld id="{0F03F0F2-D8F5-4F0E-96C5-BDE907D34295}" type="slidenum">
              <a:rPr lang="zh-CN" altLang="en-US"/>
              <a:pPr/>
              <a:t>‹#›</a:t>
            </a:fld>
            <a:endParaRPr lang="en-US" altLang="zh-CN"/>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lvl="1" algn="l" rtl="0" fontAlgn="base">
      <a:spcBef>
        <a:spcPct val="30000"/>
      </a:spcBef>
      <a:spcAft>
        <a:spcPct val="0"/>
      </a:spcAft>
      <a:defRPr sz="1200" kern="1200">
        <a:solidFill>
          <a:schemeClr val="tx1"/>
        </a:solidFill>
        <a:latin typeface="+mn-lt"/>
        <a:ea typeface="+mn-ea"/>
        <a:cs typeface="+mn-cs"/>
      </a:defRPr>
    </a:lvl2pPr>
    <a:lvl3pPr marL="914400" lvl="2" algn="l" rtl="0" fontAlgn="base">
      <a:spcBef>
        <a:spcPct val="30000"/>
      </a:spcBef>
      <a:spcAft>
        <a:spcPct val="0"/>
      </a:spcAft>
      <a:defRPr sz="1200" kern="1200">
        <a:solidFill>
          <a:schemeClr val="tx1"/>
        </a:solidFill>
        <a:latin typeface="+mn-lt"/>
        <a:ea typeface="+mn-ea"/>
        <a:cs typeface="+mn-cs"/>
      </a:defRPr>
    </a:lvl3pPr>
    <a:lvl4pPr marL="1371600" lvl="3" algn="l" rtl="0" fontAlgn="base">
      <a:spcBef>
        <a:spcPct val="30000"/>
      </a:spcBef>
      <a:spcAft>
        <a:spcPct val="0"/>
      </a:spcAft>
      <a:defRPr sz="1200" kern="1200">
        <a:solidFill>
          <a:schemeClr val="tx1"/>
        </a:solidFill>
        <a:latin typeface="+mn-lt"/>
        <a:ea typeface="+mn-ea"/>
        <a:cs typeface="+mn-cs"/>
      </a:defRPr>
    </a:lvl4pPr>
    <a:lvl5pPr marL="1828800" lvl="4" algn="l" rtl="0" fontAlgn="base">
      <a:spcBef>
        <a:spcPct val="30000"/>
      </a:spcBef>
      <a:spcAft>
        <a:spcPct val="0"/>
      </a:spcAft>
      <a:defRPr sz="1200" kern="1200">
        <a:solidFill>
          <a:schemeClr val="tx1"/>
        </a:solidFill>
        <a:latin typeface="+mn-lt"/>
        <a:ea typeface="+mn-ea"/>
        <a:cs typeface="+mn-cs"/>
      </a:defRPr>
    </a:lvl5pPr>
    <a:lvl6pPr marL="2286000" lvl="5"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257025">
            <a:extLst>
              <a:ext uri="{FF2B5EF4-FFF2-40B4-BE49-F238E27FC236}">
                <a16:creationId xmlns:a16="http://schemas.microsoft.com/office/drawing/2014/main" id="{E063F06F-1C85-4B55-9003-87AEEC46DEAD}"/>
              </a:ext>
            </a:extLst>
          </p:cNvPr>
          <p:cNvSpPr>
            <a:spLocks noGrp="1" noRot="1" noChangeAspect="1" noTextEdit="1"/>
          </p:cNvSpPr>
          <p:nvPr>
            <p:ph type="sldImg"/>
          </p:nvPr>
        </p:nvSpPr>
        <p:spPr bwMode="auto">
          <a:noFill/>
          <a:ln>
            <a:miter lim="800000"/>
            <a:headEnd/>
            <a:tailEnd/>
          </a:ln>
          <a:extLst>
            <a:ext uri="{909E8E84-426E-40DD-AFC4-6F175D3DCCD1}">
              <a14:hiddenFill xmlns:a14="http://schemas.microsoft.com/office/drawing/2010/main">
                <a:solidFill>
                  <a:srgbClr val="FFFFFF"/>
                </a:solidFill>
              </a14:hiddenFill>
            </a:ext>
          </a:extLst>
        </p:spPr>
      </p:sp>
      <p:sp>
        <p:nvSpPr>
          <p:cNvPr id="176131" name="文本占位符 257026">
            <a:extLst>
              <a:ext uri="{FF2B5EF4-FFF2-40B4-BE49-F238E27FC236}">
                <a16:creationId xmlns:a16="http://schemas.microsoft.com/office/drawing/2014/main" id="{AE13C7C7-ED2B-4E19-97D3-C61DF654DB25}"/>
              </a:ext>
            </a:extLst>
          </p:cNvPr>
          <p:cNvSpPr>
            <a:spLocks noGrp="1"/>
          </p:cNvSpPr>
          <p:nvPr>
            <p:ph type="body" idx="1"/>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6132" name="灯片编号占位符 1">
            <a:extLst>
              <a:ext uri="{FF2B5EF4-FFF2-40B4-BE49-F238E27FC236}">
                <a16:creationId xmlns:a16="http://schemas.microsoft.com/office/drawing/2014/main" id="{D8652B29-770C-42F4-A02B-2B623602185E}"/>
              </a:ext>
            </a:extLst>
          </p:cNvPr>
          <p:cNvSpPr>
            <a:spLocks noGrp="1"/>
          </p:cNvSpPr>
          <p:nvPr>
            <p:ph type="sldNum" sz="quarter" idx="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fld id="{C034BFC5-678F-448A-BB9C-06E4CDC80812}" type="slidenum">
              <a:rPr lang="zh-CN" altLang="en-US"/>
              <a:pPr/>
              <a:t>3</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264193">
            <a:extLst>
              <a:ext uri="{FF2B5EF4-FFF2-40B4-BE49-F238E27FC236}">
                <a16:creationId xmlns:a16="http://schemas.microsoft.com/office/drawing/2014/main" id="{4CF42FB0-9E68-4277-9239-3DD04E31AC6A}"/>
              </a:ext>
            </a:extLst>
          </p:cNvPr>
          <p:cNvSpPr>
            <a:spLocks noGrp="1" noRot="1" noChangeAspect="1" noTextEdit="1"/>
          </p:cNvSpPr>
          <p:nvPr>
            <p:ph type="sldImg"/>
          </p:nvPr>
        </p:nvSpPr>
        <p:spPr bwMode="auto">
          <a:noFill/>
          <a:ln>
            <a:miter lim="800000"/>
            <a:headEnd/>
            <a:tailEnd/>
          </a:ln>
          <a:extLst>
            <a:ext uri="{909E8E84-426E-40DD-AFC4-6F175D3DCCD1}">
              <a14:hiddenFill xmlns:a14="http://schemas.microsoft.com/office/drawing/2010/main">
                <a:solidFill>
                  <a:srgbClr val="FFFFFF"/>
                </a:solidFill>
              </a14:hiddenFill>
            </a:ext>
          </a:extLst>
        </p:spPr>
      </p:sp>
      <p:sp>
        <p:nvSpPr>
          <p:cNvPr id="177155" name="文本占位符 264194">
            <a:extLst>
              <a:ext uri="{FF2B5EF4-FFF2-40B4-BE49-F238E27FC236}">
                <a16:creationId xmlns:a16="http://schemas.microsoft.com/office/drawing/2014/main" id="{CF2A4143-6C7E-48AF-8C5D-0F8F13ABAC6B}"/>
              </a:ext>
            </a:extLst>
          </p:cNvPr>
          <p:cNvSpPr>
            <a:spLocks noGrp="1"/>
          </p:cNvSpPr>
          <p:nvPr>
            <p:ph type="body" idx="1"/>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7156" name="灯片编号占位符 1">
            <a:extLst>
              <a:ext uri="{FF2B5EF4-FFF2-40B4-BE49-F238E27FC236}">
                <a16:creationId xmlns:a16="http://schemas.microsoft.com/office/drawing/2014/main" id="{CCB371AC-626B-4BEF-B150-D72821A775CE}"/>
              </a:ext>
            </a:extLst>
          </p:cNvPr>
          <p:cNvSpPr>
            <a:spLocks noGrp="1"/>
          </p:cNvSpPr>
          <p:nvPr>
            <p:ph type="sldNum" sz="quarter" idx="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fld id="{3E69C0D6-466C-457B-8FBE-42ED36BCB13E}" type="slidenum">
              <a:rPr lang="zh-CN" altLang="en-US"/>
              <a:pPr/>
              <a:t>9</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266241">
            <a:extLst>
              <a:ext uri="{FF2B5EF4-FFF2-40B4-BE49-F238E27FC236}">
                <a16:creationId xmlns:a16="http://schemas.microsoft.com/office/drawing/2014/main" id="{2F111063-D39B-447F-B315-F79E0EEB34AB}"/>
              </a:ext>
            </a:extLst>
          </p:cNvPr>
          <p:cNvSpPr>
            <a:spLocks noGrp="1" noRot="1" noChangeAspect="1" noTextEdit="1"/>
          </p:cNvSpPr>
          <p:nvPr>
            <p:ph type="sldImg"/>
          </p:nvPr>
        </p:nvSpPr>
        <p:spPr bwMode="auto">
          <a:noFill/>
          <a:ln>
            <a:miter lim="800000"/>
            <a:headEnd/>
            <a:tailEnd/>
          </a:ln>
          <a:extLst>
            <a:ext uri="{909E8E84-426E-40DD-AFC4-6F175D3DCCD1}">
              <a14:hiddenFill xmlns:a14="http://schemas.microsoft.com/office/drawing/2010/main">
                <a:solidFill>
                  <a:srgbClr val="FFFFFF"/>
                </a:solidFill>
              </a14:hiddenFill>
            </a:ext>
          </a:extLst>
        </p:spPr>
      </p:sp>
      <p:sp>
        <p:nvSpPr>
          <p:cNvPr id="178179" name="文本占位符 266242">
            <a:extLst>
              <a:ext uri="{FF2B5EF4-FFF2-40B4-BE49-F238E27FC236}">
                <a16:creationId xmlns:a16="http://schemas.microsoft.com/office/drawing/2014/main" id="{592EABEA-047D-4228-92EE-7BE8DEF815C7}"/>
              </a:ext>
            </a:extLst>
          </p:cNvPr>
          <p:cNvSpPr>
            <a:spLocks noGrp="1"/>
          </p:cNvSpPr>
          <p:nvPr>
            <p:ph type="body" idx="1"/>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8180" name="灯片编号占位符 1">
            <a:extLst>
              <a:ext uri="{FF2B5EF4-FFF2-40B4-BE49-F238E27FC236}">
                <a16:creationId xmlns:a16="http://schemas.microsoft.com/office/drawing/2014/main" id="{226071DA-B1A0-4F84-8775-94683369B5AC}"/>
              </a:ext>
            </a:extLst>
          </p:cNvPr>
          <p:cNvSpPr>
            <a:spLocks noGrp="1"/>
          </p:cNvSpPr>
          <p:nvPr>
            <p:ph type="sldNum" sz="quarter" idx="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fld id="{64E74B0B-FC4C-4EBB-BEB7-7A8D8DA263C9}" type="slidenum">
              <a:rPr lang="zh-CN" altLang="en-US"/>
              <a:pPr/>
              <a:t>10</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268289">
            <a:extLst>
              <a:ext uri="{FF2B5EF4-FFF2-40B4-BE49-F238E27FC236}">
                <a16:creationId xmlns:a16="http://schemas.microsoft.com/office/drawing/2014/main" id="{450C9866-9A10-410E-BBFB-CD1F47C3C342}"/>
              </a:ext>
            </a:extLst>
          </p:cNvPr>
          <p:cNvSpPr>
            <a:spLocks noGrp="1" noRot="1" noChangeAspect="1" noTextEdit="1"/>
          </p:cNvSpPr>
          <p:nvPr>
            <p:ph type="sldImg"/>
          </p:nvPr>
        </p:nvSpPr>
        <p:spPr bwMode="auto">
          <a:noFill/>
          <a:ln>
            <a:miter lim="800000"/>
            <a:headEnd/>
            <a:tailEnd/>
          </a:ln>
          <a:extLst>
            <a:ext uri="{909E8E84-426E-40DD-AFC4-6F175D3DCCD1}">
              <a14:hiddenFill xmlns:a14="http://schemas.microsoft.com/office/drawing/2010/main">
                <a:solidFill>
                  <a:srgbClr val="FFFFFF"/>
                </a:solidFill>
              </a14:hiddenFill>
            </a:ext>
          </a:extLst>
        </p:spPr>
      </p:sp>
      <p:sp>
        <p:nvSpPr>
          <p:cNvPr id="180227" name="文本占位符 268290">
            <a:extLst>
              <a:ext uri="{FF2B5EF4-FFF2-40B4-BE49-F238E27FC236}">
                <a16:creationId xmlns:a16="http://schemas.microsoft.com/office/drawing/2014/main" id="{0CDAB316-31AA-404D-88C4-CB294DCA49A2}"/>
              </a:ext>
            </a:extLst>
          </p:cNvPr>
          <p:cNvSpPr>
            <a:spLocks noGrp="1"/>
          </p:cNvSpPr>
          <p:nvPr>
            <p:ph type="body" idx="1"/>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0228" name="灯片编号占位符 1">
            <a:extLst>
              <a:ext uri="{FF2B5EF4-FFF2-40B4-BE49-F238E27FC236}">
                <a16:creationId xmlns:a16="http://schemas.microsoft.com/office/drawing/2014/main" id="{CB654C5D-2139-4BD5-BE27-3460655209C9}"/>
              </a:ext>
            </a:extLst>
          </p:cNvPr>
          <p:cNvSpPr>
            <a:spLocks noGrp="1"/>
          </p:cNvSpPr>
          <p:nvPr>
            <p:ph type="sldNum" sz="quarter" idx="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fld id="{78853D7D-87D2-4650-B87D-BDE1CB4FC549}" type="slidenum">
              <a:rPr lang="zh-CN" altLang="en-US"/>
              <a:pPr/>
              <a:t>14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312321">
            <a:extLst>
              <a:ext uri="{FF2B5EF4-FFF2-40B4-BE49-F238E27FC236}">
                <a16:creationId xmlns:a16="http://schemas.microsoft.com/office/drawing/2014/main" id="{CE14F201-B1E4-426F-B20D-735920F02479}"/>
              </a:ext>
            </a:extLst>
          </p:cNvPr>
          <p:cNvSpPr>
            <a:spLocks noGrp="1" noRot="1" noChangeAspect="1" noTextEdit="1"/>
          </p:cNvSpPr>
          <p:nvPr>
            <p:ph type="sldImg"/>
          </p:nvPr>
        </p:nvSpPr>
        <p:spPr bwMode="auto">
          <a:noFill/>
          <a:ln>
            <a:miter lim="800000"/>
            <a:headEnd/>
            <a:tailEnd/>
          </a:ln>
          <a:extLst>
            <a:ext uri="{909E8E84-426E-40DD-AFC4-6F175D3DCCD1}">
              <a14:hiddenFill xmlns:a14="http://schemas.microsoft.com/office/drawing/2010/main">
                <a:solidFill>
                  <a:srgbClr val="FFFFFF"/>
                </a:solidFill>
              </a14:hiddenFill>
            </a:ext>
          </a:extLst>
        </p:spPr>
      </p:sp>
      <p:sp>
        <p:nvSpPr>
          <p:cNvPr id="183299" name="文本占位符 312322">
            <a:extLst>
              <a:ext uri="{FF2B5EF4-FFF2-40B4-BE49-F238E27FC236}">
                <a16:creationId xmlns:a16="http://schemas.microsoft.com/office/drawing/2014/main" id="{CDAB8A67-D979-4160-8599-958E04CFCC2A}"/>
              </a:ext>
            </a:extLst>
          </p:cNvPr>
          <p:cNvSpPr>
            <a:spLocks noGrp="1"/>
          </p:cNvSpPr>
          <p:nvPr>
            <p:ph type="body" idx="1"/>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3300" name="灯片编号占位符 1">
            <a:extLst>
              <a:ext uri="{FF2B5EF4-FFF2-40B4-BE49-F238E27FC236}">
                <a16:creationId xmlns:a16="http://schemas.microsoft.com/office/drawing/2014/main" id="{4A208DF1-0E00-43DC-B3B9-99367ABCCBC9}"/>
              </a:ext>
            </a:extLst>
          </p:cNvPr>
          <p:cNvSpPr>
            <a:spLocks noGrp="1"/>
          </p:cNvSpPr>
          <p:nvPr>
            <p:ph type="sldNum" sz="quarter" idx="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fld id="{4A758396-5D35-42C6-819A-B5FB1F94CC48}" type="slidenum">
              <a:rPr lang="zh-CN" altLang="en-US"/>
              <a:pPr/>
              <a:t>57</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cSld name="标题幻灯片">
    <p:spTree>
      <p:nvGrpSpPr>
        <p:cNvPr id="1" name=""/>
        <p:cNvGrpSpPr/>
        <p:nvPr/>
      </p:nvGrpSpPr>
      <p:grpSpPr>
        <a:xfrm>
          <a:off x="0" y="0"/>
          <a:ext cx="0" cy="0"/>
          <a:chOff x="0" y="0"/>
          <a:chExt cx="0" cy="0"/>
        </a:xfrm>
      </p:grpSpPr>
      <p:sp>
        <p:nvSpPr>
          <p:cNvPr id="3" name="任意多边形 8">
            <a:extLst>
              <a:ext uri="{FF2B5EF4-FFF2-40B4-BE49-F238E27FC236}">
                <a16:creationId xmlns:a16="http://schemas.microsoft.com/office/drawing/2014/main" id="{CA6A6F1C-B7AB-414C-8BF3-A303B9C7F063}"/>
              </a:ext>
            </a:extLst>
          </p:cNvPr>
          <p:cNvSpPr/>
          <p:nvPr/>
        </p:nvSpPr>
        <p:spPr>
          <a:xfrm>
            <a:off x="684213" y="943198"/>
            <a:ext cx="7772400" cy="109538"/>
          </a:xfrm>
          <a:custGeom>
            <a:avLst/>
            <a:gdLst>
              <a:gd name="A1" fmla="val 618"/>
              <a:gd name="A3" fmla="val 0"/>
              <a:gd name="G0" fmla="+- A1 0 0"/>
            </a:gdLst>
            <a:ahLst/>
            <a:cxnLst/>
            <a:rect l="0" t="0" r="0" b="0"/>
            <a:pathLst>
              <a:path w="1000" h="1000" stroke="0">
                <a:moveTo>
                  <a:pt x="0" y="0"/>
                </a:moveTo>
                <a:lnTo>
                  <a:pt x="618" y="0"/>
                </a:lnTo>
                <a:lnTo>
                  <a:pt x="618" y="1000"/>
                </a:lnTo>
                <a:lnTo>
                  <a:pt x="0" y="1000"/>
                </a:lnTo>
                <a:close/>
              </a:path>
              <a:path w="1000" h="1000">
                <a:moveTo>
                  <a:pt x="0" y="0"/>
                </a:moveTo>
                <a:lnTo>
                  <a:pt x="1000" y="0"/>
                </a:lnTo>
              </a:path>
            </a:pathLst>
          </a:custGeom>
          <a:solidFill>
            <a:srgbClr val="30F447"/>
          </a:solidFill>
          <a:ln w="9525" cap="flat" cmpd="sng">
            <a:solidFill>
              <a:srgbClr val="30F447"/>
            </a:solidFill>
            <a:prstDash val="solid"/>
            <a:round/>
            <a:headEnd type="none" w="med" len="med"/>
            <a:tailEnd type="none" w="med" len="med"/>
          </a:ln>
        </p:spPr>
        <p:txBody>
          <a:bodyPr/>
          <a:lstStyle/>
          <a:p>
            <a:pPr>
              <a:buClr>
                <a:srgbClr val="000000"/>
              </a:buClr>
              <a:defRPr/>
            </a:pPr>
            <a:endParaRPr lang="zh-CN" altLang="en-US" sz="2400" dirty="0">
              <a:solidFill>
                <a:schemeClr val="tx1"/>
              </a:solidFill>
              <a:latin typeface="Times New Roman" pitchFamily="18" charset="0"/>
            </a:endParaRPr>
          </a:p>
        </p:txBody>
      </p:sp>
      <p:sp>
        <p:nvSpPr>
          <p:cNvPr id="12290" name="标题 12289"/>
          <p:cNvSpPr>
            <a:spLocks noGrp="1"/>
          </p:cNvSpPr>
          <p:nvPr>
            <p:ph type="ctrTitle"/>
          </p:nvPr>
        </p:nvSpPr>
        <p:spPr>
          <a:xfrm>
            <a:off x="539552" y="291678"/>
            <a:ext cx="7772400" cy="651520"/>
          </a:xfrm>
          <a:prstGeom prst="rect">
            <a:avLst/>
          </a:prstGeom>
          <a:noFill/>
          <a:ln w="9525">
            <a:noFill/>
            <a:miter/>
          </a:ln>
        </p:spPr>
        <p:txBody>
          <a:bodyPr/>
          <a:lstStyle>
            <a:lvl1pPr lvl="0">
              <a:defRPr sz="4000" kern="1200">
                <a:solidFill>
                  <a:srgbClr val="E9ED37"/>
                </a:solidFill>
              </a:defRPr>
            </a:lvl1pPr>
          </a:lstStyle>
          <a:p>
            <a:pPr lvl="0"/>
            <a:r>
              <a:rPr lang="zh-CN" altLang="en-US" dirty="0"/>
              <a:t>单击此处编辑母版标题样式</a:t>
            </a:r>
          </a:p>
        </p:txBody>
      </p:sp>
      <p:sp>
        <p:nvSpPr>
          <p:cNvPr id="4" name="日期占位符 12291">
            <a:extLst>
              <a:ext uri="{FF2B5EF4-FFF2-40B4-BE49-F238E27FC236}">
                <a16:creationId xmlns:a16="http://schemas.microsoft.com/office/drawing/2014/main" id="{66166895-C421-400F-BA8E-62179F040DC8}"/>
              </a:ext>
            </a:extLst>
          </p:cNvPr>
          <p:cNvSpPr>
            <a:spLocks noGrp="1"/>
          </p:cNvSpPr>
          <p:nvPr>
            <p:ph type="dt" sz="half" idx="10"/>
          </p:nvPr>
        </p:nvSpPr>
        <p:spPr>
          <a:xfrm>
            <a:off x="685800" y="6248400"/>
            <a:ext cx="1905000" cy="457200"/>
          </a:xfrm>
        </p:spPr>
        <p:txBody>
          <a:bodyPr anchor="t"/>
          <a:lstStyle>
            <a:lvl1pPr>
              <a:defRPr/>
            </a:lvl1pPr>
          </a:lstStyle>
          <a:p>
            <a:pPr>
              <a:defRPr/>
            </a:pPr>
            <a:endParaRPr lang="en-US" altLang="zh-CN"/>
          </a:p>
        </p:txBody>
      </p:sp>
      <p:sp>
        <p:nvSpPr>
          <p:cNvPr id="5" name="页脚占位符 12292">
            <a:extLst>
              <a:ext uri="{FF2B5EF4-FFF2-40B4-BE49-F238E27FC236}">
                <a16:creationId xmlns:a16="http://schemas.microsoft.com/office/drawing/2014/main" id="{7933BCE9-27F2-45AE-9DD7-1F5A78EACD75}"/>
              </a:ext>
            </a:extLst>
          </p:cNvPr>
          <p:cNvSpPr>
            <a:spLocks noGrp="1"/>
          </p:cNvSpPr>
          <p:nvPr>
            <p:ph type="ftr" sz="quarter" idx="11"/>
          </p:nvPr>
        </p:nvSpPr>
        <p:spPr>
          <a:xfrm>
            <a:off x="3124200" y="6248400"/>
            <a:ext cx="2895600" cy="457200"/>
          </a:xfrm>
        </p:spPr>
        <p:txBody>
          <a:bodyPr anchor="t"/>
          <a:lstStyle>
            <a:lvl1pPr>
              <a:defRPr/>
            </a:lvl1pPr>
          </a:lstStyle>
          <a:p>
            <a:pPr>
              <a:defRPr/>
            </a:pPr>
            <a:endParaRPr lang="en-US" altLang="zh-CN"/>
          </a:p>
        </p:txBody>
      </p:sp>
      <p:sp>
        <p:nvSpPr>
          <p:cNvPr id="6" name="灯片编号占位符 12293">
            <a:extLst>
              <a:ext uri="{FF2B5EF4-FFF2-40B4-BE49-F238E27FC236}">
                <a16:creationId xmlns:a16="http://schemas.microsoft.com/office/drawing/2014/main" id="{E5067BE6-D1BC-4138-9013-179C9507BDDD}"/>
              </a:ext>
            </a:extLst>
          </p:cNvPr>
          <p:cNvSpPr>
            <a:spLocks noGrp="1"/>
          </p:cNvSpPr>
          <p:nvPr>
            <p:ph type="sldNum" sz="quarter" idx="12"/>
          </p:nvPr>
        </p:nvSpPr>
        <p:spPr>
          <a:xfrm>
            <a:off x="7203504" y="6248400"/>
            <a:ext cx="1905000" cy="457200"/>
          </a:xfrm>
        </p:spPr>
        <p:txBody>
          <a:bodyPr/>
          <a:lstStyle>
            <a:lvl1pPr>
              <a:defRPr sz="2000">
                <a:solidFill>
                  <a:schemeClr val="tx1"/>
                </a:solidFill>
              </a:defRPr>
            </a:lvl1pPr>
          </a:lstStyle>
          <a:p>
            <a:fld id="{2F2BEEEA-9B4A-43BB-B077-DCD68FCE04AE}" type="slidenum">
              <a:rPr lang="zh-CN" altLang="en-US" smtClean="0"/>
              <a:pPr/>
              <a:t>‹#›</a:t>
            </a:fld>
            <a:endParaRPr lang="en-US" altLang="zh-CN"/>
          </a:p>
        </p:txBody>
      </p:sp>
    </p:spTree>
    <p:extLst>
      <p:ext uri="{BB962C8B-B14F-4D97-AF65-F5344CB8AC3E}">
        <p14:creationId xmlns:p14="http://schemas.microsoft.com/office/powerpoint/2010/main" val="312895388"/>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1269">
            <a:extLst>
              <a:ext uri="{FF2B5EF4-FFF2-40B4-BE49-F238E27FC236}">
                <a16:creationId xmlns:a16="http://schemas.microsoft.com/office/drawing/2014/main" id="{A0400E50-AFAC-4B96-9FB4-CB0C20211ABD}"/>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270">
            <a:extLst>
              <a:ext uri="{FF2B5EF4-FFF2-40B4-BE49-F238E27FC236}">
                <a16:creationId xmlns:a16="http://schemas.microsoft.com/office/drawing/2014/main" id="{687A6787-D5E8-403D-A024-DFD7F22B2CEB}"/>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1271">
            <a:extLst>
              <a:ext uri="{FF2B5EF4-FFF2-40B4-BE49-F238E27FC236}">
                <a16:creationId xmlns:a16="http://schemas.microsoft.com/office/drawing/2014/main" id="{4EFCC5E9-E545-46FD-85B5-17A0FC305BC9}"/>
              </a:ext>
            </a:extLst>
          </p:cNvPr>
          <p:cNvSpPr>
            <a:spLocks noGrp="1"/>
          </p:cNvSpPr>
          <p:nvPr>
            <p:ph type="sldNum" sz="quarter" idx="12"/>
          </p:nvPr>
        </p:nvSpPr>
        <p:spPr>
          <a:xfrm>
            <a:off x="7127304" y="6245225"/>
            <a:ext cx="1981200" cy="476250"/>
          </a:xfrm>
          <a:ln/>
        </p:spPr>
        <p:txBody>
          <a:bodyPr/>
          <a:lstStyle>
            <a:lvl1pPr>
              <a:defRPr sz="2400">
                <a:solidFill>
                  <a:schemeClr val="tx1"/>
                </a:solidFill>
              </a:defRPr>
            </a:lvl1pPr>
          </a:lstStyle>
          <a:p>
            <a:fld id="{AF5F90CF-F6A9-4A9E-9BEF-BD60EAFA4ACB}" type="slidenum">
              <a:rPr lang="zh-CN" altLang="en-US" smtClean="0"/>
              <a:pPr/>
              <a:t>‹#›</a:t>
            </a:fld>
            <a:endParaRPr lang="en-US" altLang="zh-CN"/>
          </a:p>
        </p:txBody>
      </p:sp>
      <p:sp>
        <p:nvSpPr>
          <p:cNvPr id="7" name="任意多边形 11267">
            <a:extLst>
              <a:ext uri="{FF2B5EF4-FFF2-40B4-BE49-F238E27FC236}">
                <a16:creationId xmlns:a16="http://schemas.microsoft.com/office/drawing/2014/main" id="{910370FD-4643-44CB-B8D8-82AF3D590040}"/>
              </a:ext>
            </a:extLst>
          </p:cNvPr>
          <p:cNvSpPr/>
          <p:nvPr userDrawn="1"/>
        </p:nvSpPr>
        <p:spPr>
          <a:xfrm>
            <a:off x="609600" y="1074738"/>
            <a:ext cx="7958138" cy="109537"/>
          </a:xfrm>
          <a:custGeom>
            <a:avLst/>
            <a:gdLst>
              <a:gd name="A1" fmla="val 585"/>
              <a:gd name="A3" fmla="val 0"/>
              <a:gd name="G0" fmla="+- A1 0 0"/>
            </a:gdLst>
            <a:ahLst/>
            <a:cxnLst/>
            <a:rect l="0" t="0" r="0" b="0"/>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lstStyle/>
          <a:p>
            <a:pPr>
              <a:buClr>
                <a:srgbClr val="000000"/>
              </a:buClr>
              <a:defRPr/>
            </a:pPr>
            <a:endParaRPr lang="zh-CN" altLang="en-US" sz="2400" dirty="0">
              <a:solidFill>
                <a:schemeClr val="tx1"/>
              </a:solidFill>
              <a:latin typeface="Times New Roman" pitchFamily="18" charset="0"/>
            </a:endParaRPr>
          </a:p>
        </p:txBody>
      </p:sp>
    </p:spTree>
    <p:extLst>
      <p:ext uri="{BB962C8B-B14F-4D97-AF65-F5344CB8AC3E}">
        <p14:creationId xmlns:p14="http://schemas.microsoft.com/office/powerpoint/2010/main" val="2009359807"/>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lgn="l">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lgn="l">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11269">
            <a:extLst>
              <a:ext uri="{FF2B5EF4-FFF2-40B4-BE49-F238E27FC236}">
                <a16:creationId xmlns:a16="http://schemas.microsoft.com/office/drawing/2014/main" id="{5E628ADB-6359-449D-AC02-FCDCB1FD57E3}"/>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270">
            <a:extLst>
              <a:ext uri="{FF2B5EF4-FFF2-40B4-BE49-F238E27FC236}">
                <a16:creationId xmlns:a16="http://schemas.microsoft.com/office/drawing/2014/main" id="{F810FE79-9BC2-473D-A27F-7C71CBA2F7A5}"/>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1271">
            <a:extLst>
              <a:ext uri="{FF2B5EF4-FFF2-40B4-BE49-F238E27FC236}">
                <a16:creationId xmlns:a16="http://schemas.microsoft.com/office/drawing/2014/main" id="{9E73227F-66C9-4453-B25B-BF673D153236}"/>
              </a:ext>
            </a:extLst>
          </p:cNvPr>
          <p:cNvSpPr>
            <a:spLocks noGrp="1"/>
          </p:cNvSpPr>
          <p:nvPr>
            <p:ph type="sldNum" sz="quarter" idx="12"/>
          </p:nvPr>
        </p:nvSpPr>
        <p:spPr>
          <a:ln/>
        </p:spPr>
        <p:txBody>
          <a:bodyPr/>
          <a:lstStyle>
            <a:lvl1pPr>
              <a:defRPr/>
            </a:lvl1pPr>
          </a:lstStyle>
          <a:p>
            <a:fld id="{D4186356-26E9-47F3-AE52-43650FA59B42}" type="slidenum">
              <a:rPr lang="zh-CN" altLang="en-US"/>
              <a:pPr/>
              <a:t>‹#›</a:t>
            </a:fld>
            <a:endParaRPr lang="en-US" altLang="zh-CN"/>
          </a:p>
        </p:txBody>
      </p:sp>
    </p:spTree>
    <p:extLst>
      <p:ext uri="{BB962C8B-B14F-4D97-AF65-F5344CB8AC3E}">
        <p14:creationId xmlns:p14="http://schemas.microsoft.com/office/powerpoint/2010/main" val="630173416"/>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539750" y="1225550"/>
            <a:ext cx="3920490" cy="2663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0260" y="1225550"/>
            <a:ext cx="3920490" cy="26638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11269">
            <a:extLst>
              <a:ext uri="{FF2B5EF4-FFF2-40B4-BE49-F238E27FC236}">
                <a16:creationId xmlns:a16="http://schemas.microsoft.com/office/drawing/2014/main" id="{DD462B2A-CE8F-4D8E-ADAB-1600CA374D34}"/>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1270">
            <a:extLst>
              <a:ext uri="{FF2B5EF4-FFF2-40B4-BE49-F238E27FC236}">
                <a16:creationId xmlns:a16="http://schemas.microsoft.com/office/drawing/2014/main" id="{B5894D53-ACDF-4A02-8C0F-D59434DD33E2}"/>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1271">
            <a:extLst>
              <a:ext uri="{FF2B5EF4-FFF2-40B4-BE49-F238E27FC236}">
                <a16:creationId xmlns:a16="http://schemas.microsoft.com/office/drawing/2014/main" id="{6AF94EFF-CE88-4865-A4F6-EBDCEBB61BFE}"/>
              </a:ext>
            </a:extLst>
          </p:cNvPr>
          <p:cNvSpPr>
            <a:spLocks noGrp="1"/>
          </p:cNvSpPr>
          <p:nvPr>
            <p:ph type="sldNum" sz="quarter" idx="12"/>
          </p:nvPr>
        </p:nvSpPr>
        <p:spPr>
          <a:xfrm>
            <a:off x="7127304" y="6245225"/>
            <a:ext cx="1981200" cy="476250"/>
          </a:xfrm>
          <a:ln/>
        </p:spPr>
        <p:txBody>
          <a:bodyPr/>
          <a:lstStyle>
            <a:lvl1pPr>
              <a:defRPr sz="2000">
                <a:solidFill>
                  <a:schemeClr val="tx1"/>
                </a:solidFill>
              </a:defRPr>
            </a:lvl1pPr>
          </a:lstStyle>
          <a:p>
            <a:fld id="{B738802B-EDA0-427D-97C8-EF0A30C9309A}" type="slidenum">
              <a:rPr lang="zh-CN" altLang="en-US" smtClean="0"/>
              <a:pPr/>
              <a:t>‹#›</a:t>
            </a:fld>
            <a:endParaRPr lang="en-US" altLang="zh-CN" dirty="0"/>
          </a:p>
        </p:txBody>
      </p:sp>
    </p:spTree>
    <p:extLst>
      <p:ext uri="{BB962C8B-B14F-4D97-AF65-F5344CB8AC3E}">
        <p14:creationId xmlns:p14="http://schemas.microsoft.com/office/powerpoint/2010/main" val="2951617243"/>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970222"/>
          </a:xfrm>
        </p:spPr>
        <p:txBody>
          <a:bodyPr/>
          <a:lstStyle>
            <a:lvl1pPr algn="ctr">
              <a:defRPr/>
            </a:lvl1pPr>
          </a:lstStyle>
          <a:p>
            <a:r>
              <a:rPr lang="zh-CN" altLang="en-US" dirty="0"/>
              <a:t>单击此处编辑母版标题样式</a:t>
            </a:r>
          </a:p>
        </p:txBody>
      </p:sp>
      <p:sp>
        <p:nvSpPr>
          <p:cNvPr id="3" name="文本占位符 2"/>
          <p:cNvSpPr>
            <a:spLocks noGrp="1"/>
          </p:cNvSpPr>
          <p:nvPr>
            <p:ph type="body" idx="1"/>
          </p:nvPr>
        </p:nvSpPr>
        <p:spPr>
          <a:xfrm>
            <a:off x="944793" y="1567346"/>
            <a:ext cx="3526380" cy="710095"/>
          </a:xfrm>
        </p:spPr>
        <p:txBody>
          <a:bodyPr anchor="ctr">
            <a:norm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944793" y="2338388"/>
            <a:ext cx="3526380" cy="3785964"/>
          </a:xfrm>
        </p:spPr>
        <p:txBody>
          <a:bodyPr>
            <a:normAutofit/>
          </a:bodyPr>
          <a:lstStyle>
            <a:lvl1pPr>
              <a:defRPr sz="1800"/>
            </a:lvl1pPr>
            <a:lvl2pPr>
              <a:defRPr sz="1500"/>
            </a:lvl2pPr>
            <a:lvl3pPr>
              <a:defRPr sz="1350"/>
            </a:lvl3pPr>
            <a:lvl4pPr>
              <a:defRPr sz="1200"/>
            </a:lvl4pPr>
            <a:lvl5pPr>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717212" y="1567346"/>
            <a:ext cx="3526381" cy="710095"/>
          </a:xfrm>
        </p:spPr>
        <p:txBody>
          <a:bodyPr rtlCol="0" anchor="ctr">
            <a:normAutofit/>
          </a:bodyPr>
          <a:lstStyle>
            <a:lvl1pPr marL="171450" indent="-171450">
              <a:buNone/>
              <a:defRPr lang="zh-CN" altLang="en-US" b="0" smtClean="0"/>
            </a:lvl1pPr>
          </a:lstStyle>
          <a:p>
            <a:pPr lvl="0"/>
            <a:r>
              <a:rPr lang="zh-CN" altLang="en-US"/>
              <a:t>单击此处编辑母版文本样式</a:t>
            </a:r>
          </a:p>
        </p:txBody>
      </p:sp>
      <p:sp>
        <p:nvSpPr>
          <p:cNvPr id="6" name="内容占位符 5"/>
          <p:cNvSpPr>
            <a:spLocks noGrp="1"/>
          </p:cNvSpPr>
          <p:nvPr>
            <p:ph sz="quarter" idx="4"/>
          </p:nvPr>
        </p:nvSpPr>
        <p:spPr>
          <a:xfrm>
            <a:off x="4717212" y="2357460"/>
            <a:ext cx="3526381" cy="3766892"/>
          </a:xfrm>
        </p:spPr>
        <p:txBody>
          <a:bodyPr>
            <a:normAutofit/>
          </a:bodyPr>
          <a:lstStyle>
            <a:lvl1pPr>
              <a:defRPr sz="1800"/>
            </a:lvl1pPr>
            <a:lvl2pPr>
              <a:defRPr sz="1500"/>
            </a:lvl2pPr>
            <a:lvl3pPr>
              <a:defRPr sz="1350"/>
            </a:lvl3pPr>
            <a:lvl4pPr>
              <a:defRPr sz="1200"/>
            </a:lvl4pPr>
            <a:lvl5pPr>
              <a:defRPr sz="12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11269">
            <a:extLst>
              <a:ext uri="{FF2B5EF4-FFF2-40B4-BE49-F238E27FC236}">
                <a16:creationId xmlns:a16="http://schemas.microsoft.com/office/drawing/2014/main" id="{64AF08EA-3EB7-45A3-9743-CEBA7EA0D1F5}"/>
              </a:ext>
            </a:extLst>
          </p:cNvPr>
          <p:cNvSpPr>
            <a:spLocks noGrp="1"/>
          </p:cNvSpPr>
          <p:nvPr>
            <p:ph type="dt" sz="half" idx="10"/>
          </p:nvPr>
        </p:nvSpPr>
        <p:spPr>
          <a:ln/>
        </p:spPr>
        <p:txBody>
          <a:bodyPr/>
          <a:lstStyle>
            <a:lvl1pPr>
              <a:defRPr/>
            </a:lvl1pPr>
          </a:lstStyle>
          <a:p>
            <a:pPr>
              <a:defRPr/>
            </a:pPr>
            <a:endParaRPr lang="zh-CN" altLang="en-US"/>
          </a:p>
        </p:txBody>
      </p:sp>
      <p:sp>
        <p:nvSpPr>
          <p:cNvPr id="8" name="页脚占位符 11270">
            <a:extLst>
              <a:ext uri="{FF2B5EF4-FFF2-40B4-BE49-F238E27FC236}">
                <a16:creationId xmlns:a16="http://schemas.microsoft.com/office/drawing/2014/main" id="{7D50D56C-F371-4CE4-A6FB-62BFA38A0C94}"/>
              </a:ext>
            </a:extLst>
          </p:cNvPr>
          <p:cNvSpPr>
            <a:spLocks noGrp="1"/>
          </p:cNvSpPr>
          <p:nvPr>
            <p:ph type="ftr" sz="quarter" idx="11"/>
          </p:nvPr>
        </p:nvSpPr>
        <p:spPr>
          <a:ln/>
        </p:spPr>
        <p:txBody>
          <a:bodyPr/>
          <a:lstStyle>
            <a:lvl1pPr>
              <a:defRPr/>
            </a:lvl1pPr>
          </a:lstStyle>
          <a:p>
            <a:pPr>
              <a:defRPr/>
            </a:pPr>
            <a:endParaRPr lang="zh-CN" altLang="en-US"/>
          </a:p>
        </p:txBody>
      </p:sp>
      <p:sp>
        <p:nvSpPr>
          <p:cNvPr id="9" name="灯片编号占位符 11271">
            <a:extLst>
              <a:ext uri="{FF2B5EF4-FFF2-40B4-BE49-F238E27FC236}">
                <a16:creationId xmlns:a16="http://schemas.microsoft.com/office/drawing/2014/main" id="{F3BE43EC-DC37-465A-980D-094C81684E3C}"/>
              </a:ext>
            </a:extLst>
          </p:cNvPr>
          <p:cNvSpPr>
            <a:spLocks noGrp="1"/>
          </p:cNvSpPr>
          <p:nvPr>
            <p:ph type="sldNum" sz="quarter" idx="12"/>
          </p:nvPr>
        </p:nvSpPr>
        <p:spPr>
          <a:ln/>
        </p:spPr>
        <p:txBody>
          <a:bodyPr/>
          <a:lstStyle>
            <a:lvl1pPr>
              <a:defRPr/>
            </a:lvl1pPr>
          </a:lstStyle>
          <a:p>
            <a:fld id="{069C7B76-86D2-4C9A-898B-15D8071616CB}" type="slidenum">
              <a:rPr lang="zh-CN" altLang="en-US"/>
              <a:pPr/>
              <a:t>‹#›</a:t>
            </a:fld>
            <a:endParaRPr lang="en-US" altLang="zh-CN"/>
          </a:p>
        </p:txBody>
      </p:sp>
    </p:spTree>
    <p:extLst>
      <p:ext uri="{BB962C8B-B14F-4D97-AF65-F5344CB8AC3E}">
        <p14:creationId xmlns:p14="http://schemas.microsoft.com/office/powerpoint/2010/main" val="973257894"/>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日期占位符 11269">
            <a:extLst>
              <a:ext uri="{FF2B5EF4-FFF2-40B4-BE49-F238E27FC236}">
                <a16:creationId xmlns:a16="http://schemas.microsoft.com/office/drawing/2014/main" id="{765CC5B0-D9C3-44C0-96F5-D50E244369B6}"/>
              </a:ext>
            </a:extLst>
          </p:cNvPr>
          <p:cNvSpPr>
            <a:spLocks noGrp="1"/>
          </p:cNvSpPr>
          <p:nvPr>
            <p:ph type="dt" sz="half" idx="10"/>
          </p:nvPr>
        </p:nvSpPr>
        <p:spPr>
          <a:ln/>
        </p:spPr>
        <p:txBody>
          <a:bodyPr/>
          <a:lstStyle>
            <a:lvl1pPr>
              <a:defRPr/>
            </a:lvl1pPr>
          </a:lstStyle>
          <a:p>
            <a:pPr>
              <a:defRPr/>
            </a:pPr>
            <a:endParaRPr lang="zh-CN" altLang="en-US"/>
          </a:p>
        </p:txBody>
      </p:sp>
      <p:sp>
        <p:nvSpPr>
          <p:cNvPr id="4" name="页脚占位符 11270">
            <a:extLst>
              <a:ext uri="{FF2B5EF4-FFF2-40B4-BE49-F238E27FC236}">
                <a16:creationId xmlns:a16="http://schemas.microsoft.com/office/drawing/2014/main" id="{5F657B64-0A0F-464D-BC9E-728FAD85488F}"/>
              </a:ext>
            </a:extLst>
          </p:cNvPr>
          <p:cNvSpPr>
            <a:spLocks noGrp="1"/>
          </p:cNvSpPr>
          <p:nvPr>
            <p:ph type="ftr" sz="quarter" idx="11"/>
          </p:nvPr>
        </p:nvSpPr>
        <p:spPr>
          <a:ln/>
        </p:spPr>
        <p:txBody>
          <a:bodyPr/>
          <a:lstStyle>
            <a:lvl1pPr>
              <a:defRPr/>
            </a:lvl1pPr>
          </a:lstStyle>
          <a:p>
            <a:pPr>
              <a:defRPr/>
            </a:pPr>
            <a:endParaRPr lang="zh-CN" altLang="en-US"/>
          </a:p>
        </p:txBody>
      </p:sp>
      <p:sp>
        <p:nvSpPr>
          <p:cNvPr id="5" name="灯片编号占位符 11271">
            <a:extLst>
              <a:ext uri="{FF2B5EF4-FFF2-40B4-BE49-F238E27FC236}">
                <a16:creationId xmlns:a16="http://schemas.microsoft.com/office/drawing/2014/main" id="{7BBFD001-64BF-43F7-9905-EFB9A4DB7DB8}"/>
              </a:ext>
            </a:extLst>
          </p:cNvPr>
          <p:cNvSpPr>
            <a:spLocks noGrp="1"/>
          </p:cNvSpPr>
          <p:nvPr>
            <p:ph type="sldNum" sz="quarter" idx="12"/>
          </p:nvPr>
        </p:nvSpPr>
        <p:spPr>
          <a:ln/>
        </p:spPr>
        <p:txBody>
          <a:bodyPr/>
          <a:lstStyle>
            <a:lvl1pPr>
              <a:defRPr/>
            </a:lvl1pPr>
          </a:lstStyle>
          <a:p>
            <a:fld id="{3C0F2EC4-E02C-4430-AF35-F04160C39ECA}" type="slidenum">
              <a:rPr lang="zh-CN" altLang="en-US"/>
              <a:pPr/>
              <a:t>‹#›</a:t>
            </a:fld>
            <a:endParaRPr lang="en-US" altLang="zh-CN"/>
          </a:p>
        </p:txBody>
      </p:sp>
    </p:spTree>
    <p:extLst>
      <p:ext uri="{BB962C8B-B14F-4D97-AF65-F5344CB8AC3E}">
        <p14:creationId xmlns:p14="http://schemas.microsoft.com/office/powerpoint/2010/main" val="4044998605"/>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1269">
            <a:extLst>
              <a:ext uri="{FF2B5EF4-FFF2-40B4-BE49-F238E27FC236}">
                <a16:creationId xmlns:a16="http://schemas.microsoft.com/office/drawing/2014/main" id="{CC75D1F8-08AB-4E5A-B5C9-DDE5F9EEAF00}"/>
              </a:ext>
            </a:extLst>
          </p:cNvPr>
          <p:cNvSpPr>
            <a:spLocks noGrp="1"/>
          </p:cNvSpPr>
          <p:nvPr>
            <p:ph type="dt" sz="half" idx="10"/>
          </p:nvPr>
        </p:nvSpPr>
        <p:spPr>
          <a:ln/>
        </p:spPr>
        <p:txBody>
          <a:bodyPr/>
          <a:lstStyle>
            <a:lvl1pPr>
              <a:defRPr/>
            </a:lvl1pPr>
          </a:lstStyle>
          <a:p>
            <a:pPr>
              <a:defRPr/>
            </a:pPr>
            <a:endParaRPr lang="zh-CN" altLang="en-US"/>
          </a:p>
        </p:txBody>
      </p:sp>
      <p:sp>
        <p:nvSpPr>
          <p:cNvPr id="3" name="页脚占位符 11270">
            <a:extLst>
              <a:ext uri="{FF2B5EF4-FFF2-40B4-BE49-F238E27FC236}">
                <a16:creationId xmlns:a16="http://schemas.microsoft.com/office/drawing/2014/main" id="{66FE1DCB-C9CC-4792-9188-0FB3087594D7}"/>
              </a:ext>
            </a:extLst>
          </p:cNvPr>
          <p:cNvSpPr>
            <a:spLocks noGrp="1"/>
          </p:cNvSpPr>
          <p:nvPr>
            <p:ph type="ftr" sz="quarter" idx="11"/>
          </p:nvPr>
        </p:nvSpPr>
        <p:spPr>
          <a:ln/>
        </p:spPr>
        <p:txBody>
          <a:bodyPr/>
          <a:lstStyle>
            <a:lvl1pPr>
              <a:defRPr/>
            </a:lvl1pPr>
          </a:lstStyle>
          <a:p>
            <a:pPr>
              <a:defRPr/>
            </a:pPr>
            <a:endParaRPr lang="zh-CN" altLang="en-US"/>
          </a:p>
        </p:txBody>
      </p:sp>
      <p:sp>
        <p:nvSpPr>
          <p:cNvPr id="4" name="灯片编号占位符 11271">
            <a:extLst>
              <a:ext uri="{FF2B5EF4-FFF2-40B4-BE49-F238E27FC236}">
                <a16:creationId xmlns:a16="http://schemas.microsoft.com/office/drawing/2014/main" id="{0C4131B2-3750-4008-8A09-F869D26C300C}"/>
              </a:ext>
            </a:extLst>
          </p:cNvPr>
          <p:cNvSpPr>
            <a:spLocks noGrp="1"/>
          </p:cNvSpPr>
          <p:nvPr>
            <p:ph type="sldNum" sz="quarter" idx="12"/>
          </p:nvPr>
        </p:nvSpPr>
        <p:spPr>
          <a:ln/>
        </p:spPr>
        <p:txBody>
          <a:bodyPr/>
          <a:lstStyle>
            <a:lvl1pPr>
              <a:defRPr/>
            </a:lvl1pPr>
          </a:lstStyle>
          <a:p>
            <a:fld id="{B5711466-5A77-4A61-B0D2-DE72538F18FC}" type="slidenum">
              <a:rPr lang="zh-CN" altLang="en-US"/>
              <a:pPr/>
              <a:t>‹#›</a:t>
            </a:fld>
            <a:endParaRPr lang="en-US" altLang="zh-CN"/>
          </a:p>
        </p:txBody>
      </p:sp>
    </p:spTree>
    <p:extLst>
      <p:ext uri="{BB962C8B-B14F-4D97-AF65-F5344CB8AC3E}">
        <p14:creationId xmlns:p14="http://schemas.microsoft.com/office/powerpoint/2010/main" val="1524525976"/>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11269">
            <a:extLst>
              <a:ext uri="{FF2B5EF4-FFF2-40B4-BE49-F238E27FC236}">
                <a16:creationId xmlns:a16="http://schemas.microsoft.com/office/drawing/2014/main" id="{E9FD24C9-C911-49B9-8142-0C3694094E81}"/>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1270">
            <a:extLst>
              <a:ext uri="{FF2B5EF4-FFF2-40B4-BE49-F238E27FC236}">
                <a16:creationId xmlns:a16="http://schemas.microsoft.com/office/drawing/2014/main" id="{E0C6FA2F-7CB2-4EEE-954B-12D8057AA87B}"/>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1271">
            <a:extLst>
              <a:ext uri="{FF2B5EF4-FFF2-40B4-BE49-F238E27FC236}">
                <a16:creationId xmlns:a16="http://schemas.microsoft.com/office/drawing/2014/main" id="{23CEE036-C3FB-4291-BFAF-3646C316DC2B}"/>
              </a:ext>
            </a:extLst>
          </p:cNvPr>
          <p:cNvSpPr>
            <a:spLocks noGrp="1"/>
          </p:cNvSpPr>
          <p:nvPr>
            <p:ph type="sldNum" sz="quarter" idx="12"/>
          </p:nvPr>
        </p:nvSpPr>
        <p:spPr>
          <a:ln/>
        </p:spPr>
        <p:txBody>
          <a:bodyPr/>
          <a:lstStyle>
            <a:lvl1pPr>
              <a:defRPr/>
            </a:lvl1pPr>
          </a:lstStyle>
          <a:p>
            <a:fld id="{784327F0-8F0A-44C1-B842-D4AFA7C7C5BD}" type="slidenum">
              <a:rPr lang="zh-CN" altLang="en-US"/>
              <a:pPr/>
              <a:t>‹#›</a:t>
            </a:fld>
            <a:endParaRPr lang="en-US" altLang="zh-CN"/>
          </a:p>
        </p:txBody>
      </p:sp>
    </p:spTree>
    <p:extLst>
      <p:ext uri="{BB962C8B-B14F-4D97-AF65-F5344CB8AC3E}">
        <p14:creationId xmlns:p14="http://schemas.microsoft.com/office/powerpoint/2010/main" val="3668050592"/>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ormAutofit/>
          </a:bodyPr>
          <a:lstStyle>
            <a:lvl1pPr>
              <a:defRPr sz="3000"/>
            </a:lvl1pPr>
          </a:lstStyle>
          <a:p>
            <a:r>
              <a:rPr lang="zh-CN" altLang="en-US" dirty="0"/>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11269">
            <a:extLst>
              <a:ext uri="{FF2B5EF4-FFF2-40B4-BE49-F238E27FC236}">
                <a16:creationId xmlns:a16="http://schemas.microsoft.com/office/drawing/2014/main" id="{699808AC-1492-4862-93C5-1E578327C5B5}"/>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1270">
            <a:extLst>
              <a:ext uri="{FF2B5EF4-FFF2-40B4-BE49-F238E27FC236}">
                <a16:creationId xmlns:a16="http://schemas.microsoft.com/office/drawing/2014/main" id="{31980C90-9602-498D-B04E-5D877F221274}"/>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1271">
            <a:extLst>
              <a:ext uri="{FF2B5EF4-FFF2-40B4-BE49-F238E27FC236}">
                <a16:creationId xmlns:a16="http://schemas.microsoft.com/office/drawing/2014/main" id="{3FB22CD0-F8F2-4A2D-97DE-175BDC53DB05}"/>
              </a:ext>
            </a:extLst>
          </p:cNvPr>
          <p:cNvSpPr>
            <a:spLocks noGrp="1"/>
          </p:cNvSpPr>
          <p:nvPr>
            <p:ph type="sldNum" sz="quarter" idx="12"/>
          </p:nvPr>
        </p:nvSpPr>
        <p:spPr>
          <a:ln/>
        </p:spPr>
        <p:txBody>
          <a:bodyPr/>
          <a:lstStyle>
            <a:lvl1pPr>
              <a:defRPr/>
            </a:lvl1pPr>
          </a:lstStyle>
          <a:p>
            <a:fld id="{235D4C1D-A795-4D2A-9A64-8E9F44373884}" type="slidenum">
              <a:rPr lang="zh-CN" altLang="en-US"/>
              <a:pPr/>
              <a:t>‹#›</a:t>
            </a:fld>
            <a:endParaRPr lang="en-US" altLang="zh-CN"/>
          </a:p>
        </p:txBody>
      </p:sp>
    </p:spTree>
    <p:extLst>
      <p:ext uri="{BB962C8B-B14F-4D97-AF65-F5344CB8AC3E}">
        <p14:creationId xmlns:p14="http://schemas.microsoft.com/office/powerpoint/2010/main" val="1988300802"/>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1269">
            <a:extLst>
              <a:ext uri="{FF2B5EF4-FFF2-40B4-BE49-F238E27FC236}">
                <a16:creationId xmlns:a16="http://schemas.microsoft.com/office/drawing/2014/main" id="{888836EC-E09D-42C1-9770-EDB7A9E3B325}"/>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270">
            <a:extLst>
              <a:ext uri="{FF2B5EF4-FFF2-40B4-BE49-F238E27FC236}">
                <a16:creationId xmlns:a16="http://schemas.microsoft.com/office/drawing/2014/main" id="{7B43714A-3C18-455B-BB43-EA543B1C552A}"/>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1271">
            <a:extLst>
              <a:ext uri="{FF2B5EF4-FFF2-40B4-BE49-F238E27FC236}">
                <a16:creationId xmlns:a16="http://schemas.microsoft.com/office/drawing/2014/main" id="{7ADCB0B9-E4AF-4448-BF2D-4FAB774AC88A}"/>
              </a:ext>
            </a:extLst>
          </p:cNvPr>
          <p:cNvSpPr>
            <a:spLocks noGrp="1"/>
          </p:cNvSpPr>
          <p:nvPr>
            <p:ph type="sldNum" sz="quarter" idx="12"/>
          </p:nvPr>
        </p:nvSpPr>
        <p:spPr>
          <a:ln/>
        </p:spPr>
        <p:txBody>
          <a:bodyPr/>
          <a:lstStyle>
            <a:lvl1pPr>
              <a:defRPr/>
            </a:lvl1pPr>
          </a:lstStyle>
          <a:p>
            <a:fld id="{A50A995C-84FF-45E9-B844-56F85B41C8D7}" type="slidenum">
              <a:rPr lang="zh-CN" altLang="en-US"/>
              <a:pPr/>
              <a:t>‹#›</a:t>
            </a:fld>
            <a:endParaRPr lang="en-US" altLang="zh-CN"/>
          </a:p>
        </p:txBody>
      </p:sp>
    </p:spTree>
    <p:extLst>
      <p:ext uri="{BB962C8B-B14F-4D97-AF65-F5344CB8AC3E}">
        <p14:creationId xmlns:p14="http://schemas.microsoft.com/office/powerpoint/2010/main" val="3712134152"/>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0500" y="115888"/>
            <a:ext cx="2000250" cy="3773487"/>
          </a:xfr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539750" y="115888"/>
            <a:ext cx="5884793" cy="3773487"/>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11269">
            <a:extLst>
              <a:ext uri="{FF2B5EF4-FFF2-40B4-BE49-F238E27FC236}">
                <a16:creationId xmlns:a16="http://schemas.microsoft.com/office/drawing/2014/main" id="{BCAD73DF-EA88-49CD-B575-080522BA154D}"/>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1270">
            <a:extLst>
              <a:ext uri="{FF2B5EF4-FFF2-40B4-BE49-F238E27FC236}">
                <a16:creationId xmlns:a16="http://schemas.microsoft.com/office/drawing/2014/main" id="{1ABA587A-5350-40F0-A144-C4D9F5A7AEA2}"/>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1271">
            <a:extLst>
              <a:ext uri="{FF2B5EF4-FFF2-40B4-BE49-F238E27FC236}">
                <a16:creationId xmlns:a16="http://schemas.microsoft.com/office/drawing/2014/main" id="{95D90582-05BD-4E5E-94A9-3E81F255521C}"/>
              </a:ext>
            </a:extLst>
          </p:cNvPr>
          <p:cNvSpPr>
            <a:spLocks noGrp="1"/>
          </p:cNvSpPr>
          <p:nvPr>
            <p:ph type="sldNum" sz="quarter" idx="12"/>
          </p:nvPr>
        </p:nvSpPr>
        <p:spPr>
          <a:ln/>
        </p:spPr>
        <p:txBody>
          <a:bodyPr/>
          <a:lstStyle>
            <a:lvl1pPr>
              <a:defRPr/>
            </a:lvl1pPr>
          </a:lstStyle>
          <a:p>
            <a:fld id="{34051494-0141-4845-B13D-1AB906034C8F}" type="slidenum">
              <a:rPr lang="zh-CN" altLang="en-US"/>
              <a:pPr/>
              <a:t>‹#›</a:t>
            </a:fld>
            <a:endParaRPr lang="en-US" altLang="zh-CN"/>
          </a:p>
        </p:txBody>
      </p:sp>
    </p:spTree>
    <p:extLst>
      <p:ext uri="{BB962C8B-B14F-4D97-AF65-F5344CB8AC3E}">
        <p14:creationId xmlns:p14="http://schemas.microsoft.com/office/powerpoint/2010/main" val="4202165322"/>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11269">
            <a:extLst>
              <a:ext uri="{FF2B5EF4-FFF2-40B4-BE49-F238E27FC236}">
                <a16:creationId xmlns:a16="http://schemas.microsoft.com/office/drawing/2014/main" id="{F48460CD-91B6-4168-9CD1-25AB9342C972}"/>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1270">
            <a:extLst>
              <a:ext uri="{FF2B5EF4-FFF2-40B4-BE49-F238E27FC236}">
                <a16:creationId xmlns:a16="http://schemas.microsoft.com/office/drawing/2014/main" id="{57EDF695-15E5-4BBC-BF37-1FAB8F91B5F1}"/>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1271">
            <a:extLst>
              <a:ext uri="{FF2B5EF4-FFF2-40B4-BE49-F238E27FC236}">
                <a16:creationId xmlns:a16="http://schemas.microsoft.com/office/drawing/2014/main" id="{E74EAEAF-BF6E-4A89-9C46-5C7F6E14560B}"/>
              </a:ext>
            </a:extLst>
          </p:cNvPr>
          <p:cNvSpPr>
            <a:spLocks noGrp="1"/>
          </p:cNvSpPr>
          <p:nvPr>
            <p:ph type="sldNum" sz="quarter" idx="12"/>
          </p:nvPr>
        </p:nvSpPr>
        <p:spPr>
          <a:xfrm>
            <a:off x="7055296" y="6245225"/>
            <a:ext cx="1981200" cy="476250"/>
          </a:xfrm>
          <a:ln/>
        </p:spPr>
        <p:txBody>
          <a:bodyPr/>
          <a:lstStyle>
            <a:lvl1pPr>
              <a:defRPr sz="1800">
                <a:solidFill>
                  <a:schemeClr val="tx1"/>
                </a:solidFill>
              </a:defRPr>
            </a:lvl1pPr>
          </a:lstStyle>
          <a:p>
            <a:fld id="{FE2B69CF-249F-44B2-AF7A-62D8C40364FC}" type="slidenum">
              <a:rPr lang="zh-CN" altLang="en-US" smtClean="0"/>
              <a:pPr/>
              <a:t>‹#›</a:t>
            </a:fld>
            <a:endParaRPr lang="en-US" altLang="zh-CN"/>
          </a:p>
        </p:txBody>
      </p:sp>
    </p:spTree>
    <p:extLst>
      <p:ext uri="{BB962C8B-B14F-4D97-AF65-F5344CB8AC3E}">
        <p14:creationId xmlns:p14="http://schemas.microsoft.com/office/powerpoint/2010/main" val="233502453"/>
      </p:ext>
    </p:extLst>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dirty="0"/>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
        <p:nvSpPr>
          <p:cNvPr id="4" name="日期占位符 316419">
            <a:extLst>
              <a:ext uri="{FF2B5EF4-FFF2-40B4-BE49-F238E27FC236}">
                <a16:creationId xmlns:a16="http://schemas.microsoft.com/office/drawing/2014/main" id="{ECEBB920-14D6-4808-922E-9CBF4149BE11}"/>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316420">
            <a:extLst>
              <a:ext uri="{FF2B5EF4-FFF2-40B4-BE49-F238E27FC236}">
                <a16:creationId xmlns:a16="http://schemas.microsoft.com/office/drawing/2014/main" id="{CEA73970-2B75-4EEA-A0C7-10299A2E9B40}"/>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316421">
            <a:extLst>
              <a:ext uri="{FF2B5EF4-FFF2-40B4-BE49-F238E27FC236}">
                <a16:creationId xmlns:a16="http://schemas.microsoft.com/office/drawing/2014/main" id="{D7DCCF8E-C052-4E8A-B758-615E955A6924}"/>
              </a:ext>
            </a:extLst>
          </p:cNvPr>
          <p:cNvSpPr>
            <a:spLocks noGrp="1"/>
          </p:cNvSpPr>
          <p:nvPr>
            <p:ph type="sldNum" sz="quarter" idx="12"/>
          </p:nvPr>
        </p:nvSpPr>
        <p:spPr>
          <a:ln/>
        </p:spPr>
        <p:txBody>
          <a:bodyPr/>
          <a:lstStyle>
            <a:lvl1pPr>
              <a:defRPr/>
            </a:lvl1pPr>
          </a:lstStyle>
          <a:p>
            <a:fld id="{13123443-9DF8-4005-8207-F6BDF42E3C31}" type="slidenum">
              <a:rPr lang="zh-CN" altLang="en-US"/>
              <a:pPr/>
              <a:t>‹#›</a:t>
            </a:fld>
            <a:endParaRPr lang="en-US" altLang="zh-CN"/>
          </a:p>
        </p:txBody>
      </p:sp>
    </p:spTree>
    <p:extLst>
      <p:ext uri="{BB962C8B-B14F-4D97-AF65-F5344CB8AC3E}">
        <p14:creationId xmlns:p14="http://schemas.microsoft.com/office/powerpoint/2010/main" val="3309796514"/>
      </p:ext>
    </p:extLst>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16419">
            <a:extLst>
              <a:ext uri="{FF2B5EF4-FFF2-40B4-BE49-F238E27FC236}">
                <a16:creationId xmlns:a16="http://schemas.microsoft.com/office/drawing/2014/main" id="{A8190A61-A8BA-4791-94C9-C024265504E6}"/>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316420">
            <a:extLst>
              <a:ext uri="{FF2B5EF4-FFF2-40B4-BE49-F238E27FC236}">
                <a16:creationId xmlns:a16="http://schemas.microsoft.com/office/drawing/2014/main" id="{8DBF65F5-44A5-40C3-80C6-1B061BD02B44}"/>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316421">
            <a:extLst>
              <a:ext uri="{FF2B5EF4-FFF2-40B4-BE49-F238E27FC236}">
                <a16:creationId xmlns:a16="http://schemas.microsoft.com/office/drawing/2014/main" id="{1CC4DDA8-5379-4A53-A860-CD272015C536}"/>
              </a:ext>
            </a:extLst>
          </p:cNvPr>
          <p:cNvSpPr>
            <a:spLocks noGrp="1"/>
          </p:cNvSpPr>
          <p:nvPr>
            <p:ph type="sldNum" sz="quarter" idx="12"/>
          </p:nvPr>
        </p:nvSpPr>
        <p:spPr>
          <a:ln/>
        </p:spPr>
        <p:txBody>
          <a:bodyPr/>
          <a:lstStyle>
            <a:lvl1pPr>
              <a:defRPr/>
            </a:lvl1pPr>
          </a:lstStyle>
          <a:p>
            <a:fld id="{7E54B27B-C109-4F99-B138-395601523149}" type="slidenum">
              <a:rPr lang="zh-CN" altLang="en-US"/>
              <a:pPr/>
              <a:t>‹#›</a:t>
            </a:fld>
            <a:endParaRPr lang="en-US" altLang="zh-CN"/>
          </a:p>
        </p:txBody>
      </p:sp>
    </p:spTree>
    <p:extLst>
      <p:ext uri="{BB962C8B-B14F-4D97-AF65-F5344CB8AC3E}">
        <p14:creationId xmlns:p14="http://schemas.microsoft.com/office/powerpoint/2010/main" val="4120764713"/>
      </p:ext>
    </p:extLst>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lgn="l">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lgn="l">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16419">
            <a:extLst>
              <a:ext uri="{FF2B5EF4-FFF2-40B4-BE49-F238E27FC236}">
                <a16:creationId xmlns:a16="http://schemas.microsoft.com/office/drawing/2014/main" id="{DFACAF3A-C643-4E5B-98BA-A026774D8E3E}"/>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316420">
            <a:extLst>
              <a:ext uri="{FF2B5EF4-FFF2-40B4-BE49-F238E27FC236}">
                <a16:creationId xmlns:a16="http://schemas.microsoft.com/office/drawing/2014/main" id="{4000236E-E289-45C4-A937-B859A4F8DE61}"/>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316421">
            <a:extLst>
              <a:ext uri="{FF2B5EF4-FFF2-40B4-BE49-F238E27FC236}">
                <a16:creationId xmlns:a16="http://schemas.microsoft.com/office/drawing/2014/main" id="{32FDB641-F72F-4509-8EEF-9E0776C8FCA1}"/>
              </a:ext>
            </a:extLst>
          </p:cNvPr>
          <p:cNvSpPr>
            <a:spLocks noGrp="1"/>
          </p:cNvSpPr>
          <p:nvPr>
            <p:ph type="sldNum" sz="quarter" idx="12"/>
          </p:nvPr>
        </p:nvSpPr>
        <p:spPr>
          <a:ln/>
        </p:spPr>
        <p:txBody>
          <a:bodyPr/>
          <a:lstStyle>
            <a:lvl1pPr>
              <a:defRPr/>
            </a:lvl1pPr>
          </a:lstStyle>
          <a:p>
            <a:fld id="{1F8E55BB-9C37-4AFA-8A76-74696E98F274}" type="slidenum">
              <a:rPr lang="zh-CN" altLang="en-US"/>
              <a:pPr/>
              <a:t>‹#›</a:t>
            </a:fld>
            <a:endParaRPr lang="en-US" altLang="zh-CN"/>
          </a:p>
        </p:txBody>
      </p:sp>
    </p:spTree>
    <p:extLst>
      <p:ext uri="{BB962C8B-B14F-4D97-AF65-F5344CB8AC3E}">
        <p14:creationId xmlns:p14="http://schemas.microsoft.com/office/powerpoint/2010/main" val="3100862544"/>
      </p:ext>
    </p:extLst>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16419">
            <a:extLst>
              <a:ext uri="{FF2B5EF4-FFF2-40B4-BE49-F238E27FC236}">
                <a16:creationId xmlns:a16="http://schemas.microsoft.com/office/drawing/2014/main" id="{332E5D58-8B04-499B-8036-2418DE68CC66}"/>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316420">
            <a:extLst>
              <a:ext uri="{FF2B5EF4-FFF2-40B4-BE49-F238E27FC236}">
                <a16:creationId xmlns:a16="http://schemas.microsoft.com/office/drawing/2014/main" id="{52FC3F14-BF20-47B4-9690-CC931F6E3177}"/>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316421">
            <a:extLst>
              <a:ext uri="{FF2B5EF4-FFF2-40B4-BE49-F238E27FC236}">
                <a16:creationId xmlns:a16="http://schemas.microsoft.com/office/drawing/2014/main" id="{6EEE44F1-7160-47CE-AF19-4D3E7B1B5A30}"/>
              </a:ext>
            </a:extLst>
          </p:cNvPr>
          <p:cNvSpPr>
            <a:spLocks noGrp="1"/>
          </p:cNvSpPr>
          <p:nvPr>
            <p:ph type="sldNum" sz="quarter" idx="12"/>
          </p:nvPr>
        </p:nvSpPr>
        <p:spPr>
          <a:ln/>
        </p:spPr>
        <p:txBody>
          <a:bodyPr/>
          <a:lstStyle>
            <a:lvl1pPr>
              <a:defRPr/>
            </a:lvl1pPr>
          </a:lstStyle>
          <a:p>
            <a:fld id="{1857F1DB-2834-433D-AE33-AD30AA2670B1}" type="slidenum">
              <a:rPr lang="zh-CN" altLang="en-US"/>
              <a:pPr/>
              <a:t>‹#›</a:t>
            </a:fld>
            <a:endParaRPr lang="en-US" altLang="zh-CN"/>
          </a:p>
        </p:txBody>
      </p:sp>
    </p:spTree>
    <p:extLst>
      <p:ext uri="{BB962C8B-B14F-4D97-AF65-F5344CB8AC3E}">
        <p14:creationId xmlns:p14="http://schemas.microsoft.com/office/powerpoint/2010/main" val="1131611254"/>
      </p:ext>
    </p:extLst>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970222"/>
          </a:xfrm>
        </p:spPr>
        <p:txBody>
          <a:bodyPr/>
          <a:lstStyle>
            <a:lvl1pPr algn="ctr">
              <a:defRPr/>
            </a:lvl1pPr>
          </a:lstStyle>
          <a:p>
            <a:r>
              <a:rPr lang="zh-CN" altLang="en-US" dirty="0"/>
              <a:t>单击此处编辑母版标题样式</a:t>
            </a:r>
          </a:p>
        </p:txBody>
      </p:sp>
      <p:sp>
        <p:nvSpPr>
          <p:cNvPr id="3" name="文本占位符 2"/>
          <p:cNvSpPr>
            <a:spLocks noGrp="1"/>
          </p:cNvSpPr>
          <p:nvPr>
            <p:ph type="body" idx="1"/>
          </p:nvPr>
        </p:nvSpPr>
        <p:spPr>
          <a:xfrm>
            <a:off x="944793" y="1567346"/>
            <a:ext cx="3526380" cy="710095"/>
          </a:xfrm>
        </p:spPr>
        <p:txBody>
          <a:bodyPr anchor="ctr">
            <a:norm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944793" y="2338388"/>
            <a:ext cx="3526380" cy="3785964"/>
          </a:xfrm>
        </p:spPr>
        <p:txBody>
          <a:bodyPr>
            <a:normAutofit/>
          </a:bodyPr>
          <a:lstStyle>
            <a:lvl1pPr>
              <a:defRPr sz="1800"/>
            </a:lvl1pPr>
            <a:lvl2pPr>
              <a:defRPr sz="1500"/>
            </a:lvl2pPr>
            <a:lvl3pPr>
              <a:defRPr sz="1350"/>
            </a:lvl3pPr>
            <a:lvl4pPr>
              <a:defRPr sz="1200"/>
            </a:lvl4pPr>
            <a:lvl5pPr>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717212" y="1567346"/>
            <a:ext cx="3526381" cy="710095"/>
          </a:xfrm>
        </p:spPr>
        <p:txBody>
          <a:bodyPr rtlCol="0" anchor="ctr">
            <a:normAutofit/>
          </a:bodyPr>
          <a:lstStyle>
            <a:lvl1pPr marL="171450" indent="-171450">
              <a:buNone/>
              <a:defRPr lang="zh-CN" altLang="en-US" b="0" smtClean="0"/>
            </a:lvl1pPr>
          </a:lstStyle>
          <a:p>
            <a:pPr lvl="0"/>
            <a:r>
              <a:rPr lang="zh-CN" altLang="en-US"/>
              <a:t>单击此处编辑母版文本样式</a:t>
            </a:r>
          </a:p>
        </p:txBody>
      </p:sp>
      <p:sp>
        <p:nvSpPr>
          <p:cNvPr id="6" name="内容占位符 5"/>
          <p:cNvSpPr>
            <a:spLocks noGrp="1"/>
          </p:cNvSpPr>
          <p:nvPr>
            <p:ph sz="quarter" idx="4"/>
          </p:nvPr>
        </p:nvSpPr>
        <p:spPr>
          <a:xfrm>
            <a:off x="4717212" y="2357460"/>
            <a:ext cx="3526381" cy="3766892"/>
          </a:xfrm>
        </p:spPr>
        <p:txBody>
          <a:bodyPr>
            <a:normAutofit/>
          </a:bodyPr>
          <a:lstStyle>
            <a:lvl1pPr>
              <a:defRPr sz="1800"/>
            </a:lvl1pPr>
            <a:lvl2pPr>
              <a:defRPr sz="1500"/>
            </a:lvl2pPr>
            <a:lvl3pPr>
              <a:defRPr sz="1350"/>
            </a:lvl3pPr>
            <a:lvl4pPr>
              <a:defRPr sz="1200"/>
            </a:lvl4pPr>
            <a:lvl5pPr>
              <a:defRPr sz="12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16419">
            <a:extLst>
              <a:ext uri="{FF2B5EF4-FFF2-40B4-BE49-F238E27FC236}">
                <a16:creationId xmlns:a16="http://schemas.microsoft.com/office/drawing/2014/main" id="{78ABB52A-01B7-40EC-932E-34D3B135E83C}"/>
              </a:ext>
            </a:extLst>
          </p:cNvPr>
          <p:cNvSpPr>
            <a:spLocks noGrp="1"/>
          </p:cNvSpPr>
          <p:nvPr>
            <p:ph type="dt" sz="half" idx="10"/>
          </p:nvPr>
        </p:nvSpPr>
        <p:spPr>
          <a:ln/>
        </p:spPr>
        <p:txBody>
          <a:bodyPr/>
          <a:lstStyle>
            <a:lvl1pPr>
              <a:defRPr/>
            </a:lvl1pPr>
          </a:lstStyle>
          <a:p>
            <a:pPr>
              <a:defRPr/>
            </a:pPr>
            <a:endParaRPr lang="zh-CN" altLang="en-US"/>
          </a:p>
        </p:txBody>
      </p:sp>
      <p:sp>
        <p:nvSpPr>
          <p:cNvPr id="8" name="页脚占位符 316420">
            <a:extLst>
              <a:ext uri="{FF2B5EF4-FFF2-40B4-BE49-F238E27FC236}">
                <a16:creationId xmlns:a16="http://schemas.microsoft.com/office/drawing/2014/main" id="{047F0B85-8B49-436A-BE58-16A9F9CB4844}"/>
              </a:ext>
            </a:extLst>
          </p:cNvPr>
          <p:cNvSpPr>
            <a:spLocks noGrp="1"/>
          </p:cNvSpPr>
          <p:nvPr>
            <p:ph type="ftr" sz="quarter" idx="11"/>
          </p:nvPr>
        </p:nvSpPr>
        <p:spPr>
          <a:ln/>
        </p:spPr>
        <p:txBody>
          <a:bodyPr/>
          <a:lstStyle>
            <a:lvl1pPr>
              <a:defRPr/>
            </a:lvl1pPr>
          </a:lstStyle>
          <a:p>
            <a:pPr>
              <a:defRPr/>
            </a:pPr>
            <a:endParaRPr lang="zh-CN" altLang="en-US"/>
          </a:p>
        </p:txBody>
      </p:sp>
      <p:sp>
        <p:nvSpPr>
          <p:cNvPr id="9" name="灯片编号占位符 316421">
            <a:extLst>
              <a:ext uri="{FF2B5EF4-FFF2-40B4-BE49-F238E27FC236}">
                <a16:creationId xmlns:a16="http://schemas.microsoft.com/office/drawing/2014/main" id="{87E6F815-33A2-4968-BF28-3E1A24AA0953}"/>
              </a:ext>
            </a:extLst>
          </p:cNvPr>
          <p:cNvSpPr>
            <a:spLocks noGrp="1"/>
          </p:cNvSpPr>
          <p:nvPr>
            <p:ph type="sldNum" sz="quarter" idx="12"/>
          </p:nvPr>
        </p:nvSpPr>
        <p:spPr>
          <a:ln/>
        </p:spPr>
        <p:txBody>
          <a:bodyPr/>
          <a:lstStyle>
            <a:lvl1pPr>
              <a:defRPr/>
            </a:lvl1pPr>
          </a:lstStyle>
          <a:p>
            <a:fld id="{4D46D5AF-43EA-42F4-B7C1-9B5303AF07DD}" type="slidenum">
              <a:rPr lang="zh-CN" altLang="en-US"/>
              <a:pPr/>
              <a:t>‹#›</a:t>
            </a:fld>
            <a:endParaRPr lang="en-US" altLang="zh-CN"/>
          </a:p>
        </p:txBody>
      </p:sp>
    </p:spTree>
    <p:extLst>
      <p:ext uri="{BB962C8B-B14F-4D97-AF65-F5344CB8AC3E}">
        <p14:creationId xmlns:p14="http://schemas.microsoft.com/office/powerpoint/2010/main" val="4151152928"/>
      </p:ext>
    </p:extLst>
  </p:cSld>
  <p:clrMapOvr>
    <a:masterClrMapping/>
  </p:clrMapOvr>
  <p:transition spd="slow">
    <p:randomBar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日期占位符 316419">
            <a:extLst>
              <a:ext uri="{FF2B5EF4-FFF2-40B4-BE49-F238E27FC236}">
                <a16:creationId xmlns:a16="http://schemas.microsoft.com/office/drawing/2014/main" id="{FF78A2A3-3BFE-485D-9979-DC2446D9EC27}"/>
              </a:ext>
            </a:extLst>
          </p:cNvPr>
          <p:cNvSpPr>
            <a:spLocks noGrp="1"/>
          </p:cNvSpPr>
          <p:nvPr>
            <p:ph type="dt" sz="half" idx="10"/>
          </p:nvPr>
        </p:nvSpPr>
        <p:spPr>
          <a:ln/>
        </p:spPr>
        <p:txBody>
          <a:bodyPr/>
          <a:lstStyle>
            <a:lvl1pPr>
              <a:defRPr/>
            </a:lvl1pPr>
          </a:lstStyle>
          <a:p>
            <a:pPr>
              <a:defRPr/>
            </a:pPr>
            <a:endParaRPr lang="zh-CN" altLang="en-US"/>
          </a:p>
        </p:txBody>
      </p:sp>
      <p:sp>
        <p:nvSpPr>
          <p:cNvPr id="4" name="页脚占位符 316420">
            <a:extLst>
              <a:ext uri="{FF2B5EF4-FFF2-40B4-BE49-F238E27FC236}">
                <a16:creationId xmlns:a16="http://schemas.microsoft.com/office/drawing/2014/main" id="{0E21E59F-4D2E-4CF0-A141-990F33623889}"/>
              </a:ext>
            </a:extLst>
          </p:cNvPr>
          <p:cNvSpPr>
            <a:spLocks noGrp="1"/>
          </p:cNvSpPr>
          <p:nvPr>
            <p:ph type="ftr" sz="quarter" idx="11"/>
          </p:nvPr>
        </p:nvSpPr>
        <p:spPr>
          <a:ln/>
        </p:spPr>
        <p:txBody>
          <a:bodyPr/>
          <a:lstStyle>
            <a:lvl1pPr>
              <a:defRPr/>
            </a:lvl1pPr>
          </a:lstStyle>
          <a:p>
            <a:pPr>
              <a:defRPr/>
            </a:pPr>
            <a:endParaRPr lang="zh-CN" altLang="en-US"/>
          </a:p>
        </p:txBody>
      </p:sp>
      <p:sp>
        <p:nvSpPr>
          <p:cNvPr id="5" name="灯片编号占位符 316421">
            <a:extLst>
              <a:ext uri="{FF2B5EF4-FFF2-40B4-BE49-F238E27FC236}">
                <a16:creationId xmlns:a16="http://schemas.microsoft.com/office/drawing/2014/main" id="{6C394873-76E1-445C-94CE-F24DD6B32A18}"/>
              </a:ext>
            </a:extLst>
          </p:cNvPr>
          <p:cNvSpPr>
            <a:spLocks noGrp="1"/>
          </p:cNvSpPr>
          <p:nvPr>
            <p:ph type="sldNum" sz="quarter" idx="12"/>
          </p:nvPr>
        </p:nvSpPr>
        <p:spPr>
          <a:ln/>
        </p:spPr>
        <p:txBody>
          <a:bodyPr/>
          <a:lstStyle>
            <a:lvl1pPr>
              <a:defRPr/>
            </a:lvl1pPr>
          </a:lstStyle>
          <a:p>
            <a:fld id="{D3242742-3794-412B-97CC-A3CAE77886D6}" type="slidenum">
              <a:rPr lang="zh-CN" altLang="en-US"/>
              <a:pPr/>
              <a:t>‹#›</a:t>
            </a:fld>
            <a:endParaRPr lang="en-US" altLang="zh-CN"/>
          </a:p>
        </p:txBody>
      </p:sp>
    </p:spTree>
    <p:extLst>
      <p:ext uri="{BB962C8B-B14F-4D97-AF65-F5344CB8AC3E}">
        <p14:creationId xmlns:p14="http://schemas.microsoft.com/office/powerpoint/2010/main" val="2695542240"/>
      </p:ext>
    </p:extLst>
  </p:cSld>
  <p:clrMapOvr>
    <a:masterClrMapping/>
  </p:clrMapOvr>
  <p:transition spd="slow">
    <p:randomBar dir="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16419">
            <a:extLst>
              <a:ext uri="{FF2B5EF4-FFF2-40B4-BE49-F238E27FC236}">
                <a16:creationId xmlns:a16="http://schemas.microsoft.com/office/drawing/2014/main" id="{263677C5-219C-4F4C-8C90-0AC4C9BD2601}"/>
              </a:ext>
            </a:extLst>
          </p:cNvPr>
          <p:cNvSpPr>
            <a:spLocks noGrp="1"/>
          </p:cNvSpPr>
          <p:nvPr>
            <p:ph type="dt" sz="half" idx="10"/>
          </p:nvPr>
        </p:nvSpPr>
        <p:spPr>
          <a:ln/>
        </p:spPr>
        <p:txBody>
          <a:bodyPr/>
          <a:lstStyle>
            <a:lvl1pPr>
              <a:defRPr/>
            </a:lvl1pPr>
          </a:lstStyle>
          <a:p>
            <a:pPr>
              <a:defRPr/>
            </a:pPr>
            <a:endParaRPr lang="zh-CN" altLang="en-US"/>
          </a:p>
        </p:txBody>
      </p:sp>
      <p:sp>
        <p:nvSpPr>
          <p:cNvPr id="3" name="页脚占位符 316420">
            <a:extLst>
              <a:ext uri="{FF2B5EF4-FFF2-40B4-BE49-F238E27FC236}">
                <a16:creationId xmlns:a16="http://schemas.microsoft.com/office/drawing/2014/main" id="{BA9FD40E-8DBB-480D-8709-FB67752F10EB}"/>
              </a:ext>
            </a:extLst>
          </p:cNvPr>
          <p:cNvSpPr>
            <a:spLocks noGrp="1"/>
          </p:cNvSpPr>
          <p:nvPr>
            <p:ph type="ftr" sz="quarter" idx="11"/>
          </p:nvPr>
        </p:nvSpPr>
        <p:spPr>
          <a:ln/>
        </p:spPr>
        <p:txBody>
          <a:bodyPr/>
          <a:lstStyle>
            <a:lvl1pPr>
              <a:defRPr/>
            </a:lvl1pPr>
          </a:lstStyle>
          <a:p>
            <a:pPr>
              <a:defRPr/>
            </a:pPr>
            <a:endParaRPr lang="zh-CN" altLang="en-US"/>
          </a:p>
        </p:txBody>
      </p:sp>
      <p:sp>
        <p:nvSpPr>
          <p:cNvPr id="4" name="灯片编号占位符 316421">
            <a:extLst>
              <a:ext uri="{FF2B5EF4-FFF2-40B4-BE49-F238E27FC236}">
                <a16:creationId xmlns:a16="http://schemas.microsoft.com/office/drawing/2014/main" id="{62C55844-E53A-41C7-A240-059AEEEB2B2C}"/>
              </a:ext>
            </a:extLst>
          </p:cNvPr>
          <p:cNvSpPr>
            <a:spLocks noGrp="1"/>
          </p:cNvSpPr>
          <p:nvPr>
            <p:ph type="sldNum" sz="quarter" idx="12"/>
          </p:nvPr>
        </p:nvSpPr>
        <p:spPr>
          <a:ln/>
        </p:spPr>
        <p:txBody>
          <a:bodyPr/>
          <a:lstStyle>
            <a:lvl1pPr>
              <a:defRPr/>
            </a:lvl1pPr>
          </a:lstStyle>
          <a:p>
            <a:fld id="{61B2AFD1-3076-48F6-80C3-00A902692EF9}" type="slidenum">
              <a:rPr lang="zh-CN" altLang="en-US"/>
              <a:pPr/>
              <a:t>‹#›</a:t>
            </a:fld>
            <a:endParaRPr lang="en-US" altLang="zh-CN"/>
          </a:p>
        </p:txBody>
      </p:sp>
    </p:spTree>
    <p:extLst>
      <p:ext uri="{BB962C8B-B14F-4D97-AF65-F5344CB8AC3E}">
        <p14:creationId xmlns:p14="http://schemas.microsoft.com/office/powerpoint/2010/main" val="2629362220"/>
      </p:ext>
    </p:extLst>
  </p:cSld>
  <p:clrMapOvr>
    <a:masterClrMapping/>
  </p:clrMapOvr>
  <p:transition spd="slow">
    <p:randomBar dir="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16419">
            <a:extLst>
              <a:ext uri="{FF2B5EF4-FFF2-40B4-BE49-F238E27FC236}">
                <a16:creationId xmlns:a16="http://schemas.microsoft.com/office/drawing/2014/main" id="{8F094A89-6D70-4DCF-9D89-5E231983BE7D}"/>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316420">
            <a:extLst>
              <a:ext uri="{FF2B5EF4-FFF2-40B4-BE49-F238E27FC236}">
                <a16:creationId xmlns:a16="http://schemas.microsoft.com/office/drawing/2014/main" id="{105034B6-9497-47B8-8425-1DB61F096C15}"/>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316421">
            <a:extLst>
              <a:ext uri="{FF2B5EF4-FFF2-40B4-BE49-F238E27FC236}">
                <a16:creationId xmlns:a16="http://schemas.microsoft.com/office/drawing/2014/main" id="{F997C91F-9845-47B3-9A96-B3248B9C205C}"/>
              </a:ext>
            </a:extLst>
          </p:cNvPr>
          <p:cNvSpPr>
            <a:spLocks noGrp="1"/>
          </p:cNvSpPr>
          <p:nvPr>
            <p:ph type="sldNum" sz="quarter" idx="12"/>
          </p:nvPr>
        </p:nvSpPr>
        <p:spPr>
          <a:ln/>
        </p:spPr>
        <p:txBody>
          <a:bodyPr/>
          <a:lstStyle>
            <a:lvl1pPr>
              <a:defRPr/>
            </a:lvl1pPr>
          </a:lstStyle>
          <a:p>
            <a:fld id="{452E41A3-C802-42D1-A92E-04F22F7575F1}" type="slidenum">
              <a:rPr lang="zh-CN" altLang="en-US"/>
              <a:pPr/>
              <a:t>‹#›</a:t>
            </a:fld>
            <a:endParaRPr lang="en-US" altLang="zh-CN"/>
          </a:p>
        </p:txBody>
      </p:sp>
    </p:spTree>
    <p:extLst>
      <p:ext uri="{BB962C8B-B14F-4D97-AF65-F5344CB8AC3E}">
        <p14:creationId xmlns:p14="http://schemas.microsoft.com/office/powerpoint/2010/main" val="2672440615"/>
      </p:ext>
    </p:extLst>
  </p:cSld>
  <p:clrMapOvr>
    <a:masterClrMapping/>
  </p:clrMapOvr>
  <p:transition spd="slow">
    <p:randomBar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ormAutofit/>
          </a:bodyPr>
          <a:lstStyle>
            <a:lvl1pPr>
              <a:defRPr sz="3000"/>
            </a:lvl1pPr>
          </a:lstStyle>
          <a:p>
            <a:r>
              <a:rPr lang="zh-CN" altLang="en-US" dirty="0"/>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316419">
            <a:extLst>
              <a:ext uri="{FF2B5EF4-FFF2-40B4-BE49-F238E27FC236}">
                <a16:creationId xmlns:a16="http://schemas.microsoft.com/office/drawing/2014/main" id="{DB23D355-D5F0-4E44-A03A-44FEBFFBAD0E}"/>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316420">
            <a:extLst>
              <a:ext uri="{FF2B5EF4-FFF2-40B4-BE49-F238E27FC236}">
                <a16:creationId xmlns:a16="http://schemas.microsoft.com/office/drawing/2014/main" id="{D12E5480-8E69-4C56-AAD0-D83F00A050BD}"/>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316421">
            <a:extLst>
              <a:ext uri="{FF2B5EF4-FFF2-40B4-BE49-F238E27FC236}">
                <a16:creationId xmlns:a16="http://schemas.microsoft.com/office/drawing/2014/main" id="{83F3F562-3DF1-4159-8418-21C7448A71BD}"/>
              </a:ext>
            </a:extLst>
          </p:cNvPr>
          <p:cNvSpPr>
            <a:spLocks noGrp="1"/>
          </p:cNvSpPr>
          <p:nvPr>
            <p:ph type="sldNum" sz="quarter" idx="12"/>
          </p:nvPr>
        </p:nvSpPr>
        <p:spPr>
          <a:ln/>
        </p:spPr>
        <p:txBody>
          <a:bodyPr/>
          <a:lstStyle>
            <a:lvl1pPr>
              <a:defRPr/>
            </a:lvl1pPr>
          </a:lstStyle>
          <a:p>
            <a:fld id="{A596F52B-4805-4CF0-954F-11A05D5E933E}" type="slidenum">
              <a:rPr lang="zh-CN" altLang="en-US"/>
              <a:pPr/>
              <a:t>‹#›</a:t>
            </a:fld>
            <a:endParaRPr lang="en-US" altLang="zh-CN"/>
          </a:p>
        </p:txBody>
      </p:sp>
    </p:spTree>
    <p:extLst>
      <p:ext uri="{BB962C8B-B14F-4D97-AF65-F5344CB8AC3E}">
        <p14:creationId xmlns:p14="http://schemas.microsoft.com/office/powerpoint/2010/main" val="2585068222"/>
      </p:ext>
    </p:extLst>
  </p:cSld>
  <p:clrMapOvr>
    <a:masterClrMapping/>
  </p:clrMapOvr>
  <p:transition spd="slow">
    <p:randomBar dir="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16419">
            <a:extLst>
              <a:ext uri="{FF2B5EF4-FFF2-40B4-BE49-F238E27FC236}">
                <a16:creationId xmlns:a16="http://schemas.microsoft.com/office/drawing/2014/main" id="{65A5FCC4-7F93-4D18-A6AF-9E24D19AD0FE}"/>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316420">
            <a:extLst>
              <a:ext uri="{FF2B5EF4-FFF2-40B4-BE49-F238E27FC236}">
                <a16:creationId xmlns:a16="http://schemas.microsoft.com/office/drawing/2014/main" id="{A6DB824D-1AAA-453E-8C78-3436D8514D5A}"/>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316421">
            <a:extLst>
              <a:ext uri="{FF2B5EF4-FFF2-40B4-BE49-F238E27FC236}">
                <a16:creationId xmlns:a16="http://schemas.microsoft.com/office/drawing/2014/main" id="{166119E1-B3E9-4D4D-998C-9F802037F88E}"/>
              </a:ext>
            </a:extLst>
          </p:cNvPr>
          <p:cNvSpPr>
            <a:spLocks noGrp="1"/>
          </p:cNvSpPr>
          <p:nvPr>
            <p:ph type="sldNum" sz="quarter" idx="12"/>
          </p:nvPr>
        </p:nvSpPr>
        <p:spPr>
          <a:ln/>
        </p:spPr>
        <p:txBody>
          <a:bodyPr/>
          <a:lstStyle>
            <a:lvl1pPr>
              <a:defRPr/>
            </a:lvl1pPr>
          </a:lstStyle>
          <a:p>
            <a:fld id="{BF29BC21-220A-44AB-B640-102207C0E6A4}" type="slidenum">
              <a:rPr lang="zh-CN" altLang="en-US"/>
              <a:pPr/>
              <a:t>‹#›</a:t>
            </a:fld>
            <a:endParaRPr lang="en-US" altLang="zh-CN"/>
          </a:p>
        </p:txBody>
      </p:sp>
    </p:spTree>
    <p:extLst>
      <p:ext uri="{BB962C8B-B14F-4D97-AF65-F5344CB8AC3E}">
        <p14:creationId xmlns:p14="http://schemas.microsoft.com/office/powerpoint/2010/main" val="3541978328"/>
      </p:ext>
    </p:extLst>
  </p:cSld>
  <p:clrMapOvr>
    <a:masterClrMapping/>
  </p:clrMapOvr>
  <p:transition spd="slow">
    <p:randomBar dir="ver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16419">
            <a:extLst>
              <a:ext uri="{FF2B5EF4-FFF2-40B4-BE49-F238E27FC236}">
                <a16:creationId xmlns:a16="http://schemas.microsoft.com/office/drawing/2014/main" id="{76E0B9E6-90D3-4F17-B8E8-CCB3A02BF3FF}"/>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316420">
            <a:extLst>
              <a:ext uri="{FF2B5EF4-FFF2-40B4-BE49-F238E27FC236}">
                <a16:creationId xmlns:a16="http://schemas.microsoft.com/office/drawing/2014/main" id="{E761D859-DA78-4A38-A9A2-2E5199BC3E5B}"/>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316421">
            <a:extLst>
              <a:ext uri="{FF2B5EF4-FFF2-40B4-BE49-F238E27FC236}">
                <a16:creationId xmlns:a16="http://schemas.microsoft.com/office/drawing/2014/main" id="{3E103687-7B9A-4CA9-B2C3-97F18CAA7485}"/>
              </a:ext>
            </a:extLst>
          </p:cNvPr>
          <p:cNvSpPr>
            <a:spLocks noGrp="1"/>
          </p:cNvSpPr>
          <p:nvPr>
            <p:ph type="sldNum" sz="quarter" idx="12"/>
          </p:nvPr>
        </p:nvSpPr>
        <p:spPr>
          <a:ln/>
        </p:spPr>
        <p:txBody>
          <a:bodyPr/>
          <a:lstStyle>
            <a:lvl1pPr>
              <a:defRPr/>
            </a:lvl1pPr>
          </a:lstStyle>
          <a:p>
            <a:fld id="{60676A0F-DA45-4E02-893A-1BC559CA6B9C}" type="slidenum">
              <a:rPr lang="zh-CN" altLang="en-US"/>
              <a:pPr/>
              <a:t>‹#›</a:t>
            </a:fld>
            <a:endParaRPr lang="en-US" altLang="zh-CN"/>
          </a:p>
        </p:txBody>
      </p:sp>
    </p:spTree>
    <p:extLst>
      <p:ext uri="{BB962C8B-B14F-4D97-AF65-F5344CB8AC3E}">
        <p14:creationId xmlns:p14="http://schemas.microsoft.com/office/powerpoint/2010/main" val="1980575855"/>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8194" name="标题 11265">
            <a:extLst>
              <a:ext uri="{FF2B5EF4-FFF2-40B4-BE49-F238E27FC236}">
                <a16:creationId xmlns:a16="http://schemas.microsoft.com/office/drawing/2014/main" id="{0A484661-A7FB-4486-8050-7E2013BAC1D9}"/>
              </a:ext>
            </a:extLst>
          </p:cNvPr>
          <p:cNvSpPr>
            <a:spLocks noGrp="1"/>
          </p:cNvSpPr>
          <p:nvPr>
            <p:ph type="title"/>
          </p:nvPr>
        </p:nvSpPr>
        <p:spPr bwMode="auto">
          <a:xfrm>
            <a:off x="539750" y="115888"/>
            <a:ext cx="8001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8195" name="文本占位符 11266">
            <a:extLst>
              <a:ext uri="{FF2B5EF4-FFF2-40B4-BE49-F238E27FC236}">
                <a16:creationId xmlns:a16="http://schemas.microsoft.com/office/drawing/2014/main" id="{838252D3-3733-42C1-AE4A-6920A16894E9}"/>
              </a:ext>
            </a:extLst>
          </p:cNvPr>
          <p:cNvSpPr>
            <a:spLocks noGrp="1"/>
          </p:cNvSpPr>
          <p:nvPr>
            <p:ph type="body" idx="1"/>
          </p:nvPr>
        </p:nvSpPr>
        <p:spPr bwMode="auto">
          <a:xfrm>
            <a:off x="539750" y="1225550"/>
            <a:ext cx="80010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269" name="直接连接符 11268">
            <a:extLst>
              <a:ext uri="{FF2B5EF4-FFF2-40B4-BE49-F238E27FC236}">
                <a16:creationId xmlns:a16="http://schemas.microsoft.com/office/drawing/2014/main" id="{080697F6-47E5-4050-9737-B50FC2FA261E}"/>
              </a:ext>
            </a:extLst>
          </p:cNvPr>
          <p:cNvSpPr/>
          <p:nvPr/>
        </p:nvSpPr>
        <p:spPr>
          <a:xfrm flipV="1">
            <a:off x="611188" y="6453188"/>
            <a:ext cx="7924800" cy="0"/>
          </a:xfrm>
          <a:prstGeom prst="line">
            <a:avLst/>
          </a:prstGeom>
          <a:ln w="3175" cap="flat" cmpd="sng">
            <a:solidFill>
              <a:schemeClr val="accent2"/>
            </a:solidFill>
            <a:prstDash val="solid"/>
            <a:headEnd type="none" w="med" len="med"/>
            <a:tailEnd type="none" w="med" len="med"/>
          </a:ln>
        </p:spPr>
        <p:txBody>
          <a:bodyPr/>
          <a:lstStyle/>
          <a:p>
            <a:pPr>
              <a:spcBef>
                <a:spcPct val="50000"/>
              </a:spcBef>
              <a:defRPr/>
            </a:pPr>
            <a:endParaRPr lang="zh-CN" altLang="en-US"/>
          </a:p>
        </p:txBody>
      </p:sp>
      <p:sp>
        <p:nvSpPr>
          <p:cNvPr id="11270" name="日期占位符 11269">
            <a:extLst>
              <a:ext uri="{FF2B5EF4-FFF2-40B4-BE49-F238E27FC236}">
                <a16:creationId xmlns:a16="http://schemas.microsoft.com/office/drawing/2014/main" id="{E2949304-B1D8-4396-A130-78668EB27547}"/>
              </a:ext>
            </a:extLst>
          </p:cNvPr>
          <p:cNvSpPr>
            <a:spLocks noGrp="1"/>
          </p:cNvSpPr>
          <p:nvPr>
            <p:ph type="dt" sz="half" idx="2"/>
          </p:nvPr>
        </p:nvSpPr>
        <p:spPr>
          <a:xfrm>
            <a:off x="609600" y="6245225"/>
            <a:ext cx="1981200" cy="476250"/>
          </a:xfrm>
          <a:prstGeom prst="rect">
            <a:avLst/>
          </a:prstGeom>
          <a:noFill/>
          <a:ln w="9525">
            <a:noFill/>
            <a:miter/>
          </a:ln>
        </p:spPr>
        <p:txBody>
          <a:bodyPr/>
          <a:lstStyle>
            <a:lvl1pPr>
              <a:spcBef>
                <a:spcPct val="50000"/>
              </a:spcBef>
              <a:defRPr sz="1200" dirty="0">
                <a:latin typeface="Verdana" pitchFamily="34" charset="0"/>
              </a:defRPr>
            </a:lvl1pPr>
          </a:lstStyle>
          <a:p>
            <a:pPr>
              <a:defRPr/>
            </a:pPr>
            <a:endParaRPr lang="zh-CN" altLang="en-US"/>
          </a:p>
        </p:txBody>
      </p:sp>
      <p:sp>
        <p:nvSpPr>
          <p:cNvPr id="11271" name="页脚占位符 11270">
            <a:extLst>
              <a:ext uri="{FF2B5EF4-FFF2-40B4-BE49-F238E27FC236}">
                <a16:creationId xmlns:a16="http://schemas.microsoft.com/office/drawing/2014/main" id="{9713D177-D5B2-4062-A1EC-6D9A0006DCB9}"/>
              </a:ext>
            </a:extLst>
          </p:cNvPr>
          <p:cNvSpPr>
            <a:spLocks noGrp="1"/>
          </p:cNvSpPr>
          <p:nvPr>
            <p:ph type="ftr" sz="quarter" idx="3"/>
          </p:nvPr>
        </p:nvSpPr>
        <p:spPr>
          <a:xfrm>
            <a:off x="3124200" y="6245225"/>
            <a:ext cx="2895600" cy="476250"/>
          </a:xfrm>
          <a:prstGeom prst="rect">
            <a:avLst/>
          </a:prstGeom>
          <a:noFill/>
          <a:ln w="9525">
            <a:noFill/>
            <a:miter/>
          </a:ln>
        </p:spPr>
        <p:txBody>
          <a:bodyPr/>
          <a:lstStyle>
            <a:lvl1pPr algn="ctr">
              <a:spcBef>
                <a:spcPct val="50000"/>
              </a:spcBef>
              <a:defRPr sz="1200" dirty="0">
                <a:latin typeface="Verdana" pitchFamily="34" charset="0"/>
              </a:defRPr>
            </a:lvl1pPr>
          </a:lstStyle>
          <a:p>
            <a:pPr>
              <a:defRPr/>
            </a:pPr>
            <a:endParaRPr lang="zh-CN" altLang="en-US"/>
          </a:p>
        </p:txBody>
      </p:sp>
      <p:sp>
        <p:nvSpPr>
          <p:cNvPr id="11272" name="灯片编号占位符 11271">
            <a:extLst>
              <a:ext uri="{FF2B5EF4-FFF2-40B4-BE49-F238E27FC236}">
                <a16:creationId xmlns:a16="http://schemas.microsoft.com/office/drawing/2014/main" id="{E40E324B-60B2-441A-8C5B-8F0C533E377F}"/>
              </a:ext>
            </a:extLst>
          </p:cNvPr>
          <p:cNvSpPr>
            <a:spLocks noGrp="1"/>
          </p:cNvSpPr>
          <p:nvPr>
            <p:ph type="sldNum" sz="quarter" idx="4"/>
          </p:nvPr>
        </p:nvSpPr>
        <p:spPr>
          <a:xfrm>
            <a:off x="7127304" y="6245225"/>
            <a:ext cx="1981200" cy="476250"/>
          </a:xfrm>
          <a:prstGeom prst="rect">
            <a:avLst/>
          </a:prstGeom>
          <a:noFill/>
          <a:ln w="9525">
            <a:noFill/>
            <a:miter/>
          </a:ln>
        </p:spPr>
        <p:txBody>
          <a:bodyPr vert="horz" wrap="square" lIns="91440" tIns="45720" rIns="91440" bIns="45720" numCol="1" anchor="t" anchorCtr="0" compatLnSpc="1">
            <a:prstTxWarp prst="textNoShape">
              <a:avLst/>
            </a:prstTxWarp>
          </a:bodyPr>
          <a:lstStyle>
            <a:lvl1pPr algn="r">
              <a:spcBef>
                <a:spcPct val="50000"/>
              </a:spcBef>
              <a:defRPr sz="1800">
                <a:solidFill>
                  <a:schemeClr val="tx1"/>
                </a:solidFill>
                <a:latin typeface="Verdana" panose="020B0604030504040204" pitchFamily="34" charset="0"/>
              </a:defRPr>
            </a:lvl1pPr>
          </a:lstStyle>
          <a:p>
            <a:fld id="{94B2C666-EF4C-4886-8F63-F9A465314ACE}" type="slidenum">
              <a:rPr lang="zh-CN" altLang="en-US"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9" r:id="rId1"/>
    <p:sldLayoutId id="2147483696" r:id="rId2"/>
    <p:sldLayoutId id="2147483695" r:id="rId3"/>
    <p:sldLayoutId id="2147483694" r:id="rId4"/>
    <p:sldLayoutId id="2147483693" r:id="rId5"/>
    <p:sldLayoutId id="2147483692" r:id="rId6"/>
    <p:sldLayoutId id="2147483691" r:id="rId7"/>
    <p:sldLayoutId id="2147483690" r:id="rId8"/>
    <p:sldLayoutId id="2147483689" r:id="rId9"/>
    <p:sldLayoutId id="2147483688" r:id="rId10"/>
    <p:sldLayoutId id="2147483687" r:id="rId11"/>
    <p:sldLayoutId id="2147483686" r:id="rId12"/>
  </p:sldLayoutIdLst>
  <p:transition spd="slow">
    <p:randomBar dir="vert"/>
  </p:transition>
  <p:hf sldNum="0" hdr="0" ftr="0" dt="0"/>
  <p:txStyles>
    <p:titleStyle>
      <a:lvl1pPr algn="l" rtl="0" fontAlgn="base">
        <a:spcBef>
          <a:spcPct val="0"/>
        </a:spcBef>
        <a:spcAft>
          <a:spcPct val="0"/>
        </a:spcAft>
        <a:buClr>
          <a:srgbClr val="000000"/>
        </a:buClr>
        <a:defRPr sz="3800" kern="1200">
          <a:solidFill>
            <a:schemeClr val="tx2"/>
          </a:solidFill>
          <a:latin typeface="+mj-lt"/>
          <a:ea typeface="+mj-ea"/>
          <a:cs typeface="+mj-cs"/>
        </a:defRPr>
      </a:lvl1pPr>
      <a:lvl2pPr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buClr>
          <a:srgbClr val="000000"/>
        </a:buClr>
        <a:defRPr sz="3800">
          <a:solidFill>
            <a:schemeClr val="tx2"/>
          </a:solidFill>
          <a:latin typeface="Arial" panose="020B0604020202020204" pitchFamily="34" charset="0"/>
          <a:ea typeface="宋体" panose="02010600030101010101" pitchFamily="2" charset="-122"/>
        </a:defRPr>
      </a:lvl9pPr>
    </p:titleStyle>
    <p:bodyStyle>
      <a:lvl1pPr marL="469900" indent="-469900" algn="l" rtl="0" fontAlgn="base">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lvl="1" indent="-434975" algn="l" rtl="0" fontAlgn="base">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lvl="2" indent="-393700" algn="l" rtl="0" fontAlgn="base">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lvl="3" indent="-387350" algn="l" rtl="0" fontAlgn="base">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lvl="4" indent="-398463" algn="l" rtl="0" fontAlgn="base">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2pPr>
      <a:lvl3pPr marL="914400" lvl="2"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3pPr>
      <a:lvl4pPr marL="1371600" lvl="3"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4pPr>
      <a:lvl5pPr marL="1828800" lvl="4"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5pPr>
      <a:lvl6pPr marL="2286000" lvl="5"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6pPr>
      <a:lvl7pPr marL="2743200" lvl="6"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7pPr>
      <a:lvl8pPr marL="3200400" lvl="7"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8pPr>
      <a:lvl9pPr marL="3657600" lvl="8"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9218" name="标题 316417">
            <a:extLst>
              <a:ext uri="{FF2B5EF4-FFF2-40B4-BE49-F238E27FC236}">
                <a16:creationId xmlns:a16="http://schemas.microsoft.com/office/drawing/2014/main" id="{B1C7A295-9510-4E79-9C7D-C8BB32A186F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219" name="文本占位符 316418">
            <a:extLst>
              <a:ext uri="{FF2B5EF4-FFF2-40B4-BE49-F238E27FC236}">
                <a16:creationId xmlns:a16="http://schemas.microsoft.com/office/drawing/2014/main" id="{5CB033E6-9C2D-43BC-A4A5-41FEF127FBEF}"/>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6420" name="日期占位符 316419">
            <a:extLst>
              <a:ext uri="{FF2B5EF4-FFF2-40B4-BE49-F238E27FC236}">
                <a16:creationId xmlns:a16="http://schemas.microsoft.com/office/drawing/2014/main" id="{82A546C8-CC5F-4427-B827-6F362843E310}"/>
              </a:ext>
            </a:extLst>
          </p:cNvPr>
          <p:cNvSpPr>
            <a:spLocks noGrp="1"/>
          </p:cNvSpPr>
          <p:nvPr>
            <p:ph type="dt" sz="half" idx="2"/>
          </p:nvPr>
        </p:nvSpPr>
        <p:spPr>
          <a:xfrm>
            <a:off x="457200" y="6245225"/>
            <a:ext cx="2133600" cy="476250"/>
          </a:xfrm>
          <a:prstGeom prst="rect">
            <a:avLst/>
          </a:prstGeom>
          <a:noFill/>
          <a:ln w="9525">
            <a:noFill/>
            <a:miter/>
          </a:ln>
        </p:spPr>
        <p:txBody>
          <a:bodyPr/>
          <a:lstStyle>
            <a:lvl1pPr>
              <a:spcBef>
                <a:spcPct val="50000"/>
              </a:spcBef>
              <a:defRPr sz="1400" dirty="0"/>
            </a:lvl1pPr>
          </a:lstStyle>
          <a:p>
            <a:pPr>
              <a:defRPr/>
            </a:pPr>
            <a:endParaRPr lang="zh-CN" altLang="en-US"/>
          </a:p>
        </p:txBody>
      </p:sp>
      <p:sp>
        <p:nvSpPr>
          <p:cNvPr id="316421" name="页脚占位符 316420">
            <a:extLst>
              <a:ext uri="{FF2B5EF4-FFF2-40B4-BE49-F238E27FC236}">
                <a16:creationId xmlns:a16="http://schemas.microsoft.com/office/drawing/2014/main" id="{B8A44435-BF29-424E-8F90-D5AE15AD4B0E}"/>
              </a:ext>
            </a:extLst>
          </p:cNvPr>
          <p:cNvSpPr>
            <a:spLocks noGrp="1"/>
          </p:cNvSpPr>
          <p:nvPr>
            <p:ph type="ftr" sz="quarter" idx="3"/>
          </p:nvPr>
        </p:nvSpPr>
        <p:spPr>
          <a:xfrm>
            <a:off x="3124200" y="6245225"/>
            <a:ext cx="2895600" cy="476250"/>
          </a:xfrm>
          <a:prstGeom prst="rect">
            <a:avLst/>
          </a:prstGeom>
          <a:noFill/>
          <a:ln w="9525">
            <a:noFill/>
            <a:miter/>
          </a:ln>
        </p:spPr>
        <p:txBody>
          <a:bodyPr/>
          <a:lstStyle>
            <a:lvl1pPr algn="ctr">
              <a:spcBef>
                <a:spcPct val="50000"/>
              </a:spcBef>
              <a:defRPr sz="1400" dirty="0"/>
            </a:lvl1pPr>
          </a:lstStyle>
          <a:p>
            <a:pPr>
              <a:defRPr/>
            </a:pPr>
            <a:endParaRPr lang="zh-CN" altLang="en-US"/>
          </a:p>
        </p:txBody>
      </p:sp>
      <p:sp>
        <p:nvSpPr>
          <p:cNvPr id="316422" name="灯片编号占位符 316421">
            <a:extLst>
              <a:ext uri="{FF2B5EF4-FFF2-40B4-BE49-F238E27FC236}">
                <a16:creationId xmlns:a16="http://schemas.microsoft.com/office/drawing/2014/main" id="{3A9BDA83-756C-4E06-B05E-7D656937A5A7}"/>
              </a:ext>
            </a:extLst>
          </p:cNvPr>
          <p:cNvSpPr>
            <a:spLocks noGrp="1"/>
          </p:cNvSpPr>
          <p:nvPr>
            <p:ph type="sldNum" sz="quarter" idx="4"/>
          </p:nvPr>
        </p:nvSpPr>
        <p:spPr>
          <a:xfrm>
            <a:off x="6974904" y="6245225"/>
            <a:ext cx="2133600" cy="476250"/>
          </a:xfrm>
          <a:prstGeom prst="rect">
            <a:avLst/>
          </a:prstGeom>
          <a:noFill/>
          <a:ln w="9525">
            <a:noFill/>
            <a:miter/>
          </a:ln>
        </p:spPr>
        <p:txBody>
          <a:bodyPr vert="horz" wrap="square" lIns="91440" tIns="45720" rIns="91440" bIns="45720" numCol="1" anchor="t" anchorCtr="0" compatLnSpc="1">
            <a:prstTxWarp prst="textNoShape">
              <a:avLst/>
            </a:prstTxWarp>
          </a:bodyPr>
          <a:lstStyle>
            <a:lvl1pPr algn="r">
              <a:spcBef>
                <a:spcPct val="50000"/>
              </a:spcBef>
              <a:defRPr sz="1800">
                <a:solidFill>
                  <a:schemeClr val="tx1"/>
                </a:solidFill>
              </a:defRPr>
            </a:lvl1pPr>
          </a:lstStyle>
          <a:p>
            <a:fld id="{C01F13A5-1DB0-4E78-98CA-0071F779879C}" type="slidenum">
              <a:rPr lang="zh-CN" altLang="en-US"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07" r:id="rId1"/>
    <p:sldLayoutId id="2147483706" r:id="rId2"/>
    <p:sldLayoutId id="2147483705" r:id="rId3"/>
    <p:sldLayoutId id="2147483704" r:id="rId4"/>
    <p:sldLayoutId id="2147483703" r:id="rId5"/>
    <p:sldLayoutId id="2147483702" r:id="rId6"/>
    <p:sldLayoutId id="2147483701" r:id="rId7"/>
    <p:sldLayoutId id="2147483700" r:id="rId8"/>
    <p:sldLayoutId id="2147483699" r:id="rId9"/>
    <p:sldLayoutId id="2147483698" r:id="rId10"/>
    <p:sldLayoutId id="2147483697" r:id="rId11"/>
  </p:sldLayoutIdLst>
  <p:transition spd="slow">
    <p:randomBar dir="vert"/>
  </p:transition>
  <p:hf sldNum="0" hdr="0" ftr="0" dt="0"/>
  <p:txStyles>
    <p:titleStyle>
      <a:lvl1pPr algn="ctr" rtl="0" fontAlgn="base">
        <a:spcBef>
          <a:spcPct val="0"/>
        </a:spcBef>
        <a:spcAft>
          <a:spcPct val="0"/>
        </a:spcAft>
        <a:buClr>
          <a:srgbClr val="000000"/>
        </a:buClr>
        <a:defRPr sz="4400" kern="1200">
          <a:solidFill>
            <a:schemeClr val="tx2"/>
          </a:solidFill>
          <a:latin typeface="+mj-lt"/>
          <a:ea typeface="+mj-ea"/>
          <a:cs typeface="+mj-cs"/>
        </a:defRPr>
      </a:lvl1pPr>
      <a:lvl2pPr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buClr>
          <a:srgbClr val="000000"/>
        </a:buClr>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lvl="1" indent="-285750" algn="l" rtl="0" fontAlgn="base">
        <a:spcBef>
          <a:spcPct val="20000"/>
        </a:spcBef>
        <a:spcAft>
          <a:spcPct val="0"/>
        </a:spcAft>
        <a:buChar char="–"/>
        <a:defRPr sz="2800" kern="1200">
          <a:solidFill>
            <a:schemeClr val="tx1"/>
          </a:solidFill>
          <a:latin typeface="+mn-lt"/>
          <a:ea typeface="+mn-ea"/>
          <a:cs typeface="+mn-cs"/>
        </a:defRPr>
      </a:lvl2pPr>
      <a:lvl3pPr marL="1143000" lvl="2" indent="-228600" algn="l" rtl="0" fontAlgn="base">
        <a:spcBef>
          <a:spcPct val="20000"/>
        </a:spcBef>
        <a:spcAft>
          <a:spcPct val="0"/>
        </a:spcAft>
        <a:buChar char="•"/>
        <a:defRPr sz="2400" kern="1200">
          <a:solidFill>
            <a:schemeClr val="tx1"/>
          </a:solidFill>
          <a:latin typeface="+mn-lt"/>
          <a:ea typeface="+mn-ea"/>
          <a:cs typeface="+mn-cs"/>
        </a:defRPr>
      </a:lvl3pPr>
      <a:lvl4pPr marL="1600200" lvl="3" indent="-228600" algn="l" rtl="0" fontAlgn="base">
        <a:spcBef>
          <a:spcPct val="20000"/>
        </a:spcBef>
        <a:spcAft>
          <a:spcPct val="0"/>
        </a:spcAft>
        <a:buChar char="–"/>
        <a:defRPr sz="2000" kern="1200">
          <a:solidFill>
            <a:schemeClr val="tx1"/>
          </a:solidFill>
          <a:latin typeface="+mn-lt"/>
          <a:ea typeface="+mn-ea"/>
          <a:cs typeface="+mn-cs"/>
        </a:defRPr>
      </a:lvl4pPr>
      <a:lvl5pPr marL="2057400" lvl="4" indent="-228600" algn="l" rtl="0" fontAlgn="base">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2pPr>
      <a:lvl3pPr marL="914400" lvl="2"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3pPr>
      <a:lvl4pPr marL="1371600" lvl="3"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4pPr>
      <a:lvl5pPr marL="1828800" lvl="4"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5pPr>
      <a:lvl6pPr marL="2286000" lvl="5"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6pPr>
      <a:lvl7pPr marL="2743200" lvl="6"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7pPr>
      <a:lvl8pPr marL="3200400" lvl="7"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8pPr>
      <a:lvl9pPr marL="3657600" lvl="8" indent="0" algn="l" defTabSz="914400" eaLnBrk="1" fontAlgn="base" latinLnBrk="0" hangingPunct="1">
        <a:spcBef>
          <a:spcPct val="50000"/>
        </a:spcBef>
        <a:spcAft>
          <a:spcPct val="0"/>
        </a:spcAft>
        <a:buNone/>
        <a:defRPr sz="1800" b="0" i="0" u="none" kern="1200" baseline="0">
          <a:solidFill>
            <a:schemeClr val="bg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3073">
            <a:extLst>
              <a:ext uri="{FF2B5EF4-FFF2-40B4-BE49-F238E27FC236}">
                <a16:creationId xmlns:a16="http://schemas.microsoft.com/office/drawing/2014/main" id="{1271229B-365F-4717-A083-97B0615B4C99}"/>
              </a:ext>
            </a:extLst>
          </p:cNvPr>
          <p:cNvSpPr>
            <a:spLocks noGrp="1"/>
          </p:cNvSpPr>
          <p:nvPr>
            <p:ph type="ctrTitle"/>
          </p:nvPr>
        </p:nvSpPr>
        <p:spPr>
          <a:xfrm>
            <a:off x="683418" y="332656"/>
            <a:ext cx="7920038" cy="664245"/>
          </a:xfrm>
          <a:ln/>
        </p:spPr>
        <p:txBody>
          <a:bodyPr/>
          <a:lstStyle/>
          <a:p>
            <a:pPr algn="ctr"/>
            <a:br>
              <a:rPr lang="en-US" altLang="zh-CN" dirty="0">
                <a:solidFill>
                  <a:schemeClr val="tx1"/>
                </a:solidFill>
                <a:latin typeface="Verdana" panose="020B0604030504040204" pitchFamily="34" charset="0"/>
              </a:rPr>
            </a:br>
            <a:br>
              <a:rPr lang="en-US" altLang="zh-CN" dirty="0">
                <a:solidFill>
                  <a:schemeClr val="tx1"/>
                </a:solidFill>
                <a:latin typeface="Verdana" panose="020B0604030504040204" pitchFamily="34" charset="0"/>
              </a:rPr>
            </a:br>
            <a:r>
              <a:rPr lang="zh-CN" altLang="en-US" dirty="0">
                <a:solidFill>
                  <a:schemeClr val="tx1"/>
                </a:solidFill>
                <a:latin typeface="Verdana" panose="020B0604030504040204" pitchFamily="34" charset="0"/>
              </a:rPr>
              <a:t>第</a:t>
            </a:r>
            <a:r>
              <a:rPr lang="en-US" altLang="zh-CN" dirty="0">
                <a:solidFill>
                  <a:schemeClr val="tx1"/>
                </a:solidFill>
                <a:latin typeface="Verdana" panose="020B0604030504040204" pitchFamily="34" charset="0"/>
              </a:rPr>
              <a:t>3</a:t>
            </a:r>
            <a:r>
              <a:rPr lang="zh-CN" altLang="en-US" dirty="0">
                <a:solidFill>
                  <a:schemeClr val="tx1"/>
                </a:solidFill>
                <a:latin typeface="Verdana" panose="020B0604030504040204" pitchFamily="34" charset="0"/>
              </a:rPr>
              <a:t>章 数据链路层</a:t>
            </a:r>
            <a:endParaRPr lang="en-US" altLang="zh-CN" dirty="0">
              <a:solidFill>
                <a:schemeClr val="tx1"/>
              </a:solidFill>
              <a:latin typeface="Verdana" panose="020B0604030504040204" pitchFamily="34" charset="0"/>
            </a:endParaRPr>
          </a:p>
        </p:txBody>
      </p:sp>
      <p:sp>
        <p:nvSpPr>
          <p:cNvPr id="63" name="内容占位符 2">
            <a:extLst>
              <a:ext uri="{FF2B5EF4-FFF2-40B4-BE49-F238E27FC236}">
                <a16:creationId xmlns:a16="http://schemas.microsoft.com/office/drawing/2014/main" id="{01F999A4-153F-42E2-B2C1-0516BEDE903B}"/>
              </a:ext>
            </a:extLst>
          </p:cNvPr>
          <p:cNvSpPr txBox="1">
            <a:spLocks/>
          </p:cNvSpPr>
          <p:nvPr/>
        </p:nvSpPr>
        <p:spPr>
          <a:xfrm>
            <a:off x="107504" y="1701279"/>
            <a:ext cx="4176464" cy="2663825"/>
          </a:xfrm>
          <a:prstGeom prst="rect">
            <a:avLst/>
          </a:prstGeom>
        </p:spPr>
        <p:txBody>
          <a:bodyPr/>
          <a:lstStyle>
            <a:lvl1pPr marL="469900" indent="-469900" algn="l" rtl="0" fontAlgn="base">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lvl="1" indent="-434975" algn="l" rtl="0" fontAlgn="base">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lvl="2" indent="-393700" algn="l" rtl="0" fontAlgn="base">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lvl="3" indent="-387350" algn="l" rtl="0" fontAlgn="base">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lvl="4" indent="-398463" algn="l" rtl="0" fontAlgn="base">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9pPr>
          </a:lstStyle>
          <a:p>
            <a:r>
              <a:rPr lang="zh-CN" altLang="en-US" sz="2800" dirty="0">
                <a:latin typeface="Verdana" panose="020B0604030504040204" pitchFamily="34" charset="0"/>
              </a:rPr>
              <a:t>数据链路层有关概念</a:t>
            </a:r>
            <a:endParaRPr lang="en-US" altLang="zh-CN" sz="2800" dirty="0">
              <a:latin typeface="Verdana" panose="020B0604030504040204" pitchFamily="34" charset="0"/>
            </a:endParaRPr>
          </a:p>
          <a:p>
            <a:r>
              <a:rPr lang="zh-CN" altLang="en-US" sz="2800" dirty="0">
                <a:latin typeface="Verdana" panose="020B0604030504040204" pitchFamily="34" charset="0"/>
              </a:rPr>
              <a:t>数据链路层功能</a:t>
            </a:r>
            <a:endParaRPr lang="en-US" altLang="zh-CN" sz="2800" dirty="0">
              <a:latin typeface="Verdana" panose="020B0604030504040204" pitchFamily="34" charset="0"/>
            </a:endParaRPr>
          </a:p>
          <a:p>
            <a:r>
              <a:rPr lang="zh-CN" altLang="en-US" sz="2800" dirty="0">
                <a:latin typeface="Verdana" panose="020B0604030504040204" pitchFamily="34" charset="0"/>
              </a:rPr>
              <a:t>基本链路层规程</a:t>
            </a:r>
            <a:endParaRPr lang="en-US" altLang="zh-CN" sz="2800" dirty="0">
              <a:latin typeface="Verdana" panose="020B0604030504040204" pitchFamily="34" charset="0"/>
            </a:endParaRPr>
          </a:p>
          <a:p>
            <a:r>
              <a:rPr lang="zh-CN" altLang="en-US" sz="2800" dirty="0">
                <a:latin typeface="Verdana" panose="020B0604030504040204" pitchFamily="34" charset="0"/>
              </a:rPr>
              <a:t>数据链路层协议</a:t>
            </a:r>
            <a:r>
              <a:rPr lang="en-US" altLang="zh-CN" sz="2800" dirty="0">
                <a:latin typeface="Verdana" panose="020B0604030504040204" pitchFamily="34" charset="0"/>
              </a:rPr>
              <a:t>HDLC</a:t>
            </a:r>
          </a:p>
          <a:p>
            <a:r>
              <a:rPr lang="zh-CN" altLang="en-US" sz="2800" dirty="0">
                <a:latin typeface="Verdana" panose="020B0604030504040204" pitchFamily="34" charset="0"/>
              </a:rPr>
              <a:t>多路访问协议</a:t>
            </a:r>
            <a:endParaRPr lang="en-US" altLang="zh-CN" sz="2800" dirty="0">
              <a:latin typeface="Verdana" panose="020B0604030504040204" pitchFamily="34" charset="0"/>
            </a:endParaRPr>
          </a:p>
        </p:txBody>
      </p:sp>
      <p:sp>
        <p:nvSpPr>
          <p:cNvPr id="64" name="内容占位符 2">
            <a:extLst>
              <a:ext uri="{FF2B5EF4-FFF2-40B4-BE49-F238E27FC236}">
                <a16:creationId xmlns:a16="http://schemas.microsoft.com/office/drawing/2014/main" id="{B3A6A1E6-B6EA-4CD4-9118-1A288C0C81E7}"/>
              </a:ext>
            </a:extLst>
          </p:cNvPr>
          <p:cNvSpPr txBox="1">
            <a:spLocks/>
          </p:cNvSpPr>
          <p:nvPr/>
        </p:nvSpPr>
        <p:spPr>
          <a:xfrm>
            <a:off x="4139952" y="1629270"/>
            <a:ext cx="4968552" cy="3815954"/>
          </a:xfrm>
          <a:prstGeom prst="rect">
            <a:avLst/>
          </a:prstGeom>
        </p:spPr>
        <p:txBody>
          <a:bodyPr/>
          <a:lstStyle>
            <a:lvl1pPr marL="469900" indent="-469900" algn="l" rtl="0" fontAlgn="base">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lvl="1" indent="-434975" algn="l" rtl="0" fontAlgn="base">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lvl="2" indent="-393700" algn="l" rtl="0" fontAlgn="base">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lvl="3" indent="-387350" algn="l" rtl="0" fontAlgn="base">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lvl="4" indent="-398463" algn="l" rtl="0" fontAlgn="base">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9pPr>
          </a:lstStyle>
          <a:p>
            <a:r>
              <a:rPr lang="zh-CN" altLang="en-US" sz="2800" dirty="0">
                <a:latin typeface="Verdana" panose="020B0604030504040204" pitchFamily="34" charset="0"/>
              </a:rPr>
              <a:t>点对点协议</a:t>
            </a:r>
            <a:r>
              <a:rPr lang="en-US" altLang="zh-CN" sz="2800" dirty="0">
                <a:latin typeface="Verdana" panose="020B0604030504040204" pitchFamily="34" charset="0"/>
              </a:rPr>
              <a:t>PPP</a:t>
            </a:r>
          </a:p>
          <a:p>
            <a:r>
              <a:rPr lang="zh-CN" altLang="en-US" sz="2800" dirty="0">
                <a:latin typeface="Verdana" panose="020B0604030504040204" pitchFamily="34" charset="0"/>
              </a:rPr>
              <a:t>使用广播信道的数据链路层</a:t>
            </a:r>
            <a:endParaRPr lang="en-US" altLang="zh-CN" sz="2800" dirty="0">
              <a:latin typeface="Verdana" panose="020B0604030504040204" pitchFamily="34" charset="0"/>
            </a:endParaRPr>
          </a:p>
          <a:p>
            <a:r>
              <a:rPr lang="zh-CN" altLang="en-US" sz="2800" dirty="0">
                <a:latin typeface="Verdana" panose="020B0604030504040204" pitchFamily="34" charset="0"/>
              </a:rPr>
              <a:t>使用广播信道的以太网</a:t>
            </a:r>
            <a:endParaRPr lang="en-US" altLang="zh-CN" sz="2800" dirty="0">
              <a:latin typeface="Verdana" panose="020B0604030504040204" pitchFamily="34" charset="0"/>
            </a:endParaRPr>
          </a:p>
          <a:p>
            <a:r>
              <a:rPr lang="zh-CN" altLang="en-US" sz="2800" dirty="0">
                <a:latin typeface="Verdana" panose="020B0604030504040204" pitchFamily="34" charset="0"/>
              </a:rPr>
              <a:t>扩展以太网</a:t>
            </a:r>
          </a:p>
          <a:p>
            <a:r>
              <a:rPr lang="zh-CN" altLang="en-US" sz="2800" dirty="0">
                <a:latin typeface="Verdana" panose="020B0604030504040204" pitchFamily="34" charset="0"/>
              </a:rPr>
              <a:t>高速以太网</a:t>
            </a:r>
            <a:endParaRPr lang="en-US" altLang="zh-CN" sz="2800" dirty="0">
              <a:latin typeface="Verdana" panose="020B0604030504040204" pitchFamily="34" charset="0"/>
            </a:endParaRPr>
          </a:p>
          <a:p>
            <a:r>
              <a:rPr lang="zh-CN" altLang="en-US" sz="2800" dirty="0">
                <a:latin typeface="Verdana" panose="020B0604030504040204" pitchFamily="34" charset="0"/>
              </a:rPr>
              <a:t>交换机的结构与功能</a:t>
            </a:r>
            <a:endParaRPr lang="en-US" altLang="zh-CN" sz="2800" dirty="0">
              <a:latin typeface="Verdana" panose="020B0604030504040204" pitchFamily="34" charset="0"/>
            </a:endParaRPr>
          </a:p>
          <a:p>
            <a:r>
              <a:rPr lang="zh-CN" altLang="en-US" sz="2800" dirty="0">
                <a:latin typeface="Verdana" panose="020B0604030504040204" pitchFamily="34" charset="0"/>
              </a:rPr>
              <a:t>令牌环和令牌总线</a:t>
            </a:r>
            <a:endParaRPr lang="en-US" altLang="zh-CN" sz="2800" dirty="0">
              <a:latin typeface="Verdana" panose="020B0604030504040204" pitchFamily="34" charset="0"/>
            </a:endParaRPr>
          </a:p>
        </p:txBody>
      </p:sp>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52929">
            <a:extLst>
              <a:ext uri="{FF2B5EF4-FFF2-40B4-BE49-F238E27FC236}">
                <a16:creationId xmlns:a16="http://schemas.microsoft.com/office/drawing/2014/main" id="{83958393-D827-4FD2-BD74-25098E2734A7}"/>
              </a:ext>
            </a:extLst>
          </p:cNvPr>
          <p:cNvSpPr>
            <a:spLocks noGrp="1"/>
          </p:cNvSpPr>
          <p:nvPr>
            <p:ph type="title"/>
          </p:nvPr>
        </p:nvSpPr>
        <p:spPr/>
        <p:txBody>
          <a:bodyPr/>
          <a:lstStyle/>
          <a:p>
            <a:r>
              <a:rPr lang="en-US" altLang="zh-CN"/>
              <a:t>3.2 </a:t>
            </a:r>
            <a:r>
              <a:rPr lang="zh-CN" altLang="en-US"/>
              <a:t>数据链路层功能</a:t>
            </a:r>
            <a:endParaRPr lang="en-US" altLang="zh-CN"/>
          </a:p>
        </p:txBody>
      </p:sp>
      <p:sp>
        <p:nvSpPr>
          <p:cNvPr id="22531" name="文本占位符 252930">
            <a:extLst>
              <a:ext uri="{FF2B5EF4-FFF2-40B4-BE49-F238E27FC236}">
                <a16:creationId xmlns:a16="http://schemas.microsoft.com/office/drawing/2014/main" id="{4C3A4597-CAA6-43A1-A3C5-47F5557A6201}"/>
              </a:ext>
            </a:extLst>
          </p:cNvPr>
          <p:cNvSpPr>
            <a:spLocks noGrp="1"/>
          </p:cNvSpPr>
          <p:nvPr>
            <p:ph type="body" idx="1"/>
          </p:nvPr>
        </p:nvSpPr>
        <p:spPr>
          <a:xfrm>
            <a:off x="539750" y="1341438"/>
            <a:ext cx="8001000" cy="4464050"/>
          </a:xfrm>
        </p:spPr>
        <p:txBody>
          <a:bodyPr/>
          <a:lstStyle/>
          <a:p>
            <a:pPr marL="0" indent="0">
              <a:buFont typeface="Wingdings" panose="05000000000000000000" pitchFamily="2" charset="2"/>
              <a:buNone/>
            </a:pPr>
            <a:r>
              <a:rPr lang="zh-CN" altLang="en-US" b="1" dirty="0"/>
              <a:t>      数据链路层的主要任务是要保证</a:t>
            </a:r>
            <a:r>
              <a:rPr lang="zh-CN" altLang="en-US" b="1" dirty="0">
                <a:solidFill>
                  <a:srgbClr val="0000FF"/>
                </a:solidFill>
              </a:rPr>
              <a:t>物理上相邻</a:t>
            </a:r>
            <a:r>
              <a:rPr lang="zh-CN" altLang="en-US" b="1" dirty="0"/>
              <a:t>的两个机器之间进行</a:t>
            </a:r>
            <a:r>
              <a:rPr lang="zh-CN" altLang="en-US" b="1" dirty="0">
                <a:solidFill>
                  <a:srgbClr val="0000FF"/>
                </a:solidFill>
              </a:rPr>
              <a:t>可靠的数据传输</a:t>
            </a:r>
            <a:r>
              <a:rPr lang="zh-CN" altLang="en-US" b="1" dirty="0"/>
              <a:t>。</a:t>
            </a:r>
          </a:p>
          <a:p>
            <a:pPr marL="0" indent="0"/>
            <a:r>
              <a:rPr lang="zh-CN" altLang="en-US" dirty="0"/>
              <a:t>封装成帧 </a:t>
            </a:r>
          </a:p>
          <a:p>
            <a:pPr marL="0" indent="0"/>
            <a:r>
              <a:rPr lang="zh-CN" altLang="en-US" dirty="0"/>
              <a:t>帧同步</a:t>
            </a:r>
          </a:p>
          <a:p>
            <a:pPr marL="0" indent="0"/>
            <a:r>
              <a:rPr lang="zh-CN" altLang="en-US" dirty="0"/>
              <a:t>透明传输</a:t>
            </a:r>
          </a:p>
          <a:p>
            <a:pPr marL="0" indent="0"/>
            <a:r>
              <a:rPr lang="zh-CN" altLang="en-US" dirty="0"/>
              <a:t>差错控制</a:t>
            </a:r>
          </a:p>
          <a:p>
            <a:pPr marL="0" indent="0"/>
            <a:r>
              <a:rPr lang="zh-CN" altLang="en-US" dirty="0"/>
              <a:t>流量控制</a:t>
            </a:r>
          </a:p>
          <a:p>
            <a:pPr marL="0" indent="0"/>
            <a:r>
              <a:rPr lang="zh-CN" altLang="en-US" dirty="0"/>
              <a:t>数据链路管理：连接</a:t>
            </a:r>
            <a:endParaRPr lang="en-US" altLang="zh-CN" dirty="0"/>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56001">
            <a:extLst>
              <a:ext uri="{FF2B5EF4-FFF2-40B4-BE49-F238E27FC236}">
                <a16:creationId xmlns:a16="http://schemas.microsoft.com/office/drawing/2014/main" id="{AD51F4CF-7964-4303-AAEC-B5FAF7E109E1}"/>
              </a:ext>
            </a:extLst>
          </p:cNvPr>
          <p:cNvSpPr>
            <a:spLocks noGrp="1"/>
          </p:cNvSpPr>
          <p:nvPr>
            <p:ph type="title"/>
          </p:nvPr>
        </p:nvSpPr>
        <p:spPr>
          <a:xfrm>
            <a:off x="1116013" y="260350"/>
            <a:ext cx="6950075" cy="742950"/>
          </a:xfrm>
        </p:spPr>
        <p:txBody>
          <a:bodyPr/>
          <a:lstStyle/>
          <a:p>
            <a:pPr algn="ctr"/>
            <a:r>
              <a:rPr lang="en-US" altLang="zh-CN"/>
              <a:t>1.  </a:t>
            </a:r>
            <a:r>
              <a:rPr lang="zh-CN" altLang="en-US"/>
              <a:t>封装成帧</a:t>
            </a:r>
          </a:p>
        </p:txBody>
      </p:sp>
      <p:sp>
        <p:nvSpPr>
          <p:cNvPr id="24579" name="文本占位符 256002">
            <a:extLst>
              <a:ext uri="{FF2B5EF4-FFF2-40B4-BE49-F238E27FC236}">
                <a16:creationId xmlns:a16="http://schemas.microsoft.com/office/drawing/2014/main" id="{8A0113D1-C6EF-4569-9383-09879903053D}"/>
              </a:ext>
            </a:extLst>
          </p:cNvPr>
          <p:cNvSpPr>
            <a:spLocks noGrp="1"/>
          </p:cNvSpPr>
          <p:nvPr>
            <p:ph type="body" idx="1"/>
          </p:nvPr>
        </p:nvSpPr>
        <p:spPr>
          <a:xfrm>
            <a:off x="323528" y="1196752"/>
            <a:ext cx="8420100" cy="4114800"/>
          </a:xfrm>
        </p:spPr>
        <p:txBody>
          <a:bodyPr/>
          <a:lstStyle/>
          <a:p>
            <a:r>
              <a:rPr lang="zh-CN" altLang="en-US" dirty="0"/>
              <a:t>封装成帧</a:t>
            </a:r>
            <a:r>
              <a:rPr lang="en-US" altLang="zh-CN" dirty="0"/>
              <a:t>(framing)</a:t>
            </a:r>
            <a:r>
              <a:rPr lang="zh-CN" altLang="en-US" dirty="0"/>
              <a:t>就是在一段数据的前后分别添加首部和尾部，然后就构成了一个帧</a:t>
            </a:r>
          </a:p>
          <a:p>
            <a:r>
              <a:rPr lang="zh-CN" altLang="en-US" dirty="0"/>
              <a:t>首部和尾部的一个重要作用就是进行帧定界。  </a:t>
            </a:r>
          </a:p>
        </p:txBody>
      </p:sp>
      <p:sp>
        <p:nvSpPr>
          <p:cNvPr id="24580" name="文本框 256003">
            <a:extLst>
              <a:ext uri="{FF2B5EF4-FFF2-40B4-BE49-F238E27FC236}">
                <a16:creationId xmlns:a16="http://schemas.microsoft.com/office/drawing/2014/main" id="{475C9FF4-988C-457A-9565-CD9A45669457}"/>
              </a:ext>
            </a:extLst>
          </p:cNvPr>
          <p:cNvSpPr txBox="1">
            <a:spLocks noChangeArrowheads="1"/>
          </p:cNvSpPr>
          <p:nvPr/>
        </p:nvSpPr>
        <p:spPr bwMode="auto">
          <a:xfrm>
            <a:off x="7585075" y="2904753"/>
            <a:ext cx="10985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帧结束</a:t>
            </a:r>
          </a:p>
        </p:txBody>
      </p:sp>
      <p:sp>
        <p:nvSpPr>
          <p:cNvPr id="256005" name="矩形 256004">
            <a:extLst>
              <a:ext uri="{FF2B5EF4-FFF2-40B4-BE49-F238E27FC236}">
                <a16:creationId xmlns:a16="http://schemas.microsoft.com/office/drawing/2014/main" id="{B2FD34F5-65D1-4360-A3F4-FF2D326C35A3}"/>
              </a:ext>
            </a:extLst>
          </p:cNvPr>
          <p:cNvSpPr/>
          <p:nvPr/>
        </p:nvSpPr>
        <p:spPr>
          <a:xfrm>
            <a:off x="1476375" y="3860428"/>
            <a:ext cx="1193800" cy="596900"/>
          </a:xfrm>
          <a:prstGeom prst="rect">
            <a:avLst/>
          </a:prstGeom>
          <a:solidFill>
            <a:srgbClr val="FFFF66"/>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zh-CN" altLang="en-US" sz="2400" dirty="0">
                <a:solidFill>
                  <a:schemeClr val="tx1"/>
                </a:solidFill>
                <a:ea typeface="黑体" pitchFamily="49" charset="-122"/>
              </a:rPr>
              <a:t>帧首部</a:t>
            </a:r>
          </a:p>
        </p:txBody>
      </p:sp>
      <p:sp>
        <p:nvSpPr>
          <p:cNvPr id="256006" name="矩形 256005">
            <a:extLst>
              <a:ext uri="{FF2B5EF4-FFF2-40B4-BE49-F238E27FC236}">
                <a16:creationId xmlns:a16="http://schemas.microsoft.com/office/drawing/2014/main" id="{FE1B1500-E768-45DA-8DB2-1F2C2F1F03BE}"/>
              </a:ext>
            </a:extLst>
          </p:cNvPr>
          <p:cNvSpPr/>
          <p:nvPr/>
        </p:nvSpPr>
        <p:spPr>
          <a:xfrm>
            <a:off x="2657475" y="2780928"/>
            <a:ext cx="4278313" cy="596900"/>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en-US" altLang="zh-CN" sz="2400">
                <a:solidFill>
                  <a:schemeClr val="tx1"/>
                </a:solidFill>
                <a:ea typeface="黑体" pitchFamily="49" charset="-122"/>
              </a:rPr>
              <a:t>IP </a:t>
            </a:r>
            <a:r>
              <a:rPr lang="zh-CN" altLang="en-US" sz="2400" dirty="0">
                <a:solidFill>
                  <a:schemeClr val="tx1"/>
                </a:solidFill>
                <a:ea typeface="黑体" pitchFamily="49" charset="-122"/>
              </a:rPr>
              <a:t>数据报</a:t>
            </a:r>
          </a:p>
        </p:txBody>
      </p:sp>
      <p:sp>
        <p:nvSpPr>
          <p:cNvPr id="256007" name="矩形 256006">
            <a:extLst>
              <a:ext uri="{FF2B5EF4-FFF2-40B4-BE49-F238E27FC236}">
                <a16:creationId xmlns:a16="http://schemas.microsoft.com/office/drawing/2014/main" id="{A14F372C-4406-41E2-9CC4-34DEA237D2C4}"/>
              </a:ext>
            </a:extLst>
          </p:cNvPr>
          <p:cNvSpPr/>
          <p:nvPr/>
        </p:nvSpPr>
        <p:spPr>
          <a:xfrm>
            <a:off x="2657475" y="3854078"/>
            <a:ext cx="4278313" cy="596900"/>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zh-CN" altLang="en-US" sz="2400" dirty="0">
                <a:solidFill>
                  <a:schemeClr val="tx1"/>
                </a:solidFill>
                <a:ea typeface="黑体" pitchFamily="49" charset="-122"/>
              </a:rPr>
              <a:t>帧的数据部分</a:t>
            </a:r>
          </a:p>
        </p:txBody>
      </p:sp>
      <p:sp>
        <p:nvSpPr>
          <p:cNvPr id="256008" name="矩形 256007">
            <a:extLst>
              <a:ext uri="{FF2B5EF4-FFF2-40B4-BE49-F238E27FC236}">
                <a16:creationId xmlns:a16="http://schemas.microsoft.com/office/drawing/2014/main" id="{8CA1C17A-27BE-40E3-9614-5F7D95DD7E18}"/>
              </a:ext>
            </a:extLst>
          </p:cNvPr>
          <p:cNvSpPr/>
          <p:nvPr/>
        </p:nvSpPr>
        <p:spPr>
          <a:xfrm>
            <a:off x="6935788" y="3854078"/>
            <a:ext cx="1193800" cy="596900"/>
          </a:xfrm>
          <a:prstGeom prst="rect">
            <a:avLst/>
          </a:prstGeom>
          <a:solidFill>
            <a:srgbClr val="FFFF66"/>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zh-CN" altLang="en-US" sz="2400" dirty="0">
                <a:solidFill>
                  <a:schemeClr val="tx1"/>
                </a:solidFill>
                <a:ea typeface="黑体" pitchFamily="49" charset="-122"/>
              </a:rPr>
              <a:t>帧尾部</a:t>
            </a:r>
          </a:p>
        </p:txBody>
      </p:sp>
      <p:sp>
        <p:nvSpPr>
          <p:cNvPr id="24585" name="直接连接符 256008">
            <a:extLst>
              <a:ext uri="{FF2B5EF4-FFF2-40B4-BE49-F238E27FC236}">
                <a16:creationId xmlns:a16="http://schemas.microsoft.com/office/drawing/2014/main" id="{EE30190D-C6D7-4999-A445-937FD7350ECD}"/>
              </a:ext>
            </a:extLst>
          </p:cNvPr>
          <p:cNvSpPr>
            <a:spLocks noChangeShapeType="1"/>
          </p:cNvSpPr>
          <p:nvPr/>
        </p:nvSpPr>
        <p:spPr bwMode="auto">
          <a:xfrm>
            <a:off x="2657475" y="4808166"/>
            <a:ext cx="4278313"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4586" name="直接连接符 256009">
            <a:extLst>
              <a:ext uri="{FF2B5EF4-FFF2-40B4-BE49-F238E27FC236}">
                <a16:creationId xmlns:a16="http://schemas.microsoft.com/office/drawing/2014/main" id="{E2CD5FD5-C39C-4256-AF81-0427BD5EF522}"/>
              </a:ext>
            </a:extLst>
          </p:cNvPr>
          <p:cNvSpPr>
            <a:spLocks noChangeShapeType="1"/>
          </p:cNvSpPr>
          <p:nvPr/>
        </p:nvSpPr>
        <p:spPr bwMode="auto">
          <a:xfrm>
            <a:off x="1463675" y="5286003"/>
            <a:ext cx="6665913"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4587" name="直接连接符 256010">
            <a:extLst>
              <a:ext uri="{FF2B5EF4-FFF2-40B4-BE49-F238E27FC236}">
                <a16:creationId xmlns:a16="http://schemas.microsoft.com/office/drawing/2014/main" id="{D213090D-A1BE-4CF7-A5B4-93C07878A9E4}"/>
              </a:ext>
            </a:extLst>
          </p:cNvPr>
          <p:cNvSpPr>
            <a:spLocks noChangeShapeType="1"/>
          </p:cNvSpPr>
          <p:nvPr/>
        </p:nvSpPr>
        <p:spPr bwMode="auto">
          <a:xfrm>
            <a:off x="1463675" y="4570041"/>
            <a:ext cx="0" cy="1073150"/>
          </a:xfrm>
          <a:prstGeom prst="line">
            <a:avLst/>
          </a:prstGeom>
          <a:noFill/>
          <a:ln w="57150">
            <a:solidFill>
              <a:schemeClr val="folHlink"/>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24588" name="直接连接符 256011">
            <a:extLst>
              <a:ext uri="{FF2B5EF4-FFF2-40B4-BE49-F238E27FC236}">
                <a16:creationId xmlns:a16="http://schemas.microsoft.com/office/drawing/2014/main" id="{998922C2-0FBF-476F-803B-778420AA6FF8}"/>
              </a:ext>
            </a:extLst>
          </p:cNvPr>
          <p:cNvSpPr>
            <a:spLocks noChangeShapeType="1"/>
          </p:cNvSpPr>
          <p:nvPr/>
        </p:nvSpPr>
        <p:spPr bwMode="auto">
          <a:xfrm>
            <a:off x="8129588" y="4570041"/>
            <a:ext cx="0" cy="1073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 name="直接连接符 256012">
            <a:extLst>
              <a:ext uri="{FF2B5EF4-FFF2-40B4-BE49-F238E27FC236}">
                <a16:creationId xmlns:a16="http://schemas.microsoft.com/office/drawing/2014/main" id="{CD851967-7364-4CE3-A7C6-BDBD7D12DEE6}"/>
              </a:ext>
            </a:extLst>
          </p:cNvPr>
          <p:cNvSpPr>
            <a:spLocks noChangeShapeType="1"/>
          </p:cNvSpPr>
          <p:nvPr/>
        </p:nvSpPr>
        <p:spPr bwMode="auto">
          <a:xfrm>
            <a:off x="2657475" y="4570041"/>
            <a:ext cx="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0" name="直接连接符 256013">
            <a:extLst>
              <a:ext uri="{FF2B5EF4-FFF2-40B4-BE49-F238E27FC236}">
                <a16:creationId xmlns:a16="http://schemas.microsoft.com/office/drawing/2014/main" id="{4D946D5C-A698-4E14-A666-90247D373E72}"/>
              </a:ext>
            </a:extLst>
          </p:cNvPr>
          <p:cNvSpPr>
            <a:spLocks noChangeShapeType="1"/>
          </p:cNvSpPr>
          <p:nvPr/>
        </p:nvSpPr>
        <p:spPr bwMode="auto">
          <a:xfrm>
            <a:off x="6935788" y="4570041"/>
            <a:ext cx="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1" name="文本框 256014">
            <a:extLst>
              <a:ext uri="{FF2B5EF4-FFF2-40B4-BE49-F238E27FC236}">
                <a16:creationId xmlns:a16="http://schemas.microsoft.com/office/drawing/2014/main" id="{7090C195-2480-4D46-BE50-173DF99C11C3}"/>
              </a:ext>
            </a:extLst>
          </p:cNvPr>
          <p:cNvSpPr txBox="1">
            <a:spLocks noChangeArrowheads="1"/>
          </p:cNvSpPr>
          <p:nvPr/>
        </p:nvSpPr>
        <p:spPr bwMode="auto">
          <a:xfrm>
            <a:off x="4249738" y="4562103"/>
            <a:ext cx="1096962"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sym typeface="Symbol" panose="05050102010706020507" pitchFamily="18" charset="2"/>
              </a:rPr>
              <a:t> </a:t>
            </a:r>
            <a:r>
              <a:rPr lang="en-US" altLang="zh-CN" sz="2400">
                <a:solidFill>
                  <a:schemeClr val="tx1"/>
                </a:solidFill>
                <a:ea typeface="黑体" panose="02010609060101010101" pitchFamily="49" charset="-122"/>
              </a:rPr>
              <a:t>MTU</a:t>
            </a:r>
          </a:p>
        </p:txBody>
      </p:sp>
      <p:sp>
        <p:nvSpPr>
          <p:cNvPr id="24592" name="文本框 256015">
            <a:extLst>
              <a:ext uri="{FF2B5EF4-FFF2-40B4-BE49-F238E27FC236}">
                <a16:creationId xmlns:a16="http://schemas.microsoft.com/office/drawing/2014/main" id="{A28EAAD2-53A4-458D-8EA5-CD06240CFDC4}"/>
              </a:ext>
            </a:extLst>
          </p:cNvPr>
          <p:cNvSpPr txBox="1">
            <a:spLocks noChangeArrowheads="1"/>
          </p:cNvSpPr>
          <p:nvPr/>
        </p:nvSpPr>
        <p:spPr bwMode="auto">
          <a:xfrm>
            <a:off x="3614738" y="5065341"/>
            <a:ext cx="26225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数据链路层的帧长</a:t>
            </a:r>
          </a:p>
        </p:txBody>
      </p:sp>
      <p:sp>
        <p:nvSpPr>
          <p:cNvPr id="256017" name="下箭头 256016">
            <a:extLst>
              <a:ext uri="{FF2B5EF4-FFF2-40B4-BE49-F238E27FC236}">
                <a16:creationId xmlns:a16="http://schemas.microsoft.com/office/drawing/2014/main" id="{E3708385-B743-4AAD-8607-98C5D521F0BB}"/>
              </a:ext>
            </a:extLst>
          </p:cNvPr>
          <p:cNvSpPr/>
          <p:nvPr/>
        </p:nvSpPr>
        <p:spPr>
          <a:xfrm>
            <a:off x="4448175" y="3377828"/>
            <a:ext cx="696913" cy="595313"/>
          </a:xfrm>
          <a:prstGeom prst="downArrow">
            <a:avLst>
              <a:gd name="adj1" fmla="val 50000"/>
              <a:gd name="adj2" fmla="val 25000"/>
            </a:avLst>
          </a:prstGeom>
          <a:solidFill>
            <a:srgbClr val="66FF33"/>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24594" name="文本框 256017">
            <a:extLst>
              <a:ext uri="{FF2B5EF4-FFF2-40B4-BE49-F238E27FC236}">
                <a16:creationId xmlns:a16="http://schemas.microsoft.com/office/drawing/2014/main" id="{900D3B94-A0BA-46F2-AB7B-2D313BD12BC7}"/>
              </a:ext>
            </a:extLst>
          </p:cNvPr>
          <p:cNvSpPr txBox="1">
            <a:spLocks noChangeArrowheads="1"/>
          </p:cNvSpPr>
          <p:nvPr/>
        </p:nvSpPr>
        <p:spPr bwMode="auto">
          <a:xfrm>
            <a:off x="611188" y="3690566"/>
            <a:ext cx="793750" cy="82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开始</a:t>
            </a:r>
          </a:p>
          <a:p>
            <a:pPr>
              <a:spcBef>
                <a:spcPct val="0"/>
              </a:spcBef>
              <a:buClr>
                <a:srgbClr val="000000"/>
              </a:buClr>
            </a:pPr>
            <a:r>
              <a:rPr lang="zh-CN" altLang="en-US" sz="2400">
                <a:solidFill>
                  <a:schemeClr val="tx1"/>
                </a:solidFill>
                <a:ea typeface="黑体" panose="02010609060101010101" pitchFamily="49" charset="-122"/>
              </a:rPr>
              <a:t>发送</a:t>
            </a:r>
          </a:p>
        </p:txBody>
      </p:sp>
      <p:sp>
        <p:nvSpPr>
          <p:cNvPr id="24595" name="直接连接符 256018">
            <a:extLst>
              <a:ext uri="{FF2B5EF4-FFF2-40B4-BE49-F238E27FC236}">
                <a16:creationId xmlns:a16="http://schemas.microsoft.com/office/drawing/2014/main" id="{F295DDD5-8A97-43FC-88FF-33BC30E7CBEB}"/>
              </a:ext>
            </a:extLst>
          </p:cNvPr>
          <p:cNvSpPr>
            <a:spLocks noChangeShapeType="1"/>
          </p:cNvSpPr>
          <p:nvPr/>
        </p:nvSpPr>
        <p:spPr bwMode="auto">
          <a:xfrm flipV="1">
            <a:off x="1471613" y="3396878"/>
            <a:ext cx="0" cy="396875"/>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24596" name="直接连接符 256019">
            <a:extLst>
              <a:ext uri="{FF2B5EF4-FFF2-40B4-BE49-F238E27FC236}">
                <a16:creationId xmlns:a16="http://schemas.microsoft.com/office/drawing/2014/main" id="{3130B378-1A16-4537-9EAC-EBF4A9DD5086}"/>
              </a:ext>
            </a:extLst>
          </p:cNvPr>
          <p:cNvSpPr>
            <a:spLocks noChangeShapeType="1"/>
          </p:cNvSpPr>
          <p:nvPr/>
        </p:nvSpPr>
        <p:spPr bwMode="auto">
          <a:xfrm flipV="1">
            <a:off x="8123238" y="3396878"/>
            <a:ext cx="0" cy="396875"/>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24597" name="文本框 256020">
            <a:extLst>
              <a:ext uri="{FF2B5EF4-FFF2-40B4-BE49-F238E27FC236}">
                <a16:creationId xmlns:a16="http://schemas.microsoft.com/office/drawing/2014/main" id="{26F5E835-FE29-4509-98FD-C9AD7E9A0AF2}"/>
              </a:ext>
            </a:extLst>
          </p:cNvPr>
          <p:cNvSpPr txBox="1">
            <a:spLocks noChangeArrowheads="1"/>
          </p:cNvSpPr>
          <p:nvPr/>
        </p:nvSpPr>
        <p:spPr bwMode="auto">
          <a:xfrm>
            <a:off x="985838" y="2904753"/>
            <a:ext cx="110013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帧开始</a:t>
            </a:r>
          </a:p>
        </p:txBody>
      </p:sp>
      <p:sp>
        <p:nvSpPr>
          <p:cNvPr id="22" name="矩形 21"/>
          <p:cNvSpPr/>
          <p:nvPr/>
        </p:nvSpPr>
        <p:spPr>
          <a:xfrm>
            <a:off x="2267744" y="5724545"/>
            <a:ext cx="4752528" cy="584775"/>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600" b="1" dirty="0">
                <a:solidFill>
                  <a:srgbClr val="C00000"/>
                </a:solidFill>
                <a:latin typeface="微软雅黑" panose="020B0503020204020204" pitchFamily="34" charset="-122"/>
                <a:ea typeface="微软雅黑" panose="020B0503020204020204" pitchFamily="34" charset="-122"/>
              </a:rPr>
              <a:t>最大传送单元 </a:t>
            </a:r>
            <a:r>
              <a:rPr lang="en-US" altLang="zh-CN" sz="1600" b="1" dirty="0">
                <a:solidFill>
                  <a:srgbClr val="C00000"/>
                </a:solidFill>
                <a:latin typeface="微软雅黑" panose="020B0503020204020204" pitchFamily="34" charset="-122"/>
                <a:ea typeface="微软雅黑" panose="020B0503020204020204" pitchFamily="34" charset="-122"/>
              </a:rPr>
              <a:t>MTU </a:t>
            </a:r>
            <a:r>
              <a:rPr lang="en-US" altLang="zh-CN" sz="1600" b="1" dirty="0">
                <a:solidFill>
                  <a:srgbClr val="0000FF"/>
                </a:solidFill>
                <a:latin typeface="微软雅黑" panose="020B0503020204020204" pitchFamily="34" charset="-122"/>
                <a:ea typeface="微软雅黑" panose="020B0503020204020204" pitchFamily="34" charset="-122"/>
              </a:rPr>
              <a:t>(Maximum Transfer Unit) </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规定了所能传送的帧的数据部分长度上限。</a:t>
            </a:r>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8049">
            <a:extLst>
              <a:ext uri="{FF2B5EF4-FFF2-40B4-BE49-F238E27FC236}">
                <a16:creationId xmlns:a16="http://schemas.microsoft.com/office/drawing/2014/main" id="{08319CF3-BC8A-4FBD-93E9-940867B1934B}"/>
              </a:ext>
            </a:extLst>
          </p:cNvPr>
          <p:cNvSpPr>
            <a:spLocks noGrp="1"/>
          </p:cNvSpPr>
          <p:nvPr>
            <p:ph type="title"/>
          </p:nvPr>
        </p:nvSpPr>
        <p:spPr/>
        <p:txBody>
          <a:bodyPr/>
          <a:lstStyle/>
          <a:p>
            <a:pPr algn="ctr"/>
            <a:r>
              <a:rPr lang="en-US" altLang="zh-CN"/>
              <a:t>2.</a:t>
            </a:r>
            <a:r>
              <a:rPr lang="zh-CN" altLang="en-US"/>
              <a:t>帧同步</a:t>
            </a:r>
          </a:p>
        </p:txBody>
      </p:sp>
      <p:sp>
        <p:nvSpPr>
          <p:cNvPr id="25603" name="文本占位符 250882">
            <a:extLst>
              <a:ext uri="{FF2B5EF4-FFF2-40B4-BE49-F238E27FC236}">
                <a16:creationId xmlns:a16="http://schemas.microsoft.com/office/drawing/2014/main" id="{03BD8918-B6C2-4ECD-B6AB-AA34BDB7D9EB}"/>
              </a:ext>
            </a:extLst>
          </p:cNvPr>
          <p:cNvSpPr txBox="1">
            <a:spLocks/>
          </p:cNvSpPr>
          <p:nvPr/>
        </p:nvSpPr>
        <p:spPr bwMode="auto">
          <a:xfrm>
            <a:off x="323850" y="1125538"/>
            <a:ext cx="8280598"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50000"/>
              </a:spcBef>
              <a:defRPr>
                <a:solidFill>
                  <a:schemeClr val="bg1"/>
                </a:solidFill>
                <a:latin typeface="Arial" panose="020B0604020202020204" pitchFamily="34" charset="0"/>
                <a:ea typeface="宋体" panose="02010600030101010101" pitchFamily="2" charset="-122"/>
              </a:defRPr>
            </a:lvl1pPr>
            <a:lvl2pPr marL="908050" indent="-434975">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20000"/>
              </a:spcBef>
              <a:buClr>
                <a:schemeClr val="accent2"/>
              </a:buClr>
              <a:buFont typeface="Wingdings" panose="05000000000000000000" pitchFamily="2" charset="2"/>
              <a:buChar char="o"/>
            </a:pPr>
            <a:r>
              <a:rPr lang="zh-CN" altLang="en-US" sz="2800" dirty="0">
                <a:solidFill>
                  <a:srgbClr val="0000FF"/>
                </a:solidFill>
              </a:rPr>
              <a:t>帧同步：</a:t>
            </a:r>
            <a:r>
              <a:rPr lang="zh-CN" altLang="en-US" sz="2800" dirty="0">
                <a:solidFill>
                  <a:schemeClr val="tx1"/>
                </a:solidFill>
              </a:rPr>
              <a:t>就是从不断发送的信号中判断哪些是有效信号，判断数据链路帧的开始与结束。</a:t>
            </a:r>
            <a:endParaRPr lang="en-US" altLang="zh-CN" sz="2800" dirty="0">
              <a:solidFill>
                <a:schemeClr val="tx1"/>
              </a:solidFill>
            </a:endParaRPr>
          </a:p>
          <a:p>
            <a:pPr>
              <a:spcBef>
                <a:spcPct val="20000"/>
              </a:spcBef>
              <a:buClr>
                <a:schemeClr val="accent2"/>
              </a:buClr>
              <a:buFont typeface="Wingdings" panose="05000000000000000000" pitchFamily="2" charset="2"/>
              <a:buChar char="o"/>
            </a:pPr>
            <a:r>
              <a:rPr lang="zh-CN" altLang="en-US" sz="2800" dirty="0">
                <a:solidFill>
                  <a:schemeClr val="tx1"/>
                </a:solidFill>
              </a:rPr>
              <a:t>简单地说</a:t>
            </a:r>
            <a:r>
              <a:rPr lang="en-US" altLang="zh-CN" sz="2800" dirty="0">
                <a:solidFill>
                  <a:schemeClr val="tx1"/>
                </a:solidFill>
              </a:rPr>
              <a:t>——</a:t>
            </a:r>
            <a:r>
              <a:rPr lang="zh-CN" altLang="en-US" sz="2800" dirty="0">
                <a:solidFill>
                  <a:schemeClr val="tx1"/>
                </a:solidFill>
              </a:rPr>
              <a:t>从比特流中区分出帧的起始与终止</a:t>
            </a:r>
            <a:endParaRPr lang="en-US" altLang="zh-CN" sz="2800" dirty="0">
              <a:solidFill>
                <a:schemeClr val="tx1"/>
              </a:solidFill>
            </a:endParaRPr>
          </a:p>
          <a:p>
            <a:pPr>
              <a:spcBef>
                <a:spcPct val="20000"/>
              </a:spcBef>
              <a:buClr>
                <a:schemeClr val="accent2"/>
              </a:buClr>
              <a:buFont typeface="Wingdings" panose="05000000000000000000" pitchFamily="2" charset="2"/>
              <a:buChar char="o"/>
            </a:pPr>
            <a:r>
              <a:rPr lang="zh-CN" altLang="en-US" sz="2800" dirty="0">
                <a:solidFill>
                  <a:schemeClr val="tx1"/>
                </a:solidFill>
              </a:rPr>
              <a:t>常见的帧同步方法：</a:t>
            </a:r>
          </a:p>
          <a:p>
            <a:pPr lvl="1">
              <a:spcBef>
                <a:spcPct val="20000"/>
              </a:spcBef>
              <a:buClr>
                <a:schemeClr val="accent2"/>
              </a:buClr>
              <a:buFont typeface="Wingdings" panose="05000000000000000000" pitchFamily="2" charset="2"/>
              <a:buChar char="n"/>
            </a:pPr>
            <a:r>
              <a:rPr lang="zh-CN" altLang="en-US" sz="2800" dirty="0">
                <a:solidFill>
                  <a:schemeClr val="tx1"/>
                </a:solidFill>
                <a:ea typeface="黑体" panose="02010609060101010101" pitchFamily="49" charset="-122"/>
              </a:rPr>
              <a:t>使用字符填充的首尾定界符法</a:t>
            </a:r>
          </a:p>
          <a:p>
            <a:pPr lvl="1">
              <a:spcBef>
                <a:spcPct val="20000"/>
              </a:spcBef>
              <a:buClr>
                <a:schemeClr val="accent2"/>
              </a:buClr>
              <a:buFont typeface="Wingdings" panose="05000000000000000000" pitchFamily="2" charset="2"/>
              <a:buChar char="n"/>
            </a:pPr>
            <a:r>
              <a:rPr lang="zh-CN" altLang="en-US" sz="2800" dirty="0">
                <a:solidFill>
                  <a:schemeClr val="tx1"/>
                </a:solidFill>
                <a:ea typeface="黑体" panose="02010609060101010101" pitchFamily="49" charset="-122"/>
              </a:rPr>
              <a:t>使用比特填充的首尾标志法</a:t>
            </a:r>
          </a:p>
          <a:p>
            <a:pPr lvl="1">
              <a:spcBef>
                <a:spcPct val="20000"/>
              </a:spcBef>
              <a:buClr>
                <a:schemeClr val="accent2"/>
              </a:buClr>
              <a:buFont typeface="Wingdings" panose="05000000000000000000" pitchFamily="2" charset="2"/>
              <a:buChar char="n"/>
            </a:pPr>
            <a:r>
              <a:rPr lang="zh-CN" altLang="en-US" sz="2800" dirty="0">
                <a:solidFill>
                  <a:schemeClr val="tx1"/>
                </a:solidFill>
                <a:ea typeface="黑体" panose="02010609060101010101" pitchFamily="49" charset="-122"/>
              </a:rPr>
              <a:t>违法编码法</a:t>
            </a:r>
          </a:p>
          <a:p>
            <a:pPr lvl="1">
              <a:spcBef>
                <a:spcPct val="20000"/>
              </a:spcBef>
              <a:buClr>
                <a:schemeClr val="accent2"/>
              </a:buClr>
              <a:buFont typeface="Wingdings" panose="05000000000000000000" pitchFamily="2" charset="2"/>
              <a:buChar char="n"/>
            </a:pPr>
            <a:r>
              <a:rPr lang="zh-CN" altLang="en-US" sz="2800" dirty="0">
                <a:solidFill>
                  <a:schemeClr val="tx1"/>
                </a:solidFill>
                <a:ea typeface="黑体" panose="02010609060101010101" pitchFamily="49" charset="-122"/>
              </a:rPr>
              <a:t>字节计数法</a:t>
            </a:r>
            <a:endParaRPr lang="zh-CN" altLang="en-US" sz="2800" dirty="0">
              <a:solidFill>
                <a:schemeClr val="tx1"/>
              </a:solidFill>
            </a:endParaRPr>
          </a:p>
        </p:txBody>
      </p:sp>
    </p:spTree>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59073">
            <a:extLst>
              <a:ext uri="{FF2B5EF4-FFF2-40B4-BE49-F238E27FC236}">
                <a16:creationId xmlns:a16="http://schemas.microsoft.com/office/drawing/2014/main" id="{AAD8D153-F294-4242-B21A-7D7709C3999F}"/>
              </a:ext>
            </a:extLst>
          </p:cNvPr>
          <p:cNvSpPr>
            <a:spLocks noGrp="1"/>
          </p:cNvSpPr>
          <p:nvPr>
            <p:ph type="title"/>
          </p:nvPr>
        </p:nvSpPr>
        <p:spPr>
          <a:xfrm>
            <a:off x="684213" y="260350"/>
            <a:ext cx="8259762" cy="792163"/>
          </a:xfrm>
        </p:spPr>
        <p:txBody>
          <a:bodyPr/>
          <a:lstStyle/>
          <a:p>
            <a:r>
              <a:rPr lang="en-US" altLang="zh-CN"/>
              <a:t>(1)</a:t>
            </a:r>
            <a:r>
              <a:rPr lang="zh-CN" altLang="en-US"/>
              <a:t>使用字符填充的首尾定界符法</a:t>
            </a:r>
          </a:p>
        </p:txBody>
      </p:sp>
      <p:sp>
        <p:nvSpPr>
          <p:cNvPr id="27651" name="文本占位符 259074">
            <a:extLst>
              <a:ext uri="{FF2B5EF4-FFF2-40B4-BE49-F238E27FC236}">
                <a16:creationId xmlns:a16="http://schemas.microsoft.com/office/drawing/2014/main" id="{89DB7AE7-DEE0-4FE4-A5E0-64CB988181A8}"/>
              </a:ext>
            </a:extLst>
          </p:cNvPr>
          <p:cNvSpPr>
            <a:spLocks noGrp="1"/>
          </p:cNvSpPr>
          <p:nvPr>
            <p:ph type="body" idx="1"/>
          </p:nvPr>
        </p:nvSpPr>
        <p:spPr>
          <a:xfrm>
            <a:off x="395536" y="1268760"/>
            <a:ext cx="8496300" cy="792162"/>
          </a:xfrm>
        </p:spPr>
        <p:txBody>
          <a:bodyPr/>
          <a:lstStyle/>
          <a:p>
            <a:r>
              <a:rPr lang="zh-CN" altLang="en-US" dirty="0"/>
              <a:t>用一些特定的字符来定界一帧的起始与终止</a:t>
            </a:r>
          </a:p>
        </p:txBody>
      </p:sp>
      <p:sp>
        <p:nvSpPr>
          <p:cNvPr id="259076" name="矩形 259075">
            <a:extLst>
              <a:ext uri="{FF2B5EF4-FFF2-40B4-BE49-F238E27FC236}">
                <a16:creationId xmlns:a16="http://schemas.microsoft.com/office/drawing/2014/main" id="{18D942AE-1819-45C2-8270-7BB3BCAA80B8}"/>
              </a:ext>
            </a:extLst>
          </p:cNvPr>
          <p:cNvSpPr/>
          <p:nvPr/>
        </p:nvSpPr>
        <p:spPr>
          <a:xfrm>
            <a:off x="955675" y="2969469"/>
            <a:ext cx="495300" cy="549275"/>
          </a:xfrm>
          <a:prstGeom prst="rect">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en-US" altLang="zh-CN" sz="1600">
                <a:solidFill>
                  <a:schemeClr val="tx1"/>
                </a:solidFill>
                <a:ea typeface="黑体" pitchFamily="49" charset="-122"/>
              </a:rPr>
              <a:t>SOH</a:t>
            </a:r>
          </a:p>
        </p:txBody>
      </p:sp>
      <p:sp>
        <p:nvSpPr>
          <p:cNvPr id="259077" name="矩形 259076">
            <a:extLst>
              <a:ext uri="{FF2B5EF4-FFF2-40B4-BE49-F238E27FC236}">
                <a16:creationId xmlns:a16="http://schemas.microsoft.com/office/drawing/2014/main" id="{8F298CB7-1C70-414E-95F9-E9C680ADCC72}"/>
              </a:ext>
            </a:extLst>
          </p:cNvPr>
          <p:cNvSpPr/>
          <p:nvPr/>
        </p:nvSpPr>
        <p:spPr>
          <a:xfrm>
            <a:off x="1450975" y="2969469"/>
            <a:ext cx="6527800" cy="549275"/>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endParaRPr lang="zh-CN" altLang="en-US" sz="2400" dirty="0">
              <a:solidFill>
                <a:schemeClr val="tx1"/>
              </a:solidFill>
              <a:ea typeface="黑体" pitchFamily="49" charset="-122"/>
            </a:endParaRPr>
          </a:p>
        </p:txBody>
      </p:sp>
      <p:sp>
        <p:nvSpPr>
          <p:cNvPr id="27654" name="直接连接符 259077">
            <a:extLst>
              <a:ext uri="{FF2B5EF4-FFF2-40B4-BE49-F238E27FC236}">
                <a16:creationId xmlns:a16="http://schemas.microsoft.com/office/drawing/2014/main" id="{118E5572-301B-4289-A32C-E0471F7D7539}"/>
              </a:ext>
            </a:extLst>
          </p:cNvPr>
          <p:cNvSpPr>
            <a:spLocks noChangeShapeType="1"/>
          </p:cNvSpPr>
          <p:nvPr/>
        </p:nvSpPr>
        <p:spPr bwMode="auto">
          <a:xfrm>
            <a:off x="955675" y="3885456"/>
            <a:ext cx="751998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55" name="文本框 259078">
            <a:extLst>
              <a:ext uri="{FF2B5EF4-FFF2-40B4-BE49-F238E27FC236}">
                <a16:creationId xmlns:a16="http://schemas.microsoft.com/office/drawing/2014/main" id="{F0CAFB20-706A-4136-AEEA-9E0D607D3F55}"/>
              </a:ext>
            </a:extLst>
          </p:cNvPr>
          <p:cNvSpPr txBox="1">
            <a:spLocks noChangeArrowheads="1"/>
          </p:cNvSpPr>
          <p:nvPr/>
        </p:nvSpPr>
        <p:spPr bwMode="auto">
          <a:xfrm>
            <a:off x="4508500" y="3650506"/>
            <a:ext cx="4889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帧</a:t>
            </a:r>
          </a:p>
        </p:txBody>
      </p:sp>
      <p:sp>
        <p:nvSpPr>
          <p:cNvPr id="27656" name="直接连接符 259079">
            <a:extLst>
              <a:ext uri="{FF2B5EF4-FFF2-40B4-BE49-F238E27FC236}">
                <a16:creationId xmlns:a16="http://schemas.microsoft.com/office/drawing/2014/main" id="{1BE2B84D-FCCC-44CD-89AE-CA07B66A6731}"/>
              </a:ext>
            </a:extLst>
          </p:cNvPr>
          <p:cNvSpPr>
            <a:spLocks noChangeShapeType="1"/>
          </p:cNvSpPr>
          <p:nvPr/>
        </p:nvSpPr>
        <p:spPr bwMode="auto">
          <a:xfrm>
            <a:off x="1203325" y="2604344"/>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57" name="文本框 259080">
            <a:extLst>
              <a:ext uri="{FF2B5EF4-FFF2-40B4-BE49-F238E27FC236}">
                <a16:creationId xmlns:a16="http://schemas.microsoft.com/office/drawing/2014/main" id="{53FBA5D7-1E54-4338-83E5-5519A738D6C5}"/>
              </a:ext>
            </a:extLst>
          </p:cNvPr>
          <p:cNvSpPr txBox="1">
            <a:spLocks noChangeArrowheads="1"/>
          </p:cNvSpPr>
          <p:nvPr/>
        </p:nvSpPr>
        <p:spPr bwMode="auto">
          <a:xfrm>
            <a:off x="704850" y="2132856"/>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帧开始符</a:t>
            </a:r>
          </a:p>
        </p:txBody>
      </p:sp>
      <p:sp>
        <p:nvSpPr>
          <p:cNvPr id="27658" name="文本框 259081">
            <a:extLst>
              <a:ext uri="{FF2B5EF4-FFF2-40B4-BE49-F238E27FC236}">
                <a16:creationId xmlns:a16="http://schemas.microsoft.com/office/drawing/2014/main" id="{F463D769-8AB2-4F87-BA51-170FF9BB32AA}"/>
              </a:ext>
            </a:extLst>
          </p:cNvPr>
          <p:cNvSpPr txBox="1">
            <a:spLocks noChangeArrowheads="1"/>
          </p:cNvSpPr>
          <p:nvPr/>
        </p:nvSpPr>
        <p:spPr bwMode="auto">
          <a:xfrm>
            <a:off x="7667625" y="2132856"/>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帧结束符</a:t>
            </a:r>
          </a:p>
        </p:txBody>
      </p:sp>
      <p:sp>
        <p:nvSpPr>
          <p:cNvPr id="27659" name="直接连接符 259082">
            <a:extLst>
              <a:ext uri="{FF2B5EF4-FFF2-40B4-BE49-F238E27FC236}">
                <a16:creationId xmlns:a16="http://schemas.microsoft.com/office/drawing/2014/main" id="{37C6E358-0EAF-42E7-BE54-E761D4BF09B2}"/>
              </a:ext>
            </a:extLst>
          </p:cNvPr>
          <p:cNvSpPr>
            <a:spLocks noChangeShapeType="1"/>
          </p:cNvSpPr>
          <p:nvPr/>
        </p:nvSpPr>
        <p:spPr bwMode="auto">
          <a:xfrm>
            <a:off x="8228013" y="2604344"/>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660" name="直接连接符 259083">
            <a:extLst>
              <a:ext uri="{FF2B5EF4-FFF2-40B4-BE49-F238E27FC236}">
                <a16:creationId xmlns:a16="http://schemas.microsoft.com/office/drawing/2014/main" id="{5BB02383-ECF7-42ED-8D5D-F41E6B23D988}"/>
              </a:ext>
            </a:extLst>
          </p:cNvPr>
          <p:cNvSpPr>
            <a:spLocks noChangeShapeType="1"/>
          </p:cNvSpPr>
          <p:nvPr/>
        </p:nvSpPr>
        <p:spPr bwMode="auto">
          <a:xfrm flipV="1">
            <a:off x="955675" y="3518744"/>
            <a:ext cx="0" cy="549275"/>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661" name="文本框 259084">
            <a:extLst>
              <a:ext uri="{FF2B5EF4-FFF2-40B4-BE49-F238E27FC236}">
                <a16:creationId xmlns:a16="http://schemas.microsoft.com/office/drawing/2014/main" id="{01BDC90F-ED73-40B1-A3C1-06979A144ACB}"/>
              </a:ext>
            </a:extLst>
          </p:cNvPr>
          <p:cNvSpPr txBox="1">
            <a:spLocks noChangeArrowheads="1"/>
          </p:cNvSpPr>
          <p:nvPr/>
        </p:nvSpPr>
        <p:spPr bwMode="auto">
          <a:xfrm>
            <a:off x="250825" y="4010869"/>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发送在前</a:t>
            </a:r>
          </a:p>
        </p:txBody>
      </p:sp>
      <p:sp>
        <p:nvSpPr>
          <p:cNvPr id="259086" name="矩形 259085">
            <a:extLst>
              <a:ext uri="{FF2B5EF4-FFF2-40B4-BE49-F238E27FC236}">
                <a16:creationId xmlns:a16="http://schemas.microsoft.com/office/drawing/2014/main" id="{81865C22-038D-43A3-B16D-8F3969C08518}"/>
              </a:ext>
            </a:extLst>
          </p:cNvPr>
          <p:cNvSpPr/>
          <p:nvPr/>
        </p:nvSpPr>
        <p:spPr>
          <a:xfrm>
            <a:off x="7956550" y="2969469"/>
            <a:ext cx="496888" cy="549275"/>
          </a:xfrm>
          <a:prstGeom prst="rect">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en-US" altLang="zh-CN" sz="1600">
                <a:solidFill>
                  <a:schemeClr val="tx1"/>
                </a:solidFill>
                <a:ea typeface="黑体" pitchFamily="49" charset="-122"/>
              </a:rPr>
              <a:t>EOT</a:t>
            </a:r>
          </a:p>
        </p:txBody>
      </p:sp>
      <p:sp>
        <p:nvSpPr>
          <p:cNvPr id="27663" name="文本框 259086">
            <a:extLst>
              <a:ext uri="{FF2B5EF4-FFF2-40B4-BE49-F238E27FC236}">
                <a16:creationId xmlns:a16="http://schemas.microsoft.com/office/drawing/2014/main" id="{266DCB32-80BC-40C0-9E93-231729A7440D}"/>
              </a:ext>
            </a:extLst>
          </p:cNvPr>
          <p:cNvSpPr txBox="1">
            <a:spLocks noChangeArrowheads="1"/>
          </p:cNvSpPr>
          <p:nvPr/>
        </p:nvSpPr>
        <p:spPr bwMode="auto">
          <a:xfrm>
            <a:off x="539213" y="4663043"/>
            <a:ext cx="806557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dirty="0">
                <a:solidFill>
                  <a:schemeClr val="tx1"/>
                </a:solidFill>
                <a:latin typeface="Tahoma" panose="020B0604030504040204" pitchFamily="34" charset="0"/>
              </a:rPr>
              <a:t>例如：</a:t>
            </a:r>
            <a:r>
              <a:rPr lang="en-US" altLang="zh-CN" sz="3200" dirty="0">
                <a:solidFill>
                  <a:schemeClr val="tx1"/>
                </a:solidFill>
                <a:latin typeface="Tahoma" panose="020B0604030504040204" pitchFamily="34" charset="0"/>
              </a:rPr>
              <a:t>SOH</a:t>
            </a:r>
            <a:r>
              <a:rPr lang="zh-CN" altLang="en-US" sz="3200" dirty="0">
                <a:solidFill>
                  <a:schemeClr val="tx1"/>
                </a:solidFill>
                <a:latin typeface="Tahoma" panose="020B0604030504040204" pitchFamily="34" charset="0"/>
              </a:rPr>
              <a:t>（</a:t>
            </a:r>
            <a:r>
              <a:rPr lang="en-US" altLang="zh-CN" sz="3200" dirty="0">
                <a:solidFill>
                  <a:schemeClr val="tx1"/>
                </a:solidFill>
                <a:latin typeface="Tahoma" panose="020B0604030504040204" pitchFamily="34" charset="0"/>
              </a:rPr>
              <a:t>00000001</a:t>
            </a:r>
            <a:r>
              <a:rPr lang="zh-CN" altLang="en-US" sz="3200" dirty="0">
                <a:solidFill>
                  <a:schemeClr val="tx1"/>
                </a:solidFill>
                <a:latin typeface="Tahoma" panose="020B0604030504040204" pitchFamily="34" charset="0"/>
              </a:rPr>
              <a:t>）  </a:t>
            </a:r>
            <a:r>
              <a:rPr lang="en-US" altLang="zh-CN" sz="3200" dirty="0">
                <a:solidFill>
                  <a:schemeClr val="tx1"/>
                </a:solidFill>
                <a:latin typeface="Tahoma" panose="020B0604030504040204" pitchFamily="34" charset="0"/>
              </a:rPr>
              <a:t>EOT</a:t>
            </a:r>
            <a:r>
              <a:rPr lang="zh-CN" altLang="en-US" sz="3200" dirty="0">
                <a:solidFill>
                  <a:schemeClr val="tx1"/>
                </a:solidFill>
                <a:latin typeface="Tahoma" panose="020B0604030504040204" pitchFamily="34" charset="0"/>
              </a:rPr>
              <a:t>（</a:t>
            </a:r>
            <a:r>
              <a:rPr lang="en-US" altLang="zh-CN" sz="3200" dirty="0">
                <a:solidFill>
                  <a:schemeClr val="tx1"/>
                </a:solidFill>
                <a:latin typeface="Tahoma" panose="020B0604030504040204" pitchFamily="34" charset="0"/>
              </a:rPr>
              <a:t>00000100</a:t>
            </a:r>
            <a:r>
              <a:rPr lang="zh-CN" altLang="en-US" sz="3200" dirty="0">
                <a:solidFill>
                  <a:schemeClr val="tx1"/>
                </a:solidFill>
                <a:latin typeface="Tahoma" panose="020B0604030504040204" pitchFamily="34" charset="0"/>
              </a:rPr>
              <a:t>）</a:t>
            </a:r>
          </a:p>
        </p:txBody>
      </p:sp>
      <p:sp>
        <p:nvSpPr>
          <p:cNvPr id="27664" name="文本占位符 259074">
            <a:extLst>
              <a:ext uri="{FF2B5EF4-FFF2-40B4-BE49-F238E27FC236}">
                <a16:creationId xmlns:a16="http://schemas.microsoft.com/office/drawing/2014/main" id="{7990D9A2-A0EC-4142-BFAC-BBE6D4D4D54D}"/>
              </a:ext>
            </a:extLst>
          </p:cNvPr>
          <p:cNvSpPr txBox="1">
            <a:spLocks/>
          </p:cNvSpPr>
          <p:nvPr/>
        </p:nvSpPr>
        <p:spPr bwMode="auto">
          <a:xfrm>
            <a:off x="468313" y="5733256"/>
            <a:ext cx="84963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20000"/>
              </a:spcBef>
              <a:buClr>
                <a:schemeClr val="accent2"/>
              </a:buClr>
              <a:buFont typeface="Wingdings" panose="05000000000000000000" pitchFamily="2" charset="2"/>
              <a:buNone/>
            </a:pPr>
            <a:r>
              <a:rPr lang="zh-CN" altLang="en-US" dirty="0">
                <a:solidFill>
                  <a:srgbClr val="FF0000"/>
                </a:solidFill>
              </a:rPr>
              <a:t>注：帧同步其实仅体现在“使用字符填充的首尾定界符法”中的“首位定界符”字眼上，而“使用字符填充”另有所指。</a:t>
            </a: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60097">
            <a:extLst>
              <a:ext uri="{FF2B5EF4-FFF2-40B4-BE49-F238E27FC236}">
                <a16:creationId xmlns:a16="http://schemas.microsoft.com/office/drawing/2014/main" id="{49A4C99A-7C28-4A15-AC65-67B1E5D6D4AA}"/>
              </a:ext>
            </a:extLst>
          </p:cNvPr>
          <p:cNvSpPr>
            <a:spLocks noGrp="1"/>
          </p:cNvSpPr>
          <p:nvPr>
            <p:ph type="title"/>
          </p:nvPr>
        </p:nvSpPr>
        <p:spPr/>
        <p:txBody>
          <a:bodyPr/>
          <a:lstStyle/>
          <a:p>
            <a:r>
              <a:rPr lang="en-US" altLang="zh-CN"/>
              <a:t>(2)</a:t>
            </a:r>
            <a:r>
              <a:rPr lang="zh-CN" altLang="en-US"/>
              <a:t>使用比特填充的首尾标志法</a:t>
            </a:r>
          </a:p>
        </p:txBody>
      </p:sp>
      <p:sp>
        <p:nvSpPr>
          <p:cNvPr id="29699" name="文本占位符 260098">
            <a:extLst>
              <a:ext uri="{FF2B5EF4-FFF2-40B4-BE49-F238E27FC236}">
                <a16:creationId xmlns:a16="http://schemas.microsoft.com/office/drawing/2014/main" id="{816A6734-9E79-4C33-B460-F8BDE2FF827C}"/>
              </a:ext>
            </a:extLst>
          </p:cNvPr>
          <p:cNvSpPr>
            <a:spLocks noGrp="1"/>
          </p:cNvSpPr>
          <p:nvPr>
            <p:ph type="body" idx="1"/>
          </p:nvPr>
        </p:nvSpPr>
        <p:spPr>
          <a:xfrm>
            <a:off x="827088" y="1341438"/>
            <a:ext cx="7772400" cy="3240087"/>
          </a:xfrm>
        </p:spPr>
        <p:txBody>
          <a:bodyPr/>
          <a:lstStyle/>
          <a:p>
            <a:r>
              <a:rPr lang="zh-CN" altLang="en-US" dirty="0"/>
              <a:t>以一组特定的比特模式来标志一帧的起始与终止；</a:t>
            </a:r>
          </a:p>
          <a:p>
            <a:r>
              <a:rPr lang="zh-CN" altLang="en-US" dirty="0"/>
              <a:t>一般采用</a:t>
            </a:r>
            <a:r>
              <a:rPr lang="en-US" altLang="zh-CN" dirty="0"/>
              <a:t>01111110</a:t>
            </a:r>
          </a:p>
        </p:txBody>
      </p:sp>
      <p:sp>
        <p:nvSpPr>
          <p:cNvPr id="29700" name="Line 14">
            <a:extLst>
              <a:ext uri="{FF2B5EF4-FFF2-40B4-BE49-F238E27FC236}">
                <a16:creationId xmlns:a16="http://schemas.microsoft.com/office/drawing/2014/main" id="{13A3669F-C07D-4ABD-ACD0-3264028C55FB}"/>
              </a:ext>
            </a:extLst>
          </p:cNvPr>
          <p:cNvSpPr>
            <a:spLocks noChangeShapeType="1"/>
          </p:cNvSpPr>
          <p:nvPr/>
        </p:nvSpPr>
        <p:spPr bwMode="auto">
          <a:xfrm>
            <a:off x="609600" y="3390900"/>
            <a:ext cx="8229600" cy="0"/>
          </a:xfrm>
          <a:prstGeom prst="line">
            <a:avLst/>
          </a:prstGeom>
          <a:noFill/>
          <a:ln w="12700">
            <a:solidFill>
              <a:schemeClr val="accent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9701" name="Text Box 15">
            <a:extLst>
              <a:ext uri="{FF2B5EF4-FFF2-40B4-BE49-F238E27FC236}">
                <a16:creationId xmlns:a16="http://schemas.microsoft.com/office/drawing/2014/main" id="{C52C934D-F5FF-420D-9ED8-66CB7B19624E}"/>
              </a:ext>
            </a:extLst>
          </p:cNvPr>
          <p:cNvSpPr txBox="1">
            <a:spLocks noChangeArrowheads="1"/>
          </p:cNvSpPr>
          <p:nvPr/>
        </p:nvSpPr>
        <p:spPr bwMode="auto">
          <a:xfrm>
            <a:off x="152400" y="2781300"/>
            <a:ext cx="45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400">
                <a:solidFill>
                  <a:srgbClr val="0000FF"/>
                </a:solidFill>
                <a:latin typeface="Times New Roman" panose="02020603050405020304" pitchFamily="18" charset="0"/>
                <a:ea typeface="仿宋_GB2312" pitchFamily="49" charset="-122"/>
              </a:rPr>
              <a:t>时间轴</a:t>
            </a:r>
          </a:p>
        </p:txBody>
      </p:sp>
      <p:sp>
        <p:nvSpPr>
          <p:cNvPr id="29702" name="Line 17">
            <a:extLst>
              <a:ext uri="{FF2B5EF4-FFF2-40B4-BE49-F238E27FC236}">
                <a16:creationId xmlns:a16="http://schemas.microsoft.com/office/drawing/2014/main" id="{4021E405-1C79-4F7B-9E93-3F3D2F030DA3}"/>
              </a:ext>
            </a:extLst>
          </p:cNvPr>
          <p:cNvSpPr>
            <a:spLocks noChangeShapeType="1"/>
          </p:cNvSpPr>
          <p:nvPr/>
        </p:nvSpPr>
        <p:spPr bwMode="auto">
          <a:xfrm>
            <a:off x="13716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3" name="Line 18">
            <a:extLst>
              <a:ext uri="{FF2B5EF4-FFF2-40B4-BE49-F238E27FC236}">
                <a16:creationId xmlns:a16="http://schemas.microsoft.com/office/drawing/2014/main" id="{18ABB7E6-D103-4CCE-A6F2-D47DF1339A6D}"/>
              </a:ext>
            </a:extLst>
          </p:cNvPr>
          <p:cNvSpPr>
            <a:spLocks noChangeShapeType="1"/>
          </p:cNvSpPr>
          <p:nvPr/>
        </p:nvSpPr>
        <p:spPr bwMode="auto">
          <a:xfrm>
            <a:off x="16002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4" name="Line 19">
            <a:extLst>
              <a:ext uri="{FF2B5EF4-FFF2-40B4-BE49-F238E27FC236}">
                <a16:creationId xmlns:a16="http://schemas.microsoft.com/office/drawing/2014/main" id="{D53DB2CC-5F63-4971-824D-488BFF315FF4}"/>
              </a:ext>
            </a:extLst>
          </p:cNvPr>
          <p:cNvSpPr>
            <a:spLocks noChangeShapeType="1"/>
          </p:cNvSpPr>
          <p:nvPr/>
        </p:nvSpPr>
        <p:spPr bwMode="auto">
          <a:xfrm>
            <a:off x="18288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5" name="Line 20">
            <a:extLst>
              <a:ext uri="{FF2B5EF4-FFF2-40B4-BE49-F238E27FC236}">
                <a16:creationId xmlns:a16="http://schemas.microsoft.com/office/drawing/2014/main" id="{10927306-200C-4910-A336-7977D6AFD515}"/>
              </a:ext>
            </a:extLst>
          </p:cNvPr>
          <p:cNvSpPr>
            <a:spLocks noChangeShapeType="1"/>
          </p:cNvSpPr>
          <p:nvPr/>
        </p:nvSpPr>
        <p:spPr bwMode="auto">
          <a:xfrm>
            <a:off x="20574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6" name="Line 21">
            <a:extLst>
              <a:ext uri="{FF2B5EF4-FFF2-40B4-BE49-F238E27FC236}">
                <a16:creationId xmlns:a16="http://schemas.microsoft.com/office/drawing/2014/main" id="{BFE36A80-550B-4BF8-94B1-FBC9ABE5FD99}"/>
              </a:ext>
            </a:extLst>
          </p:cNvPr>
          <p:cNvSpPr>
            <a:spLocks noChangeShapeType="1"/>
          </p:cNvSpPr>
          <p:nvPr/>
        </p:nvSpPr>
        <p:spPr bwMode="auto">
          <a:xfrm>
            <a:off x="22860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7" name="Line 22">
            <a:extLst>
              <a:ext uri="{FF2B5EF4-FFF2-40B4-BE49-F238E27FC236}">
                <a16:creationId xmlns:a16="http://schemas.microsoft.com/office/drawing/2014/main" id="{29A0D605-C015-4928-A7D5-9C0C4E22E19A}"/>
              </a:ext>
            </a:extLst>
          </p:cNvPr>
          <p:cNvSpPr>
            <a:spLocks noChangeShapeType="1"/>
          </p:cNvSpPr>
          <p:nvPr/>
        </p:nvSpPr>
        <p:spPr bwMode="auto">
          <a:xfrm>
            <a:off x="25146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8" name="Line 23">
            <a:extLst>
              <a:ext uri="{FF2B5EF4-FFF2-40B4-BE49-F238E27FC236}">
                <a16:creationId xmlns:a16="http://schemas.microsoft.com/office/drawing/2014/main" id="{0561568D-2386-4B99-B453-000947D0D8B4}"/>
              </a:ext>
            </a:extLst>
          </p:cNvPr>
          <p:cNvSpPr>
            <a:spLocks noChangeShapeType="1"/>
          </p:cNvSpPr>
          <p:nvPr/>
        </p:nvSpPr>
        <p:spPr bwMode="auto">
          <a:xfrm>
            <a:off x="27432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09" name="Line 24">
            <a:extLst>
              <a:ext uri="{FF2B5EF4-FFF2-40B4-BE49-F238E27FC236}">
                <a16:creationId xmlns:a16="http://schemas.microsoft.com/office/drawing/2014/main" id="{FDDA7481-F2B5-4A0C-96DD-BF5D3621DA6E}"/>
              </a:ext>
            </a:extLst>
          </p:cNvPr>
          <p:cNvSpPr>
            <a:spLocks noChangeShapeType="1"/>
          </p:cNvSpPr>
          <p:nvPr/>
        </p:nvSpPr>
        <p:spPr bwMode="auto">
          <a:xfrm>
            <a:off x="29718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0" name="Line 25">
            <a:extLst>
              <a:ext uri="{FF2B5EF4-FFF2-40B4-BE49-F238E27FC236}">
                <a16:creationId xmlns:a16="http://schemas.microsoft.com/office/drawing/2014/main" id="{4000C31E-B993-4126-8D6F-F57FDB5677F0}"/>
              </a:ext>
            </a:extLst>
          </p:cNvPr>
          <p:cNvSpPr>
            <a:spLocks noChangeShapeType="1"/>
          </p:cNvSpPr>
          <p:nvPr/>
        </p:nvSpPr>
        <p:spPr bwMode="auto">
          <a:xfrm>
            <a:off x="32004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1" name="Line 26">
            <a:extLst>
              <a:ext uri="{FF2B5EF4-FFF2-40B4-BE49-F238E27FC236}">
                <a16:creationId xmlns:a16="http://schemas.microsoft.com/office/drawing/2014/main" id="{4BF85E10-BD3D-444B-ADFB-0A88363A82A1}"/>
              </a:ext>
            </a:extLst>
          </p:cNvPr>
          <p:cNvSpPr>
            <a:spLocks noChangeShapeType="1"/>
          </p:cNvSpPr>
          <p:nvPr/>
        </p:nvSpPr>
        <p:spPr bwMode="auto">
          <a:xfrm>
            <a:off x="34290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2" name="Line 27">
            <a:extLst>
              <a:ext uri="{FF2B5EF4-FFF2-40B4-BE49-F238E27FC236}">
                <a16:creationId xmlns:a16="http://schemas.microsoft.com/office/drawing/2014/main" id="{F20C83E3-D8D3-4FAC-8865-F38627755B44}"/>
              </a:ext>
            </a:extLst>
          </p:cNvPr>
          <p:cNvSpPr>
            <a:spLocks noChangeShapeType="1"/>
          </p:cNvSpPr>
          <p:nvPr/>
        </p:nvSpPr>
        <p:spPr bwMode="auto">
          <a:xfrm>
            <a:off x="36576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3" name="Line 28">
            <a:extLst>
              <a:ext uri="{FF2B5EF4-FFF2-40B4-BE49-F238E27FC236}">
                <a16:creationId xmlns:a16="http://schemas.microsoft.com/office/drawing/2014/main" id="{E2CB6FF9-E974-42E1-87F0-A466C4A90DD6}"/>
              </a:ext>
            </a:extLst>
          </p:cNvPr>
          <p:cNvSpPr>
            <a:spLocks noChangeShapeType="1"/>
          </p:cNvSpPr>
          <p:nvPr/>
        </p:nvSpPr>
        <p:spPr bwMode="auto">
          <a:xfrm>
            <a:off x="38862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4" name="Line 29">
            <a:extLst>
              <a:ext uri="{FF2B5EF4-FFF2-40B4-BE49-F238E27FC236}">
                <a16:creationId xmlns:a16="http://schemas.microsoft.com/office/drawing/2014/main" id="{976A433F-1D6F-4FB0-81EB-E6B471E6A604}"/>
              </a:ext>
            </a:extLst>
          </p:cNvPr>
          <p:cNvSpPr>
            <a:spLocks noChangeShapeType="1"/>
          </p:cNvSpPr>
          <p:nvPr/>
        </p:nvSpPr>
        <p:spPr bwMode="auto">
          <a:xfrm>
            <a:off x="53340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5" name="Line 30">
            <a:extLst>
              <a:ext uri="{FF2B5EF4-FFF2-40B4-BE49-F238E27FC236}">
                <a16:creationId xmlns:a16="http://schemas.microsoft.com/office/drawing/2014/main" id="{76B79E43-B65A-4002-B6C7-C3D3131562F7}"/>
              </a:ext>
            </a:extLst>
          </p:cNvPr>
          <p:cNvSpPr>
            <a:spLocks noChangeShapeType="1"/>
          </p:cNvSpPr>
          <p:nvPr/>
        </p:nvSpPr>
        <p:spPr bwMode="auto">
          <a:xfrm>
            <a:off x="55626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6" name="Line 31">
            <a:extLst>
              <a:ext uri="{FF2B5EF4-FFF2-40B4-BE49-F238E27FC236}">
                <a16:creationId xmlns:a16="http://schemas.microsoft.com/office/drawing/2014/main" id="{79DDB561-8473-4357-B927-D1E8E46076D9}"/>
              </a:ext>
            </a:extLst>
          </p:cNvPr>
          <p:cNvSpPr>
            <a:spLocks noChangeShapeType="1"/>
          </p:cNvSpPr>
          <p:nvPr/>
        </p:nvSpPr>
        <p:spPr bwMode="auto">
          <a:xfrm>
            <a:off x="57912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7" name="Line 32">
            <a:extLst>
              <a:ext uri="{FF2B5EF4-FFF2-40B4-BE49-F238E27FC236}">
                <a16:creationId xmlns:a16="http://schemas.microsoft.com/office/drawing/2014/main" id="{18B2A706-020F-421E-87EA-102F59ED29B2}"/>
              </a:ext>
            </a:extLst>
          </p:cNvPr>
          <p:cNvSpPr>
            <a:spLocks noChangeShapeType="1"/>
          </p:cNvSpPr>
          <p:nvPr/>
        </p:nvSpPr>
        <p:spPr bwMode="auto">
          <a:xfrm>
            <a:off x="60198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8" name="Line 33">
            <a:extLst>
              <a:ext uri="{FF2B5EF4-FFF2-40B4-BE49-F238E27FC236}">
                <a16:creationId xmlns:a16="http://schemas.microsoft.com/office/drawing/2014/main" id="{5D5AC902-49A9-40BE-84D0-BE9D528B3ABC}"/>
              </a:ext>
            </a:extLst>
          </p:cNvPr>
          <p:cNvSpPr>
            <a:spLocks noChangeShapeType="1"/>
          </p:cNvSpPr>
          <p:nvPr/>
        </p:nvSpPr>
        <p:spPr bwMode="auto">
          <a:xfrm>
            <a:off x="62484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19" name="Line 34">
            <a:extLst>
              <a:ext uri="{FF2B5EF4-FFF2-40B4-BE49-F238E27FC236}">
                <a16:creationId xmlns:a16="http://schemas.microsoft.com/office/drawing/2014/main" id="{54E5C061-D5D9-4ADB-A51D-669E9A10C47F}"/>
              </a:ext>
            </a:extLst>
          </p:cNvPr>
          <p:cNvSpPr>
            <a:spLocks noChangeShapeType="1"/>
          </p:cNvSpPr>
          <p:nvPr/>
        </p:nvSpPr>
        <p:spPr bwMode="auto">
          <a:xfrm>
            <a:off x="64770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20" name="Line 35">
            <a:extLst>
              <a:ext uri="{FF2B5EF4-FFF2-40B4-BE49-F238E27FC236}">
                <a16:creationId xmlns:a16="http://schemas.microsoft.com/office/drawing/2014/main" id="{3AFEACC3-F0F8-47FD-B9B5-B80025365678}"/>
              </a:ext>
            </a:extLst>
          </p:cNvPr>
          <p:cNvSpPr>
            <a:spLocks noChangeShapeType="1"/>
          </p:cNvSpPr>
          <p:nvPr/>
        </p:nvSpPr>
        <p:spPr bwMode="auto">
          <a:xfrm>
            <a:off x="67056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21" name="Line 36">
            <a:extLst>
              <a:ext uri="{FF2B5EF4-FFF2-40B4-BE49-F238E27FC236}">
                <a16:creationId xmlns:a16="http://schemas.microsoft.com/office/drawing/2014/main" id="{73EDDC3C-D6BF-477A-90F4-ABB57942E2A0}"/>
              </a:ext>
            </a:extLst>
          </p:cNvPr>
          <p:cNvSpPr>
            <a:spLocks noChangeShapeType="1"/>
          </p:cNvSpPr>
          <p:nvPr/>
        </p:nvSpPr>
        <p:spPr bwMode="auto">
          <a:xfrm>
            <a:off x="69342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22" name="Line 37">
            <a:extLst>
              <a:ext uri="{FF2B5EF4-FFF2-40B4-BE49-F238E27FC236}">
                <a16:creationId xmlns:a16="http://schemas.microsoft.com/office/drawing/2014/main" id="{1A6A4122-BF2D-402D-B513-9024EAB706BD}"/>
              </a:ext>
            </a:extLst>
          </p:cNvPr>
          <p:cNvSpPr>
            <a:spLocks noChangeShapeType="1"/>
          </p:cNvSpPr>
          <p:nvPr/>
        </p:nvSpPr>
        <p:spPr bwMode="auto">
          <a:xfrm>
            <a:off x="71628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23" name="Line 38">
            <a:extLst>
              <a:ext uri="{FF2B5EF4-FFF2-40B4-BE49-F238E27FC236}">
                <a16:creationId xmlns:a16="http://schemas.microsoft.com/office/drawing/2014/main" id="{7F091C90-3CC9-46CD-8AA7-A6A12E509149}"/>
              </a:ext>
            </a:extLst>
          </p:cNvPr>
          <p:cNvSpPr>
            <a:spLocks noChangeShapeType="1"/>
          </p:cNvSpPr>
          <p:nvPr/>
        </p:nvSpPr>
        <p:spPr bwMode="auto">
          <a:xfrm>
            <a:off x="73914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24" name="Line 39">
            <a:extLst>
              <a:ext uri="{FF2B5EF4-FFF2-40B4-BE49-F238E27FC236}">
                <a16:creationId xmlns:a16="http://schemas.microsoft.com/office/drawing/2014/main" id="{D0006A94-A424-4200-805A-524DC452A92D}"/>
              </a:ext>
            </a:extLst>
          </p:cNvPr>
          <p:cNvSpPr>
            <a:spLocks noChangeShapeType="1"/>
          </p:cNvSpPr>
          <p:nvPr/>
        </p:nvSpPr>
        <p:spPr bwMode="auto">
          <a:xfrm>
            <a:off x="76200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25" name="Line 40">
            <a:extLst>
              <a:ext uri="{FF2B5EF4-FFF2-40B4-BE49-F238E27FC236}">
                <a16:creationId xmlns:a16="http://schemas.microsoft.com/office/drawing/2014/main" id="{26207168-EC6A-4F74-BDF4-A3962B2B8A4C}"/>
              </a:ext>
            </a:extLst>
          </p:cNvPr>
          <p:cNvSpPr>
            <a:spLocks noChangeShapeType="1"/>
          </p:cNvSpPr>
          <p:nvPr/>
        </p:nvSpPr>
        <p:spPr bwMode="auto">
          <a:xfrm>
            <a:off x="7848600" y="2933700"/>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26" name="Text Box 43">
            <a:extLst>
              <a:ext uri="{FF2B5EF4-FFF2-40B4-BE49-F238E27FC236}">
                <a16:creationId xmlns:a16="http://schemas.microsoft.com/office/drawing/2014/main" id="{D0DA2DC6-D2A0-425C-9138-5FF14E2222BD}"/>
              </a:ext>
            </a:extLst>
          </p:cNvPr>
          <p:cNvSpPr txBox="1">
            <a:spLocks noChangeArrowheads="1"/>
          </p:cNvSpPr>
          <p:nvPr/>
        </p:nvSpPr>
        <p:spPr bwMode="auto">
          <a:xfrm>
            <a:off x="15716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0</a:t>
            </a:r>
          </a:p>
        </p:txBody>
      </p:sp>
      <p:sp>
        <p:nvSpPr>
          <p:cNvPr id="29727" name="Text Box 44">
            <a:extLst>
              <a:ext uri="{FF2B5EF4-FFF2-40B4-BE49-F238E27FC236}">
                <a16:creationId xmlns:a16="http://schemas.microsoft.com/office/drawing/2014/main" id="{816D2AC2-BD4F-40C8-B597-90DAE109FF6E}"/>
              </a:ext>
            </a:extLst>
          </p:cNvPr>
          <p:cNvSpPr txBox="1">
            <a:spLocks noChangeArrowheads="1"/>
          </p:cNvSpPr>
          <p:nvPr/>
        </p:nvSpPr>
        <p:spPr bwMode="auto">
          <a:xfrm>
            <a:off x="18002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0</a:t>
            </a:r>
          </a:p>
        </p:txBody>
      </p:sp>
      <p:sp>
        <p:nvSpPr>
          <p:cNvPr id="29728" name="Text Box 45">
            <a:extLst>
              <a:ext uri="{FF2B5EF4-FFF2-40B4-BE49-F238E27FC236}">
                <a16:creationId xmlns:a16="http://schemas.microsoft.com/office/drawing/2014/main" id="{4E1AE298-814E-4E68-A14C-3E5766A33EF6}"/>
              </a:ext>
            </a:extLst>
          </p:cNvPr>
          <p:cNvSpPr txBox="1">
            <a:spLocks noChangeArrowheads="1"/>
          </p:cNvSpPr>
          <p:nvPr/>
        </p:nvSpPr>
        <p:spPr bwMode="auto">
          <a:xfrm>
            <a:off x="2043113"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29" name="Text Box 46">
            <a:extLst>
              <a:ext uri="{FF2B5EF4-FFF2-40B4-BE49-F238E27FC236}">
                <a16:creationId xmlns:a16="http://schemas.microsoft.com/office/drawing/2014/main" id="{8CD043F9-98D3-4DF3-A5F9-0A0AACF6A6EC}"/>
              </a:ext>
            </a:extLst>
          </p:cNvPr>
          <p:cNvSpPr txBox="1">
            <a:spLocks noChangeArrowheads="1"/>
          </p:cNvSpPr>
          <p:nvPr/>
        </p:nvSpPr>
        <p:spPr bwMode="auto">
          <a:xfrm>
            <a:off x="22574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30" name="Text Box 47">
            <a:extLst>
              <a:ext uri="{FF2B5EF4-FFF2-40B4-BE49-F238E27FC236}">
                <a16:creationId xmlns:a16="http://schemas.microsoft.com/office/drawing/2014/main" id="{E0E2E80D-977C-42B1-88FC-568AF1400EF8}"/>
              </a:ext>
            </a:extLst>
          </p:cNvPr>
          <p:cNvSpPr txBox="1">
            <a:spLocks noChangeArrowheads="1"/>
          </p:cNvSpPr>
          <p:nvPr/>
        </p:nvSpPr>
        <p:spPr bwMode="auto">
          <a:xfrm>
            <a:off x="24860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31" name="Text Box 48">
            <a:extLst>
              <a:ext uri="{FF2B5EF4-FFF2-40B4-BE49-F238E27FC236}">
                <a16:creationId xmlns:a16="http://schemas.microsoft.com/office/drawing/2014/main" id="{38D89A0D-B2B4-45A4-8065-7D4A03762BF5}"/>
              </a:ext>
            </a:extLst>
          </p:cNvPr>
          <p:cNvSpPr txBox="1">
            <a:spLocks noChangeArrowheads="1"/>
          </p:cNvSpPr>
          <p:nvPr/>
        </p:nvSpPr>
        <p:spPr bwMode="auto">
          <a:xfrm>
            <a:off x="27146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32" name="Text Box 49">
            <a:extLst>
              <a:ext uri="{FF2B5EF4-FFF2-40B4-BE49-F238E27FC236}">
                <a16:creationId xmlns:a16="http://schemas.microsoft.com/office/drawing/2014/main" id="{FAE5880A-C1D2-48E9-8040-C01568EB11D2}"/>
              </a:ext>
            </a:extLst>
          </p:cNvPr>
          <p:cNvSpPr txBox="1">
            <a:spLocks noChangeArrowheads="1"/>
          </p:cNvSpPr>
          <p:nvPr/>
        </p:nvSpPr>
        <p:spPr bwMode="auto">
          <a:xfrm>
            <a:off x="2971800"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33" name="Text Box 50">
            <a:extLst>
              <a:ext uri="{FF2B5EF4-FFF2-40B4-BE49-F238E27FC236}">
                <a16:creationId xmlns:a16="http://schemas.microsoft.com/office/drawing/2014/main" id="{60C5237E-1A3A-4D07-A692-72D913147431}"/>
              </a:ext>
            </a:extLst>
          </p:cNvPr>
          <p:cNvSpPr txBox="1">
            <a:spLocks noChangeArrowheads="1"/>
          </p:cNvSpPr>
          <p:nvPr/>
        </p:nvSpPr>
        <p:spPr bwMode="auto">
          <a:xfrm>
            <a:off x="3167063"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34" name="Text Box 51">
            <a:extLst>
              <a:ext uri="{FF2B5EF4-FFF2-40B4-BE49-F238E27FC236}">
                <a16:creationId xmlns:a16="http://schemas.microsoft.com/office/drawing/2014/main" id="{C0A25999-5760-4E77-807B-39D19A064383}"/>
              </a:ext>
            </a:extLst>
          </p:cNvPr>
          <p:cNvSpPr txBox="1">
            <a:spLocks noChangeArrowheads="1"/>
          </p:cNvSpPr>
          <p:nvPr/>
        </p:nvSpPr>
        <p:spPr bwMode="auto">
          <a:xfrm>
            <a:off x="3414713"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0</a:t>
            </a:r>
          </a:p>
        </p:txBody>
      </p:sp>
      <p:sp>
        <p:nvSpPr>
          <p:cNvPr id="29735" name="Text Box 52">
            <a:extLst>
              <a:ext uri="{FF2B5EF4-FFF2-40B4-BE49-F238E27FC236}">
                <a16:creationId xmlns:a16="http://schemas.microsoft.com/office/drawing/2014/main" id="{241CE71F-B8A8-4030-97ED-12F28799C5EE}"/>
              </a:ext>
            </a:extLst>
          </p:cNvPr>
          <p:cNvSpPr txBox="1">
            <a:spLocks noChangeArrowheads="1"/>
          </p:cNvSpPr>
          <p:nvPr/>
        </p:nvSpPr>
        <p:spPr bwMode="auto">
          <a:xfrm>
            <a:off x="36290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0</a:t>
            </a:r>
          </a:p>
        </p:txBody>
      </p:sp>
      <p:sp>
        <p:nvSpPr>
          <p:cNvPr id="29736" name="Line 54">
            <a:extLst>
              <a:ext uri="{FF2B5EF4-FFF2-40B4-BE49-F238E27FC236}">
                <a16:creationId xmlns:a16="http://schemas.microsoft.com/office/drawing/2014/main" id="{0DD573A8-3952-44BF-82C6-6A00A2A9A1D1}"/>
              </a:ext>
            </a:extLst>
          </p:cNvPr>
          <p:cNvSpPr>
            <a:spLocks noChangeShapeType="1"/>
          </p:cNvSpPr>
          <p:nvPr/>
        </p:nvSpPr>
        <p:spPr bwMode="auto">
          <a:xfrm>
            <a:off x="4114800" y="2919413"/>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37" name="Line 55">
            <a:extLst>
              <a:ext uri="{FF2B5EF4-FFF2-40B4-BE49-F238E27FC236}">
                <a16:creationId xmlns:a16="http://schemas.microsoft.com/office/drawing/2014/main" id="{AD26EBC0-FD70-4C0B-A828-A489F7B5DFE5}"/>
              </a:ext>
            </a:extLst>
          </p:cNvPr>
          <p:cNvSpPr>
            <a:spLocks noChangeShapeType="1"/>
          </p:cNvSpPr>
          <p:nvPr/>
        </p:nvSpPr>
        <p:spPr bwMode="auto">
          <a:xfrm>
            <a:off x="4343400" y="2919413"/>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38" name="Line 56">
            <a:extLst>
              <a:ext uri="{FF2B5EF4-FFF2-40B4-BE49-F238E27FC236}">
                <a16:creationId xmlns:a16="http://schemas.microsoft.com/office/drawing/2014/main" id="{19FE25F3-AB48-4333-B97D-8FDF878D75EA}"/>
              </a:ext>
            </a:extLst>
          </p:cNvPr>
          <p:cNvSpPr>
            <a:spLocks noChangeShapeType="1"/>
          </p:cNvSpPr>
          <p:nvPr/>
        </p:nvSpPr>
        <p:spPr bwMode="auto">
          <a:xfrm>
            <a:off x="4572000" y="2919413"/>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9739" name="Text Box 59">
            <a:extLst>
              <a:ext uri="{FF2B5EF4-FFF2-40B4-BE49-F238E27FC236}">
                <a16:creationId xmlns:a16="http://schemas.microsoft.com/office/drawing/2014/main" id="{B50C8B45-D99B-4649-9002-DCFF716E0CC8}"/>
              </a:ext>
            </a:extLst>
          </p:cNvPr>
          <p:cNvSpPr txBox="1">
            <a:spLocks noChangeArrowheads="1"/>
          </p:cNvSpPr>
          <p:nvPr/>
        </p:nvSpPr>
        <p:spPr bwMode="auto">
          <a:xfrm>
            <a:off x="38576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1</a:t>
            </a:r>
          </a:p>
        </p:txBody>
      </p:sp>
      <p:sp>
        <p:nvSpPr>
          <p:cNvPr id="29740" name="Text Box 60">
            <a:extLst>
              <a:ext uri="{FF2B5EF4-FFF2-40B4-BE49-F238E27FC236}">
                <a16:creationId xmlns:a16="http://schemas.microsoft.com/office/drawing/2014/main" id="{816FA343-A227-4CAC-9E50-B0FE0862BA0E}"/>
              </a:ext>
            </a:extLst>
          </p:cNvPr>
          <p:cNvSpPr txBox="1">
            <a:spLocks noChangeArrowheads="1"/>
          </p:cNvSpPr>
          <p:nvPr/>
        </p:nvSpPr>
        <p:spPr bwMode="auto">
          <a:xfrm>
            <a:off x="40862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1</a:t>
            </a:r>
          </a:p>
        </p:txBody>
      </p:sp>
      <p:sp>
        <p:nvSpPr>
          <p:cNvPr id="29741" name="Text Box 61">
            <a:extLst>
              <a:ext uri="{FF2B5EF4-FFF2-40B4-BE49-F238E27FC236}">
                <a16:creationId xmlns:a16="http://schemas.microsoft.com/office/drawing/2014/main" id="{83F14483-A05B-43A7-BA7C-A095F20C1C31}"/>
              </a:ext>
            </a:extLst>
          </p:cNvPr>
          <p:cNvSpPr txBox="1">
            <a:spLocks noChangeArrowheads="1"/>
          </p:cNvSpPr>
          <p:nvPr/>
        </p:nvSpPr>
        <p:spPr bwMode="auto">
          <a:xfrm>
            <a:off x="43148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0</a:t>
            </a:r>
          </a:p>
        </p:txBody>
      </p:sp>
      <p:sp>
        <p:nvSpPr>
          <p:cNvPr id="29742" name="Text Box 62">
            <a:extLst>
              <a:ext uri="{FF2B5EF4-FFF2-40B4-BE49-F238E27FC236}">
                <a16:creationId xmlns:a16="http://schemas.microsoft.com/office/drawing/2014/main" id="{1C1E8AED-07A6-418E-BEF0-B579798C19EA}"/>
              </a:ext>
            </a:extLst>
          </p:cNvPr>
          <p:cNvSpPr txBox="1">
            <a:spLocks noChangeArrowheads="1"/>
          </p:cNvSpPr>
          <p:nvPr/>
        </p:nvSpPr>
        <p:spPr bwMode="auto">
          <a:xfrm>
            <a:off x="5314950"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0</a:t>
            </a:r>
          </a:p>
        </p:txBody>
      </p:sp>
      <p:sp>
        <p:nvSpPr>
          <p:cNvPr id="29743" name="Text Box 63">
            <a:extLst>
              <a:ext uri="{FF2B5EF4-FFF2-40B4-BE49-F238E27FC236}">
                <a16:creationId xmlns:a16="http://schemas.microsoft.com/office/drawing/2014/main" id="{6534A30B-C7A5-49CD-AB33-5469B021AFFE}"/>
              </a:ext>
            </a:extLst>
          </p:cNvPr>
          <p:cNvSpPr txBox="1">
            <a:spLocks noChangeArrowheads="1"/>
          </p:cNvSpPr>
          <p:nvPr/>
        </p:nvSpPr>
        <p:spPr bwMode="auto">
          <a:xfrm>
            <a:off x="55340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1</a:t>
            </a:r>
          </a:p>
        </p:txBody>
      </p:sp>
      <p:sp>
        <p:nvSpPr>
          <p:cNvPr id="29744" name="Text Box 64">
            <a:extLst>
              <a:ext uri="{FF2B5EF4-FFF2-40B4-BE49-F238E27FC236}">
                <a16:creationId xmlns:a16="http://schemas.microsoft.com/office/drawing/2014/main" id="{7B0A7572-D9C6-4564-A2AB-D39263329BEF}"/>
              </a:ext>
            </a:extLst>
          </p:cNvPr>
          <p:cNvSpPr txBox="1">
            <a:spLocks noChangeArrowheads="1"/>
          </p:cNvSpPr>
          <p:nvPr/>
        </p:nvSpPr>
        <p:spPr bwMode="auto">
          <a:xfrm>
            <a:off x="73628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0</a:t>
            </a:r>
          </a:p>
        </p:txBody>
      </p:sp>
      <p:sp>
        <p:nvSpPr>
          <p:cNvPr id="29745" name="Text Box 65">
            <a:extLst>
              <a:ext uri="{FF2B5EF4-FFF2-40B4-BE49-F238E27FC236}">
                <a16:creationId xmlns:a16="http://schemas.microsoft.com/office/drawing/2014/main" id="{825043A7-32F6-4B2F-B7B3-E7ED5FE2D106}"/>
              </a:ext>
            </a:extLst>
          </p:cNvPr>
          <p:cNvSpPr txBox="1">
            <a:spLocks noChangeArrowheads="1"/>
          </p:cNvSpPr>
          <p:nvPr/>
        </p:nvSpPr>
        <p:spPr bwMode="auto">
          <a:xfrm>
            <a:off x="71342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46" name="Text Box 66">
            <a:extLst>
              <a:ext uri="{FF2B5EF4-FFF2-40B4-BE49-F238E27FC236}">
                <a16:creationId xmlns:a16="http://schemas.microsoft.com/office/drawing/2014/main" id="{58D9560D-5D5D-40F4-902B-C0632040D3FA}"/>
              </a:ext>
            </a:extLst>
          </p:cNvPr>
          <p:cNvSpPr txBox="1">
            <a:spLocks noChangeArrowheads="1"/>
          </p:cNvSpPr>
          <p:nvPr/>
        </p:nvSpPr>
        <p:spPr bwMode="auto">
          <a:xfrm>
            <a:off x="6915150"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47" name="Text Box 67">
            <a:extLst>
              <a:ext uri="{FF2B5EF4-FFF2-40B4-BE49-F238E27FC236}">
                <a16:creationId xmlns:a16="http://schemas.microsoft.com/office/drawing/2014/main" id="{7F2AAB3C-93FD-4448-9A4E-FA4B94C2AD99}"/>
              </a:ext>
            </a:extLst>
          </p:cNvPr>
          <p:cNvSpPr txBox="1">
            <a:spLocks noChangeArrowheads="1"/>
          </p:cNvSpPr>
          <p:nvPr/>
        </p:nvSpPr>
        <p:spPr bwMode="auto">
          <a:xfrm>
            <a:off x="6672263"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48" name="Text Box 68">
            <a:extLst>
              <a:ext uri="{FF2B5EF4-FFF2-40B4-BE49-F238E27FC236}">
                <a16:creationId xmlns:a16="http://schemas.microsoft.com/office/drawing/2014/main" id="{70B40408-89A8-4373-9F25-F7310F05D437}"/>
              </a:ext>
            </a:extLst>
          </p:cNvPr>
          <p:cNvSpPr txBox="1">
            <a:spLocks noChangeArrowheads="1"/>
          </p:cNvSpPr>
          <p:nvPr/>
        </p:nvSpPr>
        <p:spPr bwMode="auto">
          <a:xfrm>
            <a:off x="6457950"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49" name="Text Box 69">
            <a:extLst>
              <a:ext uri="{FF2B5EF4-FFF2-40B4-BE49-F238E27FC236}">
                <a16:creationId xmlns:a16="http://schemas.microsoft.com/office/drawing/2014/main" id="{3C0450A8-CFD6-4D04-B9E7-366BAB31130C}"/>
              </a:ext>
            </a:extLst>
          </p:cNvPr>
          <p:cNvSpPr txBox="1">
            <a:spLocks noChangeArrowheads="1"/>
          </p:cNvSpPr>
          <p:nvPr/>
        </p:nvSpPr>
        <p:spPr bwMode="auto">
          <a:xfrm>
            <a:off x="62198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50" name="Text Box 70">
            <a:extLst>
              <a:ext uri="{FF2B5EF4-FFF2-40B4-BE49-F238E27FC236}">
                <a16:creationId xmlns:a16="http://schemas.microsoft.com/office/drawing/2014/main" id="{16BF0ED4-5016-4B9E-80AB-304629F3BF45}"/>
              </a:ext>
            </a:extLst>
          </p:cNvPr>
          <p:cNvSpPr txBox="1">
            <a:spLocks noChangeArrowheads="1"/>
          </p:cNvSpPr>
          <p:nvPr/>
        </p:nvSpPr>
        <p:spPr bwMode="auto">
          <a:xfrm>
            <a:off x="6000750"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1</a:t>
            </a:r>
          </a:p>
        </p:txBody>
      </p:sp>
      <p:sp>
        <p:nvSpPr>
          <p:cNvPr id="29751" name="Text Box 71">
            <a:extLst>
              <a:ext uri="{FF2B5EF4-FFF2-40B4-BE49-F238E27FC236}">
                <a16:creationId xmlns:a16="http://schemas.microsoft.com/office/drawing/2014/main" id="{579FBA06-F716-4434-B113-007D5CD31325}"/>
              </a:ext>
            </a:extLst>
          </p:cNvPr>
          <p:cNvSpPr txBox="1">
            <a:spLocks noChangeArrowheads="1"/>
          </p:cNvSpPr>
          <p:nvPr/>
        </p:nvSpPr>
        <p:spPr bwMode="auto">
          <a:xfrm>
            <a:off x="5757863"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dirty="0">
                <a:solidFill>
                  <a:srgbClr val="0000FF"/>
                </a:solidFill>
                <a:latin typeface="Times New Roman" panose="02020603050405020304" pitchFamily="18" charset="0"/>
              </a:rPr>
              <a:t>0</a:t>
            </a:r>
          </a:p>
        </p:txBody>
      </p:sp>
      <p:sp>
        <p:nvSpPr>
          <p:cNvPr id="29752" name="Text Box 72">
            <a:extLst>
              <a:ext uri="{FF2B5EF4-FFF2-40B4-BE49-F238E27FC236}">
                <a16:creationId xmlns:a16="http://schemas.microsoft.com/office/drawing/2014/main" id="{B7320046-4B81-4BD4-BA92-4023C5A0B9CA}"/>
              </a:ext>
            </a:extLst>
          </p:cNvPr>
          <p:cNvSpPr txBox="1">
            <a:spLocks noChangeArrowheads="1"/>
          </p:cNvSpPr>
          <p:nvPr/>
        </p:nvSpPr>
        <p:spPr bwMode="auto">
          <a:xfrm>
            <a:off x="7586663"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0</a:t>
            </a:r>
          </a:p>
        </p:txBody>
      </p:sp>
      <p:sp>
        <p:nvSpPr>
          <p:cNvPr id="29753" name="Text Box 73">
            <a:extLst>
              <a:ext uri="{FF2B5EF4-FFF2-40B4-BE49-F238E27FC236}">
                <a16:creationId xmlns:a16="http://schemas.microsoft.com/office/drawing/2014/main" id="{A83B5FEE-693B-4182-8D8C-9B5D19A011BF}"/>
              </a:ext>
            </a:extLst>
          </p:cNvPr>
          <p:cNvSpPr txBox="1">
            <a:spLocks noChangeArrowheads="1"/>
          </p:cNvSpPr>
          <p:nvPr/>
        </p:nvSpPr>
        <p:spPr bwMode="auto">
          <a:xfrm>
            <a:off x="1343025" y="2933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rgbClr val="0000FF"/>
                </a:solidFill>
                <a:latin typeface="Times New Roman" panose="02020603050405020304" pitchFamily="18" charset="0"/>
              </a:rPr>
              <a:t>1</a:t>
            </a:r>
          </a:p>
        </p:txBody>
      </p:sp>
      <p:sp>
        <p:nvSpPr>
          <p:cNvPr id="29754" name="Text Box 74">
            <a:extLst>
              <a:ext uri="{FF2B5EF4-FFF2-40B4-BE49-F238E27FC236}">
                <a16:creationId xmlns:a16="http://schemas.microsoft.com/office/drawing/2014/main" id="{FDBF609E-FEAB-4344-B597-AD22CBD929D3}"/>
              </a:ext>
            </a:extLst>
          </p:cNvPr>
          <p:cNvSpPr txBox="1">
            <a:spLocks noChangeArrowheads="1"/>
          </p:cNvSpPr>
          <p:nvPr/>
        </p:nvSpPr>
        <p:spPr bwMode="auto">
          <a:xfrm>
            <a:off x="609600" y="28575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400">
                <a:solidFill>
                  <a:srgbClr val="FFFF00"/>
                </a:solidFill>
                <a:latin typeface="Times New Roman" panose="02020603050405020304" pitchFamily="18" charset="0"/>
              </a:rPr>
              <a:t>……</a:t>
            </a:r>
          </a:p>
        </p:txBody>
      </p:sp>
      <p:sp>
        <p:nvSpPr>
          <p:cNvPr id="29755" name="Text Box 75">
            <a:extLst>
              <a:ext uri="{FF2B5EF4-FFF2-40B4-BE49-F238E27FC236}">
                <a16:creationId xmlns:a16="http://schemas.microsoft.com/office/drawing/2014/main" id="{1D1E8C66-3F0E-46A0-8DE8-3476D4014D84}"/>
              </a:ext>
            </a:extLst>
          </p:cNvPr>
          <p:cNvSpPr txBox="1">
            <a:spLocks noChangeArrowheads="1"/>
          </p:cNvSpPr>
          <p:nvPr/>
        </p:nvSpPr>
        <p:spPr bwMode="auto">
          <a:xfrm>
            <a:off x="4572000" y="2857500"/>
            <a:ext cx="76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400">
                <a:solidFill>
                  <a:srgbClr val="0000FF"/>
                </a:solidFill>
                <a:latin typeface="Times New Roman" panose="02020603050405020304" pitchFamily="18" charset="0"/>
              </a:rPr>
              <a:t>……</a:t>
            </a:r>
          </a:p>
        </p:txBody>
      </p:sp>
      <p:sp>
        <p:nvSpPr>
          <p:cNvPr id="29756" name="Text Box 76">
            <a:extLst>
              <a:ext uri="{FF2B5EF4-FFF2-40B4-BE49-F238E27FC236}">
                <a16:creationId xmlns:a16="http://schemas.microsoft.com/office/drawing/2014/main" id="{0100E007-B709-4B0C-B20D-D163AAB31635}"/>
              </a:ext>
            </a:extLst>
          </p:cNvPr>
          <p:cNvSpPr txBox="1">
            <a:spLocks noChangeArrowheads="1"/>
          </p:cNvSpPr>
          <p:nvPr/>
        </p:nvSpPr>
        <p:spPr bwMode="auto">
          <a:xfrm>
            <a:off x="7848600" y="28575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400">
                <a:solidFill>
                  <a:srgbClr val="FFFF00"/>
                </a:solidFill>
                <a:latin typeface="Times New Roman" panose="02020603050405020304" pitchFamily="18" charset="0"/>
              </a:rPr>
              <a:t>……</a:t>
            </a:r>
          </a:p>
        </p:txBody>
      </p:sp>
      <p:sp>
        <p:nvSpPr>
          <p:cNvPr id="29757" name="AutoShape 77">
            <a:extLst>
              <a:ext uri="{FF2B5EF4-FFF2-40B4-BE49-F238E27FC236}">
                <a16:creationId xmlns:a16="http://schemas.microsoft.com/office/drawing/2014/main" id="{A0431A52-3B48-46A1-B85E-D6017E762D59}"/>
              </a:ext>
            </a:extLst>
          </p:cNvPr>
          <p:cNvSpPr>
            <a:spLocks/>
          </p:cNvSpPr>
          <p:nvPr/>
        </p:nvSpPr>
        <p:spPr bwMode="auto">
          <a:xfrm rot="-5400000">
            <a:off x="2667000" y="2933700"/>
            <a:ext cx="152400" cy="1828800"/>
          </a:xfrm>
          <a:prstGeom prst="leftBrace">
            <a:avLst>
              <a:gd name="adj1" fmla="val 100000"/>
              <a:gd name="adj2" fmla="val 50000"/>
            </a:avLst>
          </a:prstGeom>
          <a:noFill/>
          <a:ln w="12700">
            <a:solidFill>
              <a:srgbClr val="2466B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63" name="Rectangle 78">
            <a:extLst>
              <a:ext uri="{FF2B5EF4-FFF2-40B4-BE49-F238E27FC236}">
                <a16:creationId xmlns:a16="http://schemas.microsoft.com/office/drawing/2014/main" id="{F94017CD-7B6A-4ED7-8318-4E1858E47100}"/>
              </a:ext>
            </a:extLst>
          </p:cNvPr>
          <p:cNvSpPr>
            <a:spLocks noChangeArrowheads="1"/>
          </p:cNvSpPr>
          <p:nvPr/>
        </p:nvSpPr>
        <p:spPr bwMode="auto">
          <a:xfrm>
            <a:off x="1828800" y="3543300"/>
            <a:ext cx="1828800" cy="1524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solidFill>
              <a:schemeClr val="tx1"/>
            </a:solidFill>
            <a:miter lim="800000"/>
            <a:headEnd type="none" w="sm" len="sm"/>
            <a:tailEnd type="none" w="sm" len="sm"/>
          </a:ln>
          <a:effectLst/>
        </p:spPr>
        <p:txBody>
          <a:bodyPr wrap="none" anchor="ctr"/>
          <a:lstStyle/>
          <a:p>
            <a:pPr>
              <a:spcBef>
                <a:spcPct val="50000"/>
              </a:spcBef>
              <a:defRPr/>
            </a:pPr>
            <a:endParaRPr lang="zh-CN" altLang="en-US"/>
          </a:p>
        </p:txBody>
      </p:sp>
      <p:sp>
        <p:nvSpPr>
          <p:cNvPr id="64" name="Rectangle 79">
            <a:extLst>
              <a:ext uri="{FF2B5EF4-FFF2-40B4-BE49-F238E27FC236}">
                <a16:creationId xmlns:a16="http://schemas.microsoft.com/office/drawing/2014/main" id="{BAD5EC1C-37D4-4DF2-86AB-2AB0E8FADA1E}"/>
              </a:ext>
            </a:extLst>
          </p:cNvPr>
          <p:cNvSpPr>
            <a:spLocks noChangeArrowheads="1"/>
          </p:cNvSpPr>
          <p:nvPr/>
        </p:nvSpPr>
        <p:spPr bwMode="auto">
          <a:xfrm>
            <a:off x="5791200" y="3543300"/>
            <a:ext cx="1828800" cy="15240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12700">
            <a:solidFill>
              <a:schemeClr val="tx1"/>
            </a:solidFill>
            <a:miter lim="800000"/>
            <a:headEnd type="none" w="sm" len="sm"/>
            <a:tailEnd type="none" w="sm" len="sm"/>
          </a:ln>
          <a:effectLst/>
        </p:spPr>
        <p:txBody>
          <a:bodyPr wrap="none" anchor="ctr"/>
          <a:lstStyle/>
          <a:p>
            <a:pPr>
              <a:spcBef>
                <a:spcPct val="50000"/>
              </a:spcBef>
              <a:defRPr/>
            </a:pPr>
            <a:endParaRPr lang="zh-CN" altLang="en-US"/>
          </a:p>
        </p:txBody>
      </p:sp>
      <p:sp>
        <p:nvSpPr>
          <p:cNvPr id="29760" name="Rectangle 80">
            <a:extLst>
              <a:ext uri="{FF2B5EF4-FFF2-40B4-BE49-F238E27FC236}">
                <a16:creationId xmlns:a16="http://schemas.microsoft.com/office/drawing/2014/main" id="{857E2065-CFFA-4DE9-BD8C-BEF041137CC4}"/>
              </a:ext>
            </a:extLst>
          </p:cNvPr>
          <p:cNvSpPr>
            <a:spLocks noChangeArrowheads="1"/>
          </p:cNvSpPr>
          <p:nvPr/>
        </p:nvSpPr>
        <p:spPr bwMode="auto">
          <a:xfrm>
            <a:off x="3657600" y="3543300"/>
            <a:ext cx="2133600" cy="152400"/>
          </a:xfrm>
          <a:prstGeom prst="rect">
            <a:avLst/>
          </a:prstGeom>
          <a:gradFill rotWithShape="0">
            <a:gsLst>
              <a:gs pos="0">
                <a:srgbClr val="764700"/>
              </a:gs>
              <a:gs pos="50000">
                <a:srgbClr val="FF9900"/>
              </a:gs>
              <a:gs pos="100000">
                <a:srgbClr val="764700"/>
              </a:gs>
            </a:gsLst>
            <a:lin ang="5400000" scaled="1"/>
          </a:gradFill>
          <a:ln w="12700">
            <a:solidFill>
              <a:schemeClr val="tx1"/>
            </a:solidFill>
            <a:miter lim="800000"/>
            <a:headEnd type="none" w="sm" len="sm"/>
            <a:tailEnd type="none" w="sm" len="sm"/>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9761" name="Text Box 82">
            <a:extLst>
              <a:ext uri="{FF2B5EF4-FFF2-40B4-BE49-F238E27FC236}">
                <a16:creationId xmlns:a16="http://schemas.microsoft.com/office/drawing/2014/main" id="{A71D492C-974F-42BF-AC6E-9FCFC5819F76}"/>
              </a:ext>
            </a:extLst>
          </p:cNvPr>
          <p:cNvSpPr txBox="1">
            <a:spLocks noChangeArrowheads="1"/>
          </p:cNvSpPr>
          <p:nvPr/>
        </p:nvSpPr>
        <p:spPr bwMode="auto">
          <a:xfrm>
            <a:off x="2181225" y="4000500"/>
            <a:ext cx="114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0000FF"/>
                </a:solidFill>
                <a:latin typeface="Times New Roman" panose="02020603050405020304" pitchFamily="18" charset="0"/>
                <a:ea typeface="仿宋_GB2312" pitchFamily="49" charset="-122"/>
              </a:rPr>
              <a:t>帧的开始标志</a:t>
            </a:r>
          </a:p>
        </p:txBody>
      </p:sp>
      <p:sp>
        <p:nvSpPr>
          <p:cNvPr id="29762" name="AutoShape 83">
            <a:extLst>
              <a:ext uri="{FF2B5EF4-FFF2-40B4-BE49-F238E27FC236}">
                <a16:creationId xmlns:a16="http://schemas.microsoft.com/office/drawing/2014/main" id="{F0240F53-A505-4F79-AA3B-40F7E3E47F6E}"/>
              </a:ext>
            </a:extLst>
          </p:cNvPr>
          <p:cNvSpPr>
            <a:spLocks/>
          </p:cNvSpPr>
          <p:nvPr/>
        </p:nvSpPr>
        <p:spPr bwMode="auto">
          <a:xfrm rot="-5400000">
            <a:off x="6629400" y="2933700"/>
            <a:ext cx="152400" cy="1828800"/>
          </a:xfrm>
          <a:prstGeom prst="leftBrace">
            <a:avLst>
              <a:gd name="adj1" fmla="val 100000"/>
              <a:gd name="adj2" fmla="val 50000"/>
            </a:avLst>
          </a:prstGeom>
          <a:noFill/>
          <a:ln w="12700">
            <a:solidFill>
              <a:srgbClr val="2466B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9763" name="Text Box 84">
            <a:extLst>
              <a:ext uri="{FF2B5EF4-FFF2-40B4-BE49-F238E27FC236}">
                <a16:creationId xmlns:a16="http://schemas.microsoft.com/office/drawing/2014/main" id="{308E8256-1D07-46ED-B037-693E565AEF16}"/>
              </a:ext>
            </a:extLst>
          </p:cNvPr>
          <p:cNvSpPr txBox="1">
            <a:spLocks noChangeArrowheads="1"/>
          </p:cNvSpPr>
          <p:nvPr/>
        </p:nvSpPr>
        <p:spPr bwMode="auto">
          <a:xfrm>
            <a:off x="6143625" y="4000500"/>
            <a:ext cx="114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0000FF"/>
                </a:solidFill>
                <a:latin typeface="Times New Roman" panose="02020603050405020304" pitchFamily="18" charset="0"/>
                <a:ea typeface="仿宋_GB2312" pitchFamily="49" charset="-122"/>
              </a:rPr>
              <a:t>帧的结束标志</a:t>
            </a:r>
          </a:p>
        </p:txBody>
      </p:sp>
      <p:sp>
        <p:nvSpPr>
          <p:cNvPr id="29764" name="AutoShape 85">
            <a:extLst>
              <a:ext uri="{FF2B5EF4-FFF2-40B4-BE49-F238E27FC236}">
                <a16:creationId xmlns:a16="http://schemas.microsoft.com/office/drawing/2014/main" id="{A8392150-DAB2-4A32-A30B-99344633F34E}"/>
              </a:ext>
            </a:extLst>
          </p:cNvPr>
          <p:cNvSpPr>
            <a:spLocks/>
          </p:cNvSpPr>
          <p:nvPr/>
        </p:nvSpPr>
        <p:spPr bwMode="auto">
          <a:xfrm rot="-5400000">
            <a:off x="4640263" y="2781300"/>
            <a:ext cx="152400" cy="2124075"/>
          </a:xfrm>
          <a:prstGeom prst="leftBrace">
            <a:avLst>
              <a:gd name="adj1" fmla="val 116146"/>
              <a:gd name="adj2" fmla="val 50000"/>
            </a:avLst>
          </a:prstGeom>
          <a:noFill/>
          <a:ln w="12700">
            <a:solidFill>
              <a:srgbClr val="2466B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9765" name="Text Box 86">
            <a:extLst>
              <a:ext uri="{FF2B5EF4-FFF2-40B4-BE49-F238E27FC236}">
                <a16:creationId xmlns:a16="http://schemas.microsoft.com/office/drawing/2014/main" id="{8C297B07-5394-4037-9721-033B2B8C37E2}"/>
              </a:ext>
            </a:extLst>
          </p:cNvPr>
          <p:cNvSpPr txBox="1">
            <a:spLocks noChangeArrowheads="1"/>
          </p:cNvSpPr>
          <p:nvPr/>
        </p:nvSpPr>
        <p:spPr bwMode="auto">
          <a:xfrm>
            <a:off x="4238625" y="40005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0000FF"/>
                </a:solidFill>
                <a:latin typeface="Times New Roman" panose="02020603050405020304" pitchFamily="18" charset="0"/>
                <a:ea typeface="仿宋_GB2312" pitchFamily="49" charset="-122"/>
              </a:rPr>
              <a:t>帧的内容</a:t>
            </a:r>
          </a:p>
        </p:txBody>
      </p:sp>
      <p:sp>
        <p:nvSpPr>
          <p:cNvPr id="29766" name="AutoShape 87">
            <a:extLst>
              <a:ext uri="{FF2B5EF4-FFF2-40B4-BE49-F238E27FC236}">
                <a16:creationId xmlns:a16="http://schemas.microsoft.com/office/drawing/2014/main" id="{D5926EA9-2A93-4DC6-9380-515856769B59}"/>
              </a:ext>
            </a:extLst>
          </p:cNvPr>
          <p:cNvSpPr>
            <a:spLocks/>
          </p:cNvSpPr>
          <p:nvPr/>
        </p:nvSpPr>
        <p:spPr bwMode="auto">
          <a:xfrm rot="-5400000">
            <a:off x="1198563" y="3292475"/>
            <a:ext cx="152400" cy="1108075"/>
          </a:xfrm>
          <a:prstGeom prst="leftBrace">
            <a:avLst>
              <a:gd name="adj1" fmla="val 60590"/>
              <a:gd name="adj2" fmla="val 50000"/>
            </a:avLst>
          </a:prstGeom>
          <a:noFill/>
          <a:ln w="12700">
            <a:solidFill>
              <a:srgbClr val="2466B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9767" name="Text Box 88">
            <a:extLst>
              <a:ext uri="{FF2B5EF4-FFF2-40B4-BE49-F238E27FC236}">
                <a16:creationId xmlns:a16="http://schemas.microsoft.com/office/drawing/2014/main" id="{EDCBB756-B01D-4159-ABF9-955FDFA4E48A}"/>
              </a:ext>
            </a:extLst>
          </p:cNvPr>
          <p:cNvSpPr txBox="1">
            <a:spLocks noChangeArrowheads="1"/>
          </p:cNvSpPr>
          <p:nvPr/>
        </p:nvSpPr>
        <p:spPr bwMode="auto">
          <a:xfrm>
            <a:off x="685800" y="40005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0000FF"/>
                </a:solidFill>
                <a:latin typeface="Times New Roman" panose="02020603050405020304" pitchFamily="18" charset="0"/>
                <a:ea typeface="仿宋_GB2312" pitchFamily="49" charset="-122"/>
              </a:rPr>
              <a:t>非帧信号</a:t>
            </a:r>
          </a:p>
        </p:txBody>
      </p:sp>
      <p:sp>
        <p:nvSpPr>
          <p:cNvPr id="29768" name="AutoShape 89">
            <a:extLst>
              <a:ext uri="{FF2B5EF4-FFF2-40B4-BE49-F238E27FC236}">
                <a16:creationId xmlns:a16="http://schemas.microsoft.com/office/drawing/2014/main" id="{F92B4D40-F5BC-4B4B-9BE9-241DFE7CA41A}"/>
              </a:ext>
            </a:extLst>
          </p:cNvPr>
          <p:cNvSpPr>
            <a:spLocks/>
          </p:cNvSpPr>
          <p:nvPr/>
        </p:nvSpPr>
        <p:spPr bwMode="auto">
          <a:xfrm rot="-5400000">
            <a:off x="8104188" y="3294062"/>
            <a:ext cx="152400" cy="1108075"/>
          </a:xfrm>
          <a:prstGeom prst="leftBrace">
            <a:avLst>
              <a:gd name="adj1" fmla="val 60590"/>
              <a:gd name="adj2" fmla="val 50000"/>
            </a:avLst>
          </a:prstGeom>
          <a:noFill/>
          <a:ln w="12700">
            <a:solidFill>
              <a:srgbClr val="2466B6"/>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9769" name="Text Box 90">
            <a:extLst>
              <a:ext uri="{FF2B5EF4-FFF2-40B4-BE49-F238E27FC236}">
                <a16:creationId xmlns:a16="http://schemas.microsoft.com/office/drawing/2014/main" id="{76CDE733-8F91-4258-8712-A8A1FDAFAF2B}"/>
              </a:ext>
            </a:extLst>
          </p:cNvPr>
          <p:cNvSpPr txBox="1">
            <a:spLocks noChangeArrowheads="1"/>
          </p:cNvSpPr>
          <p:nvPr/>
        </p:nvSpPr>
        <p:spPr bwMode="auto">
          <a:xfrm>
            <a:off x="7591425" y="4002088"/>
            <a:ext cx="1143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a:solidFill>
                  <a:srgbClr val="0000FF"/>
                </a:solidFill>
                <a:latin typeface="Times New Roman" panose="02020603050405020304" pitchFamily="18" charset="0"/>
                <a:ea typeface="仿宋_GB2312" pitchFamily="49" charset="-122"/>
              </a:rPr>
              <a:t>非帧信号</a:t>
            </a:r>
          </a:p>
        </p:txBody>
      </p:sp>
      <p:sp>
        <p:nvSpPr>
          <p:cNvPr id="29770" name="矩形 1">
            <a:extLst>
              <a:ext uri="{FF2B5EF4-FFF2-40B4-BE49-F238E27FC236}">
                <a16:creationId xmlns:a16="http://schemas.microsoft.com/office/drawing/2014/main" id="{C9B26B1B-CD71-450B-A36B-D0856E8FD305}"/>
              </a:ext>
            </a:extLst>
          </p:cNvPr>
          <p:cNvSpPr>
            <a:spLocks noChangeArrowheads="1"/>
          </p:cNvSpPr>
          <p:nvPr/>
        </p:nvSpPr>
        <p:spPr bwMode="auto">
          <a:xfrm>
            <a:off x="611188" y="5733256"/>
            <a:ext cx="77771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dirty="0">
                <a:solidFill>
                  <a:srgbClr val="FF0000"/>
                </a:solidFill>
              </a:rPr>
              <a:t>注：帧同步其实仅体现在“使用比特填充的首尾标志法”中的“首尾标志法”字眼上，而“使用比特填充”另有所指。</a:t>
            </a:r>
            <a:endParaRPr lang="en-US" altLang="zh-CN" dirty="0"/>
          </a:p>
        </p:txBody>
      </p:sp>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261121">
            <a:extLst>
              <a:ext uri="{FF2B5EF4-FFF2-40B4-BE49-F238E27FC236}">
                <a16:creationId xmlns:a16="http://schemas.microsoft.com/office/drawing/2014/main" id="{A35560F9-0F99-4F87-A41C-E79966C06735}"/>
              </a:ext>
            </a:extLst>
          </p:cNvPr>
          <p:cNvSpPr>
            <a:spLocks noGrp="1"/>
          </p:cNvSpPr>
          <p:nvPr>
            <p:ph type="title"/>
          </p:nvPr>
        </p:nvSpPr>
        <p:spPr/>
        <p:txBody>
          <a:bodyPr/>
          <a:lstStyle/>
          <a:p>
            <a:r>
              <a:rPr lang="en-US" altLang="zh-CN"/>
              <a:t>(3)</a:t>
            </a:r>
            <a:r>
              <a:rPr lang="zh-CN" altLang="en-US"/>
              <a:t>违法编码法</a:t>
            </a:r>
          </a:p>
        </p:txBody>
      </p:sp>
      <p:sp>
        <p:nvSpPr>
          <p:cNvPr id="30723" name="文本占位符 261122">
            <a:extLst>
              <a:ext uri="{FF2B5EF4-FFF2-40B4-BE49-F238E27FC236}">
                <a16:creationId xmlns:a16="http://schemas.microsoft.com/office/drawing/2014/main" id="{ACBA2B06-3D01-485E-851E-F1CBA803E030}"/>
              </a:ext>
            </a:extLst>
          </p:cNvPr>
          <p:cNvSpPr>
            <a:spLocks noGrp="1"/>
          </p:cNvSpPr>
          <p:nvPr>
            <p:ph type="body" idx="1"/>
          </p:nvPr>
        </p:nvSpPr>
        <p:spPr>
          <a:xfrm>
            <a:off x="611188" y="1844675"/>
            <a:ext cx="7991475" cy="2881313"/>
          </a:xfrm>
        </p:spPr>
        <p:txBody>
          <a:bodyPr/>
          <a:lstStyle/>
          <a:p>
            <a:r>
              <a:rPr lang="zh-CN" altLang="en-US"/>
              <a:t>在物理层采用特定的比特编码方法时采用；</a:t>
            </a:r>
            <a:endParaRPr lang="en-US" altLang="zh-CN"/>
          </a:p>
          <a:p>
            <a:endParaRPr lang="zh-CN" altLang="en-US"/>
          </a:p>
          <a:p>
            <a:r>
              <a:rPr lang="zh-CN" altLang="en-US"/>
              <a:t>例如曼切斯特编码将“</a:t>
            </a:r>
            <a:r>
              <a:rPr lang="en-US" altLang="zh-CN"/>
              <a:t>1”</a:t>
            </a:r>
            <a:r>
              <a:rPr lang="zh-CN" altLang="en-US"/>
              <a:t>编码成“高</a:t>
            </a:r>
            <a:r>
              <a:rPr lang="en-US" altLang="zh-CN"/>
              <a:t>-</a:t>
            </a:r>
            <a:r>
              <a:rPr lang="zh-CN" altLang="en-US"/>
              <a:t>低”电平，将“</a:t>
            </a:r>
            <a:r>
              <a:rPr lang="en-US" altLang="zh-CN"/>
              <a:t>0”</a:t>
            </a:r>
            <a:r>
              <a:rPr lang="zh-CN" altLang="en-US"/>
              <a:t>编码成“低</a:t>
            </a:r>
            <a:r>
              <a:rPr lang="en-US" altLang="zh-CN"/>
              <a:t>-</a:t>
            </a:r>
            <a:r>
              <a:rPr lang="zh-CN" altLang="en-US"/>
              <a:t>高”电平。则“高</a:t>
            </a:r>
            <a:r>
              <a:rPr lang="en-US" altLang="zh-CN"/>
              <a:t>-</a:t>
            </a:r>
            <a:r>
              <a:rPr lang="zh-CN" altLang="en-US"/>
              <a:t>高”电平和“低</a:t>
            </a:r>
            <a:r>
              <a:rPr lang="en-US" altLang="zh-CN"/>
              <a:t>-</a:t>
            </a:r>
            <a:r>
              <a:rPr lang="zh-CN" altLang="en-US"/>
              <a:t>低”电平是违法的，可作为帧的起始和终止。</a:t>
            </a:r>
          </a:p>
        </p:txBody>
      </p:sp>
    </p:spTree>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62145">
            <a:extLst>
              <a:ext uri="{FF2B5EF4-FFF2-40B4-BE49-F238E27FC236}">
                <a16:creationId xmlns:a16="http://schemas.microsoft.com/office/drawing/2014/main" id="{4E1FB4E7-2E74-488C-9BCE-97ECDDC3185B}"/>
              </a:ext>
            </a:extLst>
          </p:cNvPr>
          <p:cNvSpPr>
            <a:spLocks noGrp="1"/>
          </p:cNvSpPr>
          <p:nvPr>
            <p:ph type="title"/>
          </p:nvPr>
        </p:nvSpPr>
        <p:spPr/>
        <p:txBody>
          <a:bodyPr/>
          <a:lstStyle/>
          <a:p>
            <a:r>
              <a:rPr lang="en-US" altLang="zh-CN"/>
              <a:t>(4)</a:t>
            </a:r>
            <a:r>
              <a:rPr lang="zh-CN" altLang="en-US"/>
              <a:t>字节计数法</a:t>
            </a:r>
          </a:p>
        </p:txBody>
      </p:sp>
      <p:sp>
        <p:nvSpPr>
          <p:cNvPr id="32771" name="文本占位符 262146">
            <a:extLst>
              <a:ext uri="{FF2B5EF4-FFF2-40B4-BE49-F238E27FC236}">
                <a16:creationId xmlns:a16="http://schemas.microsoft.com/office/drawing/2014/main" id="{98DC3320-5067-4DF4-B0B1-4690F6C6640D}"/>
              </a:ext>
            </a:extLst>
          </p:cNvPr>
          <p:cNvSpPr>
            <a:spLocks noGrp="1"/>
          </p:cNvSpPr>
          <p:nvPr>
            <p:ph type="body" idx="1"/>
          </p:nvPr>
        </p:nvSpPr>
        <p:spPr>
          <a:xfrm>
            <a:off x="900113" y="1916113"/>
            <a:ext cx="7772400" cy="4114800"/>
          </a:xfrm>
        </p:spPr>
        <p:txBody>
          <a:bodyPr/>
          <a:lstStyle/>
          <a:p>
            <a:r>
              <a:rPr lang="zh-CN" altLang="en-US"/>
              <a:t>以一个特殊字符表示一帧的开始，并以一个专门字段来表明帧内的数据字节数；</a:t>
            </a:r>
            <a:endParaRPr lang="en-US" altLang="zh-CN"/>
          </a:p>
          <a:p>
            <a:endParaRPr lang="zh-CN" altLang="en-US"/>
          </a:p>
          <a:p>
            <a:r>
              <a:rPr lang="zh-CN" altLang="en-US"/>
              <a:t>接收方通过特殊字符确定帧的开始，并从专门字段中获知随后跟随的数据字节数，确定出帧的终止位置</a:t>
            </a:r>
          </a:p>
        </p:txBody>
      </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直接连接符 263169">
            <a:extLst>
              <a:ext uri="{FF2B5EF4-FFF2-40B4-BE49-F238E27FC236}">
                <a16:creationId xmlns:a16="http://schemas.microsoft.com/office/drawing/2014/main" id="{1506F5AB-5617-4E63-8C06-34793ABEA65E}"/>
              </a:ext>
            </a:extLst>
          </p:cNvPr>
          <p:cNvSpPr>
            <a:spLocks noChangeShapeType="1"/>
          </p:cNvSpPr>
          <p:nvPr/>
        </p:nvSpPr>
        <p:spPr bwMode="auto">
          <a:xfrm rot="16200000" flipV="1">
            <a:off x="719138" y="4292624"/>
            <a:ext cx="14287" cy="1065213"/>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4819" name="标题 263170">
            <a:extLst>
              <a:ext uri="{FF2B5EF4-FFF2-40B4-BE49-F238E27FC236}">
                <a16:creationId xmlns:a16="http://schemas.microsoft.com/office/drawing/2014/main" id="{760FB5DD-6A28-4AB5-A41E-3B3C981E7A58}"/>
              </a:ext>
            </a:extLst>
          </p:cNvPr>
          <p:cNvSpPr>
            <a:spLocks noGrp="1"/>
          </p:cNvSpPr>
          <p:nvPr>
            <p:ph type="title"/>
          </p:nvPr>
        </p:nvSpPr>
        <p:spPr>
          <a:xfrm>
            <a:off x="539750" y="115888"/>
            <a:ext cx="6913563" cy="954087"/>
          </a:xfrm>
        </p:spPr>
        <p:txBody>
          <a:bodyPr/>
          <a:lstStyle/>
          <a:p>
            <a:pPr algn="ctr"/>
            <a:r>
              <a:rPr lang="en-US" altLang="zh-CN"/>
              <a:t>3.  </a:t>
            </a:r>
            <a:r>
              <a:rPr lang="zh-CN" altLang="en-US"/>
              <a:t>透明传输</a:t>
            </a:r>
          </a:p>
        </p:txBody>
      </p:sp>
      <p:sp>
        <p:nvSpPr>
          <p:cNvPr id="263172" name="矩形 263171">
            <a:extLst>
              <a:ext uri="{FF2B5EF4-FFF2-40B4-BE49-F238E27FC236}">
                <a16:creationId xmlns:a16="http://schemas.microsoft.com/office/drawing/2014/main" id="{EF2103A5-6FD1-4CCC-8A65-594FD7EB6DD4}"/>
              </a:ext>
            </a:extLst>
          </p:cNvPr>
          <p:cNvSpPr/>
          <p:nvPr/>
        </p:nvSpPr>
        <p:spPr>
          <a:xfrm>
            <a:off x="968375" y="4497412"/>
            <a:ext cx="577850" cy="611187"/>
          </a:xfrm>
          <a:prstGeom prst="rect">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en-US" altLang="zh-CN" sz="2000">
                <a:solidFill>
                  <a:schemeClr val="tx1"/>
                </a:solidFill>
                <a:ea typeface="黑体" pitchFamily="49" charset="-122"/>
              </a:rPr>
              <a:t>SOH</a:t>
            </a:r>
          </a:p>
        </p:txBody>
      </p:sp>
      <p:sp>
        <p:nvSpPr>
          <p:cNvPr id="263173" name="矩形 263172">
            <a:extLst>
              <a:ext uri="{FF2B5EF4-FFF2-40B4-BE49-F238E27FC236}">
                <a16:creationId xmlns:a16="http://schemas.microsoft.com/office/drawing/2014/main" id="{CEF97305-9A7F-4F98-B260-C2076D51FBCD}"/>
              </a:ext>
            </a:extLst>
          </p:cNvPr>
          <p:cNvSpPr/>
          <p:nvPr/>
        </p:nvSpPr>
        <p:spPr>
          <a:xfrm>
            <a:off x="1531938" y="4497412"/>
            <a:ext cx="6948487" cy="611187"/>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34822" name="矩形 263173">
            <a:extLst>
              <a:ext uri="{FF2B5EF4-FFF2-40B4-BE49-F238E27FC236}">
                <a16:creationId xmlns:a16="http://schemas.microsoft.com/office/drawing/2014/main" id="{1D7D5C1F-94FB-475D-8A48-19321D229B3D}"/>
              </a:ext>
            </a:extLst>
          </p:cNvPr>
          <p:cNvSpPr>
            <a:spLocks noChangeArrowheads="1"/>
          </p:cNvSpPr>
          <p:nvPr/>
        </p:nvSpPr>
        <p:spPr bwMode="auto">
          <a:xfrm>
            <a:off x="3168650" y="4497412"/>
            <a:ext cx="523875" cy="611187"/>
          </a:xfrm>
          <a:prstGeom prst="rect">
            <a:avLst/>
          </a:prstGeom>
          <a:solidFill>
            <a:srgbClr val="FFFF99"/>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sz="2000">
                <a:solidFill>
                  <a:schemeClr val="tx1"/>
                </a:solidFill>
                <a:ea typeface="黑体" panose="02010609060101010101" pitchFamily="49" charset="-122"/>
              </a:rPr>
              <a:t>EOT</a:t>
            </a:r>
          </a:p>
        </p:txBody>
      </p:sp>
      <p:sp>
        <p:nvSpPr>
          <p:cNvPr id="34823" name="直接连接符 263174">
            <a:extLst>
              <a:ext uri="{FF2B5EF4-FFF2-40B4-BE49-F238E27FC236}">
                <a16:creationId xmlns:a16="http://schemas.microsoft.com/office/drawing/2014/main" id="{3C05FDA8-ECE6-4FE3-945D-FDAD68FCA4FF}"/>
              </a:ext>
            </a:extLst>
          </p:cNvPr>
          <p:cNvSpPr>
            <a:spLocks noChangeShapeType="1"/>
          </p:cNvSpPr>
          <p:nvPr/>
        </p:nvSpPr>
        <p:spPr bwMode="auto">
          <a:xfrm>
            <a:off x="3195638" y="3465537"/>
            <a:ext cx="234950" cy="103187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24" name="文本框 263175">
            <a:extLst>
              <a:ext uri="{FF2B5EF4-FFF2-40B4-BE49-F238E27FC236}">
                <a16:creationId xmlns:a16="http://schemas.microsoft.com/office/drawing/2014/main" id="{C13D0D15-8DF7-4E89-A8F5-C851C72EB571}"/>
              </a:ext>
            </a:extLst>
          </p:cNvPr>
          <p:cNvSpPr txBox="1">
            <a:spLocks noChangeArrowheads="1"/>
          </p:cNvSpPr>
          <p:nvPr/>
        </p:nvSpPr>
        <p:spPr bwMode="auto">
          <a:xfrm>
            <a:off x="2206625" y="3041674"/>
            <a:ext cx="19272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sz="2400">
                <a:solidFill>
                  <a:schemeClr val="tx1"/>
                </a:solidFill>
                <a:ea typeface="黑体" panose="02010609060101010101" pitchFamily="49" charset="-122"/>
              </a:rPr>
              <a:t>出现了“</a:t>
            </a:r>
            <a:r>
              <a:rPr lang="en-US" altLang="zh-CN" sz="2400">
                <a:solidFill>
                  <a:schemeClr val="tx1"/>
                </a:solidFill>
                <a:ea typeface="黑体" panose="02010609060101010101" pitchFamily="49" charset="-122"/>
              </a:rPr>
              <a:t>EOT”</a:t>
            </a:r>
          </a:p>
        </p:txBody>
      </p:sp>
      <p:sp>
        <p:nvSpPr>
          <p:cNvPr id="34825" name="左大括号 263176">
            <a:extLst>
              <a:ext uri="{FF2B5EF4-FFF2-40B4-BE49-F238E27FC236}">
                <a16:creationId xmlns:a16="http://schemas.microsoft.com/office/drawing/2014/main" id="{8444A35D-8A7E-40F6-ABFE-BB4FBDA6A256}"/>
              </a:ext>
            </a:extLst>
          </p:cNvPr>
          <p:cNvSpPr>
            <a:spLocks/>
          </p:cNvSpPr>
          <p:nvPr/>
        </p:nvSpPr>
        <p:spPr bwMode="auto">
          <a:xfrm rot="16200000">
            <a:off x="6142037" y="2767037"/>
            <a:ext cx="327025" cy="5175250"/>
          </a:xfrm>
          <a:prstGeom prst="leftBrace">
            <a:avLst>
              <a:gd name="adj1" fmla="val 13187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4826" name="文本框 263177">
            <a:extLst>
              <a:ext uri="{FF2B5EF4-FFF2-40B4-BE49-F238E27FC236}">
                <a16:creationId xmlns:a16="http://schemas.microsoft.com/office/drawing/2014/main" id="{70ADF0AA-EC97-4CAE-9090-5C19F28E6FA9}"/>
              </a:ext>
            </a:extLst>
          </p:cNvPr>
          <p:cNvSpPr txBox="1">
            <a:spLocks noChangeArrowheads="1"/>
          </p:cNvSpPr>
          <p:nvPr/>
        </p:nvSpPr>
        <p:spPr bwMode="auto">
          <a:xfrm>
            <a:off x="4716463" y="5421337"/>
            <a:ext cx="38417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just">
              <a:spcBef>
                <a:spcPct val="0"/>
              </a:spcBef>
              <a:buClr>
                <a:srgbClr val="000000"/>
              </a:buClr>
            </a:pPr>
            <a:r>
              <a:rPr lang="zh-CN" altLang="en-US" sz="2400">
                <a:solidFill>
                  <a:srgbClr val="0000FF"/>
                </a:solidFill>
                <a:ea typeface="黑体" panose="02010609060101010101" pitchFamily="49" charset="-122"/>
              </a:rPr>
              <a:t>被接收端当作无效帧而丢弃</a:t>
            </a:r>
          </a:p>
        </p:txBody>
      </p:sp>
      <p:sp>
        <p:nvSpPr>
          <p:cNvPr id="34827" name="左大括号 263178">
            <a:extLst>
              <a:ext uri="{FF2B5EF4-FFF2-40B4-BE49-F238E27FC236}">
                <a16:creationId xmlns:a16="http://schemas.microsoft.com/office/drawing/2014/main" id="{33E0DA73-40C4-4D32-A5FD-1DB09CEB1E37}"/>
              </a:ext>
            </a:extLst>
          </p:cNvPr>
          <p:cNvSpPr>
            <a:spLocks/>
          </p:cNvSpPr>
          <p:nvPr/>
        </p:nvSpPr>
        <p:spPr bwMode="auto">
          <a:xfrm rot="16200000">
            <a:off x="2174082" y="3979093"/>
            <a:ext cx="304800" cy="2687637"/>
          </a:xfrm>
          <a:prstGeom prst="leftBrace">
            <a:avLst>
              <a:gd name="adj1" fmla="val 7348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4828" name="文本框 263179">
            <a:extLst>
              <a:ext uri="{FF2B5EF4-FFF2-40B4-BE49-F238E27FC236}">
                <a16:creationId xmlns:a16="http://schemas.microsoft.com/office/drawing/2014/main" id="{07E9ABFD-BDB8-4B34-B083-91965F72B11C}"/>
              </a:ext>
            </a:extLst>
          </p:cNvPr>
          <p:cNvSpPr txBox="1">
            <a:spLocks noChangeArrowheads="1"/>
          </p:cNvSpPr>
          <p:nvPr/>
        </p:nvSpPr>
        <p:spPr bwMode="auto">
          <a:xfrm>
            <a:off x="1187450" y="5414987"/>
            <a:ext cx="2317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sz="2400">
                <a:solidFill>
                  <a:srgbClr val="0000FF"/>
                </a:solidFill>
                <a:ea typeface="黑体" panose="02010609060101010101" pitchFamily="49" charset="-122"/>
              </a:rPr>
              <a:t>被接收端</a:t>
            </a:r>
          </a:p>
          <a:p>
            <a:pPr algn="ctr">
              <a:spcBef>
                <a:spcPct val="0"/>
              </a:spcBef>
              <a:buClr>
                <a:srgbClr val="000000"/>
              </a:buClr>
            </a:pPr>
            <a:r>
              <a:rPr lang="zh-CN" altLang="en-US" sz="2400">
                <a:solidFill>
                  <a:srgbClr val="0000FF"/>
                </a:solidFill>
                <a:ea typeface="黑体" panose="02010609060101010101" pitchFamily="49" charset="-122"/>
              </a:rPr>
              <a:t>误认为是一个帧</a:t>
            </a:r>
          </a:p>
        </p:txBody>
      </p:sp>
      <p:sp>
        <p:nvSpPr>
          <p:cNvPr id="34829" name="直接连接符 263180">
            <a:extLst>
              <a:ext uri="{FF2B5EF4-FFF2-40B4-BE49-F238E27FC236}">
                <a16:creationId xmlns:a16="http://schemas.microsoft.com/office/drawing/2014/main" id="{323AFF8E-A78D-467F-B554-CB921355DD43}"/>
              </a:ext>
            </a:extLst>
          </p:cNvPr>
          <p:cNvSpPr>
            <a:spLocks noChangeShapeType="1"/>
          </p:cNvSpPr>
          <p:nvPr/>
        </p:nvSpPr>
        <p:spPr bwMode="auto">
          <a:xfrm>
            <a:off x="1546225" y="4235474"/>
            <a:ext cx="677068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30" name="文本框 263181">
            <a:extLst>
              <a:ext uri="{FF2B5EF4-FFF2-40B4-BE49-F238E27FC236}">
                <a16:creationId xmlns:a16="http://schemas.microsoft.com/office/drawing/2014/main" id="{6B29155C-714D-4C09-80E6-F8A09345A4B8}"/>
              </a:ext>
            </a:extLst>
          </p:cNvPr>
          <p:cNvSpPr txBox="1">
            <a:spLocks noChangeArrowheads="1"/>
          </p:cNvSpPr>
          <p:nvPr/>
        </p:nvSpPr>
        <p:spPr bwMode="auto">
          <a:xfrm>
            <a:off x="4262438" y="3978299"/>
            <a:ext cx="1403350" cy="4587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sz="2400">
                <a:solidFill>
                  <a:schemeClr val="tx1"/>
                </a:solidFill>
                <a:ea typeface="黑体" panose="02010609060101010101" pitchFamily="49" charset="-122"/>
              </a:rPr>
              <a:t>数据部分</a:t>
            </a:r>
          </a:p>
        </p:txBody>
      </p:sp>
      <p:sp>
        <p:nvSpPr>
          <p:cNvPr id="263183" name="矩形 263182">
            <a:extLst>
              <a:ext uri="{FF2B5EF4-FFF2-40B4-BE49-F238E27FC236}">
                <a16:creationId xmlns:a16="http://schemas.microsoft.com/office/drawing/2014/main" id="{BEA4B7AD-6155-45DA-A6C4-FE49756D8A51}"/>
              </a:ext>
            </a:extLst>
          </p:cNvPr>
          <p:cNvSpPr/>
          <p:nvPr/>
        </p:nvSpPr>
        <p:spPr>
          <a:xfrm>
            <a:off x="8316913" y="4497412"/>
            <a:ext cx="576262" cy="611187"/>
          </a:xfrm>
          <a:prstGeom prst="rect">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a:buClr>
                <a:srgbClr val="000000"/>
              </a:buClr>
              <a:defRPr/>
            </a:pPr>
            <a:r>
              <a:rPr lang="en-US" altLang="zh-CN" sz="2000">
                <a:solidFill>
                  <a:schemeClr val="tx1"/>
                </a:solidFill>
                <a:ea typeface="黑体" pitchFamily="49" charset="-122"/>
              </a:rPr>
              <a:t>EOT</a:t>
            </a:r>
          </a:p>
        </p:txBody>
      </p:sp>
      <p:sp>
        <p:nvSpPr>
          <p:cNvPr id="34832" name="直接连接符 263183">
            <a:extLst>
              <a:ext uri="{FF2B5EF4-FFF2-40B4-BE49-F238E27FC236}">
                <a16:creationId xmlns:a16="http://schemas.microsoft.com/office/drawing/2014/main" id="{CF03C3C0-9443-42A3-A65D-FFD013EED855}"/>
              </a:ext>
            </a:extLst>
          </p:cNvPr>
          <p:cNvSpPr>
            <a:spLocks noChangeShapeType="1"/>
          </p:cNvSpPr>
          <p:nvPr/>
        </p:nvSpPr>
        <p:spPr bwMode="auto">
          <a:xfrm>
            <a:off x="968375" y="3752874"/>
            <a:ext cx="79248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4833" name="文本框 263184">
            <a:extLst>
              <a:ext uri="{FF2B5EF4-FFF2-40B4-BE49-F238E27FC236}">
                <a16:creationId xmlns:a16="http://schemas.microsoft.com/office/drawing/2014/main" id="{98CA9C64-3688-4130-B0CB-877AEE0AF215}"/>
              </a:ext>
            </a:extLst>
          </p:cNvPr>
          <p:cNvSpPr txBox="1">
            <a:spLocks noChangeArrowheads="1"/>
          </p:cNvSpPr>
          <p:nvPr/>
        </p:nvSpPr>
        <p:spPr bwMode="auto">
          <a:xfrm>
            <a:off x="3894138" y="3475062"/>
            <a:ext cx="1401762" cy="4587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sz="2400">
                <a:solidFill>
                  <a:schemeClr val="tx1"/>
                </a:solidFill>
                <a:ea typeface="黑体" panose="02010609060101010101" pitchFamily="49" charset="-122"/>
              </a:rPr>
              <a:t>完整的帧</a:t>
            </a:r>
          </a:p>
        </p:txBody>
      </p:sp>
      <p:sp>
        <p:nvSpPr>
          <p:cNvPr id="34834" name="直接连接符 263185">
            <a:extLst>
              <a:ext uri="{FF2B5EF4-FFF2-40B4-BE49-F238E27FC236}">
                <a16:creationId xmlns:a16="http://schemas.microsoft.com/office/drawing/2014/main" id="{D16B198F-76BB-4D19-A45E-641E44AA4200}"/>
              </a:ext>
            </a:extLst>
          </p:cNvPr>
          <p:cNvSpPr>
            <a:spLocks noChangeShapeType="1"/>
          </p:cNvSpPr>
          <p:nvPr/>
        </p:nvSpPr>
        <p:spPr bwMode="auto">
          <a:xfrm>
            <a:off x="968375" y="3656037"/>
            <a:ext cx="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5" name="直接连接符 263186">
            <a:extLst>
              <a:ext uri="{FF2B5EF4-FFF2-40B4-BE49-F238E27FC236}">
                <a16:creationId xmlns:a16="http://schemas.microsoft.com/office/drawing/2014/main" id="{B16CE099-374F-4C18-9FC9-B716B075C64B}"/>
              </a:ext>
            </a:extLst>
          </p:cNvPr>
          <p:cNvSpPr>
            <a:spLocks noChangeShapeType="1"/>
          </p:cNvSpPr>
          <p:nvPr/>
        </p:nvSpPr>
        <p:spPr bwMode="auto">
          <a:xfrm>
            <a:off x="8893175" y="3656037"/>
            <a:ext cx="0" cy="7699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6" name="直接连接符 263187">
            <a:extLst>
              <a:ext uri="{FF2B5EF4-FFF2-40B4-BE49-F238E27FC236}">
                <a16:creationId xmlns:a16="http://schemas.microsoft.com/office/drawing/2014/main" id="{E8D19F0C-3966-4CDB-A86F-DED627BD4948}"/>
              </a:ext>
            </a:extLst>
          </p:cNvPr>
          <p:cNvSpPr>
            <a:spLocks noChangeShapeType="1"/>
          </p:cNvSpPr>
          <p:nvPr/>
        </p:nvSpPr>
        <p:spPr bwMode="auto">
          <a:xfrm>
            <a:off x="1546225" y="4041799"/>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7" name="直接连接符 263188">
            <a:extLst>
              <a:ext uri="{FF2B5EF4-FFF2-40B4-BE49-F238E27FC236}">
                <a16:creationId xmlns:a16="http://schemas.microsoft.com/office/drawing/2014/main" id="{C6CAB8F8-8036-4061-8EE2-DFB3C7C183EF}"/>
              </a:ext>
            </a:extLst>
          </p:cNvPr>
          <p:cNvSpPr>
            <a:spLocks noChangeShapeType="1"/>
          </p:cNvSpPr>
          <p:nvPr/>
        </p:nvSpPr>
        <p:spPr bwMode="auto">
          <a:xfrm>
            <a:off x="8316913" y="4041799"/>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8" name="文本框 263189">
            <a:extLst>
              <a:ext uri="{FF2B5EF4-FFF2-40B4-BE49-F238E27FC236}">
                <a16:creationId xmlns:a16="http://schemas.microsoft.com/office/drawing/2014/main" id="{F1ABDAFE-740C-4A75-BA9C-44B0DC09EDC1}"/>
              </a:ext>
            </a:extLst>
          </p:cNvPr>
          <p:cNvSpPr txBox="1">
            <a:spLocks noChangeArrowheads="1"/>
          </p:cNvSpPr>
          <p:nvPr/>
        </p:nvSpPr>
        <p:spPr bwMode="auto">
          <a:xfrm>
            <a:off x="144463" y="3997349"/>
            <a:ext cx="793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400">
                <a:solidFill>
                  <a:schemeClr val="tx1"/>
                </a:solidFill>
                <a:ea typeface="黑体" panose="02010609060101010101" pitchFamily="49" charset="-122"/>
              </a:rPr>
              <a:t>发送</a:t>
            </a:r>
          </a:p>
          <a:p>
            <a:pPr>
              <a:spcBef>
                <a:spcPct val="0"/>
              </a:spcBef>
              <a:buClr>
                <a:srgbClr val="000000"/>
              </a:buClr>
            </a:pPr>
            <a:r>
              <a:rPr lang="zh-CN" altLang="en-US" sz="2400">
                <a:solidFill>
                  <a:schemeClr val="tx1"/>
                </a:solidFill>
                <a:ea typeface="黑体" panose="02010609060101010101" pitchFamily="49" charset="-122"/>
              </a:rPr>
              <a:t>在前</a:t>
            </a:r>
          </a:p>
        </p:txBody>
      </p:sp>
      <p:sp>
        <p:nvSpPr>
          <p:cNvPr id="34839" name="文本占位符 262146">
            <a:extLst>
              <a:ext uri="{FF2B5EF4-FFF2-40B4-BE49-F238E27FC236}">
                <a16:creationId xmlns:a16="http://schemas.microsoft.com/office/drawing/2014/main" id="{80D5215E-FD9E-4AA6-AE1E-E4BCD74A935D}"/>
              </a:ext>
            </a:extLst>
          </p:cNvPr>
          <p:cNvSpPr txBox="1">
            <a:spLocks/>
          </p:cNvSpPr>
          <p:nvPr/>
        </p:nvSpPr>
        <p:spPr bwMode="auto">
          <a:xfrm>
            <a:off x="395288" y="1196975"/>
            <a:ext cx="7772400"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20000"/>
              </a:spcBef>
              <a:buClr>
                <a:schemeClr val="accent2"/>
              </a:buClr>
              <a:buFont typeface="Wingdings" panose="05000000000000000000" pitchFamily="2" charset="2"/>
              <a:buChar char="o"/>
            </a:pPr>
            <a:r>
              <a:rPr lang="zh-CN" altLang="en-US" sz="2800" dirty="0">
                <a:solidFill>
                  <a:schemeClr val="tx1"/>
                </a:solidFill>
              </a:rPr>
              <a:t>透明传输</a:t>
            </a:r>
            <a:r>
              <a:rPr lang="en-US" altLang="zh-CN" sz="2800" dirty="0">
                <a:solidFill>
                  <a:schemeClr val="tx1"/>
                </a:solidFill>
              </a:rPr>
              <a:t>——</a:t>
            </a:r>
            <a:r>
              <a:rPr lang="zh-CN" altLang="en-US" sz="2800" dirty="0">
                <a:solidFill>
                  <a:schemeClr val="tx1"/>
                </a:solidFill>
              </a:rPr>
              <a:t>就是指不管需要传递的数据是何种比特组合，都应当在数据链路上进行传递，并且这个传递过程要对上层透明</a:t>
            </a:r>
            <a:endParaRPr lang="en-US" altLang="zh-CN" sz="2800" dirty="0">
              <a:solidFill>
                <a:schemeClr val="tx1"/>
              </a:solidFill>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4839"/>
                                        </p:tgtEl>
                                        <p:attrNameLst>
                                          <p:attrName>style.visibility</p:attrName>
                                        </p:attrNameLst>
                                      </p:cBhvr>
                                      <p:to>
                                        <p:strVal val="visible"/>
                                      </p:to>
                                    </p:set>
                                    <p:animEffect transition="in" filter="circle(in)">
                                      <p:cBhvr>
                                        <p:cTn id="7" dur="2000"/>
                                        <p:tgtEl>
                                          <p:spTgt spid="34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65217">
            <a:extLst>
              <a:ext uri="{FF2B5EF4-FFF2-40B4-BE49-F238E27FC236}">
                <a16:creationId xmlns:a16="http://schemas.microsoft.com/office/drawing/2014/main" id="{F9FC27E6-D29F-4CBE-BB94-84BB4FA1C5CC}"/>
              </a:ext>
            </a:extLst>
          </p:cNvPr>
          <p:cNvSpPr>
            <a:spLocks noGrp="1"/>
          </p:cNvSpPr>
          <p:nvPr>
            <p:ph type="title"/>
          </p:nvPr>
        </p:nvSpPr>
        <p:spPr>
          <a:xfrm>
            <a:off x="539750" y="115888"/>
            <a:ext cx="7135813" cy="954087"/>
          </a:xfrm>
        </p:spPr>
        <p:txBody>
          <a:bodyPr/>
          <a:lstStyle/>
          <a:p>
            <a:pPr algn="ctr"/>
            <a:r>
              <a:rPr lang="zh-CN" altLang="en-US" sz="3400"/>
              <a:t>解决透明传输问题</a:t>
            </a:r>
            <a:r>
              <a:rPr lang="en-US" altLang="zh-CN" sz="3400"/>
              <a:t>——</a:t>
            </a:r>
            <a:r>
              <a:rPr lang="zh-CN" altLang="en-US" sz="3400"/>
              <a:t>字符填充</a:t>
            </a:r>
          </a:p>
        </p:txBody>
      </p:sp>
      <p:sp>
        <p:nvSpPr>
          <p:cNvPr id="265219" name="文本占位符 265218">
            <a:extLst>
              <a:ext uri="{FF2B5EF4-FFF2-40B4-BE49-F238E27FC236}">
                <a16:creationId xmlns:a16="http://schemas.microsoft.com/office/drawing/2014/main" id="{B26D94AD-6404-41A0-B8F5-C33E0DF56393}"/>
              </a:ext>
            </a:extLst>
          </p:cNvPr>
          <p:cNvSpPr>
            <a:spLocks noGrp="1"/>
          </p:cNvSpPr>
          <p:nvPr>
            <p:ph type="body" idx="1"/>
          </p:nvPr>
        </p:nvSpPr>
        <p:spPr>
          <a:xfrm>
            <a:off x="539750" y="1341438"/>
            <a:ext cx="8604250" cy="4751387"/>
          </a:xfrm>
        </p:spPr>
        <p:txBody>
          <a:bodyPr/>
          <a:lstStyle/>
          <a:p>
            <a:r>
              <a:rPr lang="zh-CN" altLang="en-US" dirty="0"/>
              <a:t>发送端的数据链路层在数据中出现控制字符“</a:t>
            </a:r>
            <a:r>
              <a:rPr lang="en-US" altLang="zh-CN" dirty="0"/>
              <a:t>SOH”</a:t>
            </a:r>
            <a:r>
              <a:rPr lang="zh-CN" altLang="en-US" dirty="0"/>
              <a:t>或“</a:t>
            </a:r>
            <a:r>
              <a:rPr lang="en-US" altLang="zh-CN" dirty="0"/>
              <a:t>EOT”</a:t>
            </a:r>
            <a:r>
              <a:rPr lang="zh-CN" altLang="en-US" dirty="0"/>
              <a:t>的前面插入一个转义字符“</a:t>
            </a:r>
            <a:r>
              <a:rPr lang="en-US" altLang="zh-CN" dirty="0"/>
              <a:t>ESC”</a:t>
            </a:r>
            <a:r>
              <a:rPr lang="zh-CN" altLang="en-US" dirty="0"/>
              <a:t>；</a:t>
            </a:r>
          </a:p>
          <a:p>
            <a:r>
              <a:rPr lang="zh-CN" altLang="en-US" dirty="0"/>
              <a:t>接收端的数据链路层在将数据送往网络层之前删除插入的转义字符；</a:t>
            </a:r>
          </a:p>
          <a:p>
            <a:r>
              <a:rPr lang="zh-CN" altLang="en-US" dirty="0"/>
              <a:t>如果转义字符也出现数据当中，那么应在转义字符前面插入一个转义字符。当接收端收到连续的两个转义字符时，就删除前面的一个。</a:t>
            </a:r>
            <a:endParaRPr lang="en-US" altLang="zh-CN"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5219">
                                            <p:txEl>
                                              <p:pRg st="0" end="0"/>
                                            </p:txEl>
                                          </p:spTgt>
                                        </p:tgtEl>
                                        <p:attrNameLst>
                                          <p:attrName>style.visibility</p:attrName>
                                        </p:attrNameLst>
                                      </p:cBhvr>
                                      <p:to>
                                        <p:strVal val="visible"/>
                                      </p:to>
                                    </p:set>
                                    <p:animEffect transition="in" filter="blinds(horizontal)">
                                      <p:cBhvr>
                                        <p:cTn id="7" dur="500"/>
                                        <p:tgtEl>
                                          <p:spTgt spid="265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5219">
                                            <p:txEl>
                                              <p:pRg st="1" end="1"/>
                                            </p:txEl>
                                          </p:spTgt>
                                        </p:tgtEl>
                                        <p:attrNameLst>
                                          <p:attrName>style.visibility</p:attrName>
                                        </p:attrNameLst>
                                      </p:cBhvr>
                                      <p:to>
                                        <p:strVal val="visible"/>
                                      </p:to>
                                    </p:set>
                                    <p:animEffect transition="in" filter="blinds(horizontal)">
                                      <p:cBhvr>
                                        <p:cTn id="12" dur="500"/>
                                        <p:tgtEl>
                                          <p:spTgt spid="265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5219">
                                            <p:txEl>
                                              <p:pRg st="2" end="2"/>
                                            </p:txEl>
                                          </p:spTgt>
                                        </p:tgtEl>
                                        <p:attrNameLst>
                                          <p:attrName>style.visibility</p:attrName>
                                        </p:attrNameLst>
                                      </p:cBhvr>
                                      <p:to>
                                        <p:strVal val="visible"/>
                                      </p:to>
                                    </p:set>
                                    <p:animEffect transition="in" filter="blinds(horizontal)">
                                      <p:cBhvr>
                                        <p:cTn id="17" dur="500"/>
                                        <p:tgtEl>
                                          <p:spTgt spid="265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3C4B7F-2B09-48E0-B8E3-DAC36CD81EDD}"/>
              </a:ext>
            </a:extLst>
          </p:cNvPr>
          <p:cNvSpPr>
            <a:spLocks noGrp="1"/>
          </p:cNvSpPr>
          <p:nvPr>
            <p:ph type="title"/>
          </p:nvPr>
        </p:nvSpPr>
        <p:spPr/>
        <p:txBody>
          <a:bodyPr/>
          <a:lstStyle/>
          <a:p>
            <a:pPr algn="ctr"/>
            <a:r>
              <a:rPr lang="zh-CN" altLang="en-US" sz="4000" dirty="0"/>
              <a:t>用字节填充法解决透明传输的问题 </a:t>
            </a:r>
            <a:endParaRPr lang="zh-CN" altLang="en-US" dirty="0"/>
          </a:p>
        </p:txBody>
      </p:sp>
      <p:sp>
        <p:nvSpPr>
          <p:cNvPr id="4" name="Rectangle 4">
            <a:extLst>
              <a:ext uri="{FF2B5EF4-FFF2-40B4-BE49-F238E27FC236}">
                <a16:creationId xmlns:a16="http://schemas.microsoft.com/office/drawing/2014/main" id="{39F9CB0E-B23C-4C80-944C-FC22EE9C5EC1}"/>
              </a:ext>
            </a:extLst>
          </p:cNvPr>
          <p:cNvSpPr>
            <a:spLocks noChangeArrowheads="1"/>
          </p:cNvSpPr>
          <p:nvPr/>
        </p:nvSpPr>
        <p:spPr bwMode="auto">
          <a:xfrm>
            <a:off x="328613" y="3908425"/>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defRPr/>
            </a:pPr>
            <a:r>
              <a:rPr kumimoji="1" lang="en-US" altLang="zh-CN" sz="1600" b="1">
                <a:solidFill>
                  <a:srgbClr val="000099"/>
                </a:solidFill>
                <a:latin typeface="+mn-lt"/>
                <a:ea typeface="黑体" pitchFamily="2" charset="-122"/>
              </a:rPr>
              <a:t>SOH</a:t>
            </a:r>
          </a:p>
        </p:txBody>
      </p:sp>
      <p:sp>
        <p:nvSpPr>
          <p:cNvPr id="5" name="Freeform 5">
            <a:extLst>
              <a:ext uri="{FF2B5EF4-FFF2-40B4-BE49-F238E27FC236}">
                <a16:creationId xmlns:a16="http://schemas.microsoft.com/office/drawing/2014/main" id="{5FCA52F4-6914-41F9-A9A5-EF80EA9E53D6}"/>
              </a:ext>
            </a:extLst>
          </p:cNvPr>
          <p:cNvSpPr>
            <a:spLocks/>
          </p:cNvSpPr>
          <p:nvPr/>
        </p:nvSpPr>
        <p:spPr bwMode="auto">
          <a:xfrm>
            <a:off x="6424613" y="2917825"/>
            <a:ext cx="1524000" cy="990600"/>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DDDDDD"/>
          </a:solidFill>
          <a:ln>
            <a:noFill/>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6" name="Freeform 6">
            <a:extLst>
              <a:ext uri="{FF2B5EF4-FFF2-40B4-BE49-F238E27FC236}">
                <a16:creationId xmlns:a16="http://schemas.microsoft.com/office/drawing/2014/main" id="{51665AE4-E4ED-4F40-8851-AF3FFB45AA72}"/>
              </a:ext>
            </a:extLst>
          </p:cNvPr>
          <p:cNvSpPr>
            <a:spLocks/>
          </p:cNvSpPr>
          <p:nvPr/>
        </p:nvSpPr>
        <p:spPr bwMode="auto">
          <a:xfrm>
            <a:off x="5119688" y="2917825"/>
            <a:ext cx="1076325" cy="1000125"/>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DDDDDD"/>
          </a:solidFill>
          <a:ln>
            <a:noFill/>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7" name="Freeform 7">
            <a:extLst>
              <a:ext uri="{FF2B5EF4-FFF2-40B4-BE49-F238E27FC236}">
                <a16:creationId xmlns:a16="http://schemas.microsoft.com/office/drawing/2014/main" id="{824F3FB0-14A8-4150-A981-B2CAD50D69B6}"/>
              </a:ext>
            </a:extLst>
          </p:cNvPr>
          <p:cNvSpPr>
            <a:spLocks/>
          </p:cNvSpPr>
          <p:nvPr/>
        </p:nvSpPr>
        <p:spPr bwMode="auto">
          <a:xfrm>
            <a:off x="3605213" y="2917825"/>
            <a:ext cx="600075" cy="990600"/>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DDDDDD"/>
          </a:solidFill>
          <a:ln>
            <a:noFill/>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8" name="Freeform 8">
            <a:extLst>
              <a:ext uri="{FF2B5EF4-FFF2-40B4-BE49-F238E27FC236}">
                <a16:creationId xmlns:a16="http://schemas.microsoft.com/office/drawing/2014/main" id="{3D84E4D7-5354-4DF1-818D-94D9F0270AF9}"/>
              </a:ext>
            </a:extLst>
          </p:cNvPr>
          <p:cNvSpPr>
            <a:spLocks/>
          </p:cNvSpPr>
          <p:nvPr/>
        </p:nvSpPr>
        <p:spPr bwMode="auto">
          <a:xfrm>
            <a:off x="1927225" y="2917825"/>
            <a:ext cx="763588" cy="990600"/>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DDDDDD"/>
          </a:solidFill>
          <a:ln>
            <a:noFill/>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9" name="Rectangle 9">
            <a:extLst>
              <a:ext uri="{FF2B5EF4-FFF2-40B4-BE49-F238E27FC236}">
                <a16:creationId xmlns:a16="http://schemas.microsoft.com/office/drawing/2014/main" id="{CE422A4E-C0DD-4923-B90E-D9FCE9B10F86}"/>
              </a:ext>
            </a:extLst>
          </p:cNvPr>
          <p:cNvSpPr>
            <a:spLocks noChangeArrowheads="1"/>
          </p:cNvSpPr>
          <p:nvPr/>
        </p:nvSpPr>
        <p:spPr bwMode="auto">
          <a:xfrm>
            <a:off x="1090613" y="2460625"/>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defRPr/>
            </a:pPr>
            <a:r>
              <a:rPr kumimoji="1" lang="en-US" altLang="zh-CN" sz="1600" b="1">
                <a:solidFill>
                  <a:srgbClr val="000099"/>
                </a:solidFill>
                <a:latin typeface="+mn-lt"/>
                <a:ea typeface="黑体" pitchFamily="2" charset="-122"/>
              </a:rPr>
              <a:t>SOH</a:t>
            </a:r>
          </a:p>
        </p:txBody>
      </p:sp>
      <p:sp>
        <p:nvSpPr>
          <p:cNvPr id="10" name="Rectangle 10">
            <a:extLst>
              <a:ext uri="{FF2B5EF4-FFF2-40B4-BE49-F238E27FC236}">
                <a16:creationId xmlns:a16="http://schemas.microsoft.com/office/drawing/2014/main" id="{58DD25C0-4B0D-4ABE-8F88-F23AC0C5AF19}"/>
              </a:ext>
            </a:extLst>
          </p:cNvPr>
          <p:cNvSpPr>
            <a:spLocks noChangeArrowheads="1"/>
          </p:cNvSpPr>
          <p:nvPr/>
        </p:nvSpPr>
        <p:spPr bwMode="auto">
          <a:xfrm>
            <a:off x="1547813" y="2460625"/>
            <a:ext cx="601980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defRPr/>
            </a:pPr>
            <a:endParaRPr lang="zh-CN" altLang="en-US" b="1">
              <a:solidFill>
                <a:srgbClr val="000099"/>
              </a:solidFill>
              <a:latin typeface="+mn-lt"/>
              <a:ea typeface="黑体" pitchFamily="2" charset="-122"/>
            </a:endParaRPr>
          </a:p>
        </p:txBody>
      </p:sp>
      <p:sp>
        <p:nvSpPr>
          <p:cNvPr id="11" name="Rectangle 11">
            <a:extLst>
              <a:ext uri="{FF2B5EF4-FFF2-40B4-BE49-F238E27FC236}">
                <a16:creationId xmlns:a16="http://schemas.microsoft.com/office/drawing/2014/main" id="{2998FE3D-8CF6-4451-BEE8-4E1B57072AA4}"/>
              </a:ext>
            </a:extLst>
          </p:cNvPr>
          <p:cNvSpPr>
            <a:spLocks noChangeArrowheads="1"/>
          </p:cNvSpPr>
          <p:nvPr/>
        </p:nvSpPr>
        <p:spPr bwMode="auto">
          <a:xfrm>
            <a:off x="2233613" y="2460625"/>
            <a:ext cx="457200" cy="457200"/>
          </a:xfrm>
          <a:prstGeom prst="rect">
            <a:avLst/>
          </a:prstGeom>
          <a:solidFill>
            <a:srgbClr val="99FF66"/>
          </a:solidFill>
          <a:ln w="9525">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EOT</a:t>
            </a:r>
          </a:p>
        </p:txBody>
      </p:sp>
      <p:sp>
        <p:nvSpPr>
          <p:cNvPr id="12" name="Rectangle 12">
            <a:extLst>
              <a:ext uri="{FF2B5EF4-FFF2-40B4-BE49-F238E27FC236}">
                <a16:creationId xmlns:a16="http://schemas.microsoft.com/office/drawing/2014/main" id="{7E015E6E-4FD1-461C-B44A-C99AE2B68075}"/>
              </a:ext>
            </a:extLst>
          </p:cNvPr>
          <p:cNvSpPr>
            <a:spLocks noChangeArrowheads="1"/>
          </p:cNvSpPr>
          <p:nvPr/>
        </p:nvSpPr>
        <p:spPr bwMode="auto">
          <a:xfrm>
            <a:off x="6424613" y="2460625"/>
            <a:ext cx="457200" cy="457200"/>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eaLnBrk="0" hangingPunct="0">
              <a:defRPr/>
            </a:pPr>
            <a:r>
              <a:rPr kumimoji="1" lang="en-US" altLang="zh-CN" sz="1600" b="1">
                <a:solidFill>
                  <a:srgbClr val="000099"/>
                </a:solidFill>
                <a:latin typeface="+mn-lt"/>
                <a:ea typeface="黑体" pitchFamily="2" charset="-122"/>
              </a:rPr>
              <a:t>SOH</a:t>
            </a:r>
          </a:p>
        </p:txBody>
      </p:sp>
      <p:sp>
        <p:nvSpPr>
          <p:cNvPr id="13" name="Rectangle 14">
            <a:extLst>
              <a:ext uri="{FF2B5EF4-FFF2-40B4-BE49-F238E27FC236}">
                <a16:creationId xmlns:a16="http://schemas.microsoft.com/office/drawing/2014/main" id="{B2C07607-9E10-4B61-9C0D-A92592EED11F}"/>
              </a:ext>
            </a:extLst>
          </p:cNvPr>
          <p:cNvSpPr>
            <a:spLocks noChangeArrowheads="1"/>
          </p:cNvSpPr>
          <p:nvPr/>
        </p:nvSpPr>
        <p:spPr bwMode="auto">
          <a:xfrm>
            <a:off x="5129213" y="2460625"/>
            <a:ext cx="457200" cy="457200"/>
          </a:xfrm>
          <a:prstGeom prst="rect">
            <a:avLst/>
          </a:prstGeom>
          <a:solidFill>
            <a:srgbClr val="33CCFF"/>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ESC</a:t>
            </a:r>
          </a:p>
        </p:txBody>
      </p:sp>
      <p:sp>
        <p:nvSpPr>
          <p:cNvPr id="14" name="Rectangle 15">
            <a:extLst>
              <a:ext uri="{FF2B5EF4-FFF2-40B4-BE49-F238E27FC236}">
                <a16:creationId xmlns:a16="http://schemas.microsoft.com/office/drawing/2014/main" id="{D299DE20-2005-4F99-9129-7A774B6E0298}"/>
              </a:ext>
            </a:extLst>
          </p:cNvPr>
          <p:cNvSpPr>
            <a:spLocks noChangeArrowheads="1"/>
          </p:cNvSpPr>
          <p:nvPr/>
        </p:nvSpPr>
        <p:spPr bwMode="auto">
          <a:xfrm>
            <a:off x="785813" y="3908425"/>
            <a:ext cx="7848600" cy="4572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defRPr/>
            </a:pPr>
            <a:endParaRPr lang="zh-CN" altLang="en-US" b="1">
              <a:solidFill>
                <a:srgbClr val="000099"/>
              </a:solidFill>
              <a:latin typeface="+mn-lt"/>
              <a:ea typeface="黑体" pitchFamily="2" charset="-122"/>
            </a:endParaRPr>
          </a:p>
        </p:txBody>
      </p:sp>
      <p:sp>
        <p:nvSpPr>
          <p:cNvPr id="15" name="Rectangle 16">
            <a:extLst>
              <a:ext uri="{FF2B5EF4-FFF2-40B4-BE49-F238E27FC236}">
                <a16:creationId xmlns:a16="http://schemas.microsoft.com/office/drawing/2014/main" id="{68E61B0B-AFBA-45F2-94BF-B8C92768EF4D}"/>
              </a:ext>
            </a:extLst>
          </p:cNvPr>
          <p:cNvSpPr>
            <a:spLocks noChangeArrowheads="1"/>
          </p:cNvSpPr>
          <p:nvPr/>
        </p:nvSpPr>
        <p:spPr bwMode="auto">
          <a:xfrm>
            <a:off x="1471613" y="3908425"/>
            <a:ext cx="457200" cy="457200"/>
          </a:xfrm>
          <a:prstGeom prst="rect">
            <a:avLst/>
          </a:prstGeom>
          <a:solidFill>
            <a:srgbClr val="33CCFF"/>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ESC</a:t>
            </a:r>
          </a:p>
        </p:txBody>
      </p:sp>
      <p:sp>
        <p:nvSpPr>
          <p:cNvPr id="16" name="Rectangle 17">
            <a:extLst>
              <a:ext uri="{FF2B5EF4-FFF2-40B4-BE49-F238E27FC236}">
                <a16:creationId xmlns:a16="http://schemas.microsoft.com/office/drawing/2014/main" id="{1BA48F53-6E46-4783-B013-399C25BFED8A}"/>
              </a:ext>
            </a:extLst>
          </p:cNvPr>
          <p:cNvSpPr>
            <a:spLocks noChangeArrowheads="1"/>
          </p:cNvSpPr>
          <p:nvPr/>
        </p:nvSpPr>
        <p:spPr bwMode="auto">
          <a:xfrm>
            <a:off x="1928813" y="3908425"/>
            <a:ext cx="457200" cy="457200"/>
          </a:xfrm>
          <a:prstGeom prst="rect">
            <a:avLst/>
          </a:prstGeom>
          <a:solidFill>
            <a:srgbClr val="99FF66"/>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EOT</a:t>
            </a:r>
          </a:p>
        </p:txBody>
      </p:sp>
      <p:sp>
        <p:nvSpPr>
          <p:cNvPr id="17" name="Rectangle 18">
            <a:extLst>
              <a:ext uri="{FF2B5EF4-FFF2-40B4-BE49-F238E27FC236}">
                <a16:creationId xmlns:a16="http://schemas.microsoft.com/office/drawing/2014/main" id="{A361B228-BA81-49FC-9291-DC660F9F43A4}"/>
              </a:ext>
            </a:extLst>
          </p:cNvPr>
          <p:cNvSpPr>
            <a:spLocks noChangeArrowheads="1"/>
          </p:cNvSpPr>
          <p:nvPr/>
        </p:nvSpPr>
        <p:spPr bwMode="auto">
          <a:xfrm>
            <a:off x="3300413" y="3908425"/>
            <a:ext cx="457200" cy="457200"/>
          </a:xfrm>
          <a:prstGeom prst="rect">
            <a:avLst/>
          </a:prstGeom>
          <a:solidFill>
            <a:srgbClr val="33CCFF"/>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ESC</a:t>
            </a:r>
          </a:p>
        </p:txBody>
      </p:sp>
      <p:sp>
        <p:nvSpPr>
          <p:cNvPr id="18" name="Rectangle 19">
            <a:extLst>
              <a:ext uri="{FF2B5EF4-FFF2-40B4-BE49-F238E27FC236}">
                <a16:creationId xmlns:a16="http://schemas.microsoft.com/office/drawing/2014/main" id="{CD524529-B235-49C2-876C-9701F5E18BBE}"/>
              </a:ext>
            </a:extLst>
          </p:cNvPr>
          <p:cNvSpPr>
            <a:spLocks noChangeArrowheads="1"/>
          </p:cNvSpPr>
          <p:nvPr/>
        </p:nvSpPr>
        <p:spPr bwMode="auto">
          <a:xfrm>
            <a:off x="3757613" y="3908425"/>
            <a:ext cx="457200" cy="457200"/>
          </a:xfrm>
          <a:prstGeom prst="rect">
            <a:avLst/>
          </a:prstGeom>
          <a:solidFill>
            <a:srgbClr val="CCFFFF"/>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SOH</a:t>
            </a:r>
          </a:p>
        </p:txBody>
      </p:sp>
      <p:sp>
        <p:nvSpPr>
          <p:cNvPr id="19" name="Rectangle 20">
            <a:extLst>
              <a:ext uri="{FF2B5EF4-FFF2-40B4-BE49-F238E27FC236}">
                <a16:creationId xmlns:a16="http://schemas.microsoft.com/office/drawing/2014/main" id="{7F93E61E-49AB-46A3-9687-1EC5BC9B6A50}"/>
              </a:ext>
            </a:extLst>
          </p:cNvPr>
          <p:cNvSpPr>
            <a:spLocks noChangeArrowheads="1"/>
          </p:cNvSpPr>
          <p:nvPr/>
        </p:nvSpPr>
        <p:spPr bwMode="auto">
          <a:xfrm>
            <a:off x="5281613" y="3908425"/>
            <a:ext cx="457200" cy="457200"/>
          </a:xfrm>
          <a:prstGeom prst="rect">
            <a:avLst/>
          </a:prstGeom>
          <a:solidFill>
            <a:srgbClr val="33CCFF"/>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ESC</a:t>
            </a:r>
          </a:p>
        </p:txBody>
      </p:sp>
      <p:sp>
        <p:nvSpPr>
          <p:cNvPr id="20" name="Rectangle 21">
            <a:extLst>
              <a:ext uri="{FF2B5EF4-FFF2-40B4-BE49-F238E27FC236}">
                <a16:creationId xmlns:a16="http://schemas.microsoft.com/office/drawing/2014/main" id="{BE4C57D8-5C73-4D9B-B708-1087C42E0000}"/>
              </a:ext>
            </a:extLst>
          </p:cNvPr>
          <p:cNvSpPr>
            <a:spLocks noChangeArrowheads="1"/>
          </p:cNvSpPr>
          <p:nvPr/>
        </p:nvSpPr>
        <p:spPr bwMode="auto">
          <a:xfrm>
            <a:off x="5738813" y="3908425"/>
            <a:ext cx="457200" cy="457200"/>
          </a:xfrm>
          <a:prstGeom prst="rect">
            <a:avLst/>
          </a:prstGeom>
          <a:solidFill>
            <a:srgbClr val="33CCFF"/>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ESC</a:t>
            </a:r>
          </a:p>
        </p:txBody>
      </p:sp>
      <p:sp>
        <p:nvSpPr>
          <p:cNvPr id="21" name="Rectangle 22">
            <a:extLst>
              <a:ext uri="{FF2B5EF4-FFF2-40B4-BE49-F238E27FC236}">
                <a16:creationId xmlns:a16="http://schemas.microsoft.com/office/drawing/2014/main" id="{6BCC485C-B431-4785-90C1-5AA8DCADFDBB}"/>
              </a:ext>
            </a:extLst>
          </p:cNvPr>
          <p:cNvSpPr>
            <a:spLocks noChangeArrowheads="1"/>
          </p:cNvSpPr>
          <p:nvPr/>
        </p:nvSpPr>
        <p:spPr bwMode="auto">
          <a:xfrm>
            <a:off x="7034213" y="3908425"/>
            <a:ext cx="457200" cy="457200"/>
          </a:xfrm>
          <a:prstGeom prst="rect">
            <a:avLst/>
          </a:prstGeom>
          <a:solidFill>
            <a:srgbClr val="33CCFF"/>
          </a:solidFill>
          <a:ln w="9525" algn="ctr">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ESC</a:t>
            </a:r>
          </a:p>
        </p:txBody>
      </p:sp>
      <p:sp>
        <p:nvSpPr>
          <p:cNvPr id="22" name="Rectangle 23">
            <a:extLst>
              <a:ext uri="{FF2B5EF4-FFF2-40B4-BE49-F238E27FC236}">
                <a16:creationId xmlns:a16="http://schemas.microsoft.com/office/drawing/2014/main" id="{903ECF0A-0136-4569-9CCA-0CC8A76FC317}"/>
              </a:ext>
            </a:extLst>
          </p:cNvPr>
          <p:cNvSpPr>
            <a:spLocks noChangeArrowheads="1"/>
          </p:cNvSpPr>
          <p:nvPr/>
        </p:nvSpPr>
        <p:spPr bwMode="auto">
          <a:xfrm>
            <a:off x="7491413" y="3908425"/>
            <a:ext cx="457200" cy="457200"/>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eaLnBrk="0" hangingPunct="0">
              <a:defRPr/>
            </a:pPr>
            <a:r>
              <a:rPr kumimoji="1" lang="en-US" altLang="zh-CN" sz="1600" b="1">
                <a:solidFill>
                  <a:srgbClr val="000099"/>
                </a:solidFill>
                <a:latin typeface="+mn-lt"/>
                <a:ea typeface="黑体" pitchFamily="2" charset="-122"/>
              </a:rPr>
              <a:t>SOH</a:t>
            </a:r>
          </a:p>
        </p:txBody>
      </p:sp>
      <p:sp>
        <p:nvSpPr>
          <p:cNvPr id="23" name="Freeform 24">
            <a:extLst>
              <a:ext uri="{FF2B5EF4-FFF2-40B4-BE49-F238E27FC236}">
                <a16:creationId xmlns:a16="http://schemas.microsoft.com/office/drawing/2014/main" id="{AE456EDA-BCFC-4C6C-9CEE-1B45BEB7D92A}"/>
              </a:ext>
            </a:extLst>
          </p:cNvPr>
          <p:cNvSpPr>
            <a:spLocks/>
          </p:cNvSpPr>
          <p:nvPr/>
        </p:nvSpPr>
        <p:spPr bwMode="auto">
          <a:xfrm>
            <a:off x="1927225" y="2917825"/>
            <a:ext cx="306388" cy="995363"/>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24" name="Line 25">
            <a:extLst>
              <a:ext uri="{FF2B5EF4-FFF2-40B4-BE49-F238E27FC236}">
                <a16:creationId xmlns:a16="http://schemas.microsoft.com/office/drawing/2014/main" id="{EEDFD253-474E-4540-B85F-987B6A06F3C7}"/>
              </a:ext>
            </a:extLst>
          </p:cNvPr>
          <p:cNvSpPr>
            <a:spLocks noChangeShapeType="1"/>
          </p:cNvSpPr>
          <p:nvPr/>
        </p:nvSpPr>
        <p:spPr bwMode="auto">
          <a:xfrm flipH="1">
            <a:off x="2386013" y="2917825"/>
            <a:ext cx="304800" cy="990600"/>
          </a:xfrm>
          <a:prstGeom prst="line">
            <a:avLst/>
          </a:pr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25" name="Line 26">
            <a:extLst>
              <a:ext uri="{FF2B5EF4-FFF2-40B4-BE49-F238E27FC236}">
                <a16:creationId xmlns:a16="http://schemas.microsoft.com/office/drawing/2014/main" id="{8CB45B48-F63E-43E9-85A4-D475294E993C}"/>
              </a:ext>
            </a:extLst>
          </p:cNvPr>
          <p:cNvSpPr>
            <a:spLocks noChangeShapeType="1"/>
          </p:cNvSpPr>
          <p:nvPr/>
        </p:nvSpPr>
        <p:spPr bwMode="auto">
          <a:xfrm>
            <a:off x="3605213" y="2917825"/>
            <a:ext cx="142875" cy="990600"/>
          </a:xfrm>
          <a:prstGeom prst="line">
            <a:avLst/>
          </a:pr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26" name="Line 27">
            <a:extLst>
              <a:ext uri="{FF2B5EF4-FFF2-40B4-BE49-F238E27FC236}">
                <a16:creationId xmlns:a16="http://schemas.microsoft.com/office/drawing/2014/main" id="{1D5B4E82-B98F-46B3-9A89-383764FBC44E}"/>
              </a:ext>
            </a:extLst>
          </p:cNvPr>
          <p:cNvSpPr>
            <a:spLocks noChangeShapeType="1"/>
          </p:cNvSpPr>
          <p:nvPr/>
        </p:nvSpPr>
        <p:spPr bwMode="auto">
          <a:xfrm>
            <a:off x="4062413" y="2917825"/>
            <a:ext cx="152400" cy="990600"/>
          </a:xfrm>
          <a:prstGeom prst="line">
            <a:avLst/>
          </a:pr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27" name="Freeform 28">
            <a:extLst>
              <a:ext uri="{FF2B5EF4-FFF2-40B4-BE49-F238E27FC236}">
                <a16:creationId xmlns:a16="http://schemas.microsoft.com/office/drawing/2014/main" id="{595153CC-0119-412B-BD09-463CEB172D58}"/>
              </a:ext>
            </a:extLst>
          </p:cNvPr>
          <p:cNvSpPr>
            <a:spLocks/>
          </p:cNvSpPr>
          <p:nvPr/>
        </p:nvSpPr>
        <p:spPr bwMode="auto">
          <a:xfrm>
            <a:off x="5129213" y="2917825"/>
            <a:ext cx="603250" cy="995363"/>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28" name="Line 29">
            <a:extLst>
              <a:ext uri="{FF2B5EF4-FFF2-40B4-BE49-F238E27FC236}">
                <a16:creationId xmlns:a16="http://schemas.microsoft.com/office/drawing/2014/main" id="{3B536822-CFB1-4933-BF4F-D52318868E6F}"/>
              </a:ext>
            </a:extLst>
          </p:cNvPr>
          <p:cNvSpPr>
            <a:spLocks noChangeShapeType="1"/>
          </p:cNvSpPr>
          <p:nvPr/>
        </p:nvSpPr>
        <p:spPr bwMode="auto">
          <a:xfrm>
            <a:off x="5586413" y="2917825"/>
            <a:ext cx="609600" cy="990600"/>
          </a:xfrm>
          <a:prstGeom prst="line">
            <a:avLst/>
          </a:pr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29" name="Freeform 30">
            <a:extLst>
              <a:ext uri="{FF2B5EF4-FFF2-40B4-BE49-F238E27FC236}">
                <a16:creationId xmlns:a16="http://schemas.microsoft.com/office/drawing/2014/main" id="{8DC7C564-591A-45A8-A5AB-6C8A4A3516E8}"/>
              </a:ext>
            </a:extLst>
          </p:cNvPr>
          <p:cNvSpPr>
            <a:spLocks/>
          </p:cNvSpPr>
          <p:nvPr/>
        </p:nvSpPr>
        <p:spPr bwMode="auto">
          <a:xfrm>
            <a:off x="6424613" y="2917825"/>
            <a:ext cx="1060450" cy="9858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30" name="Line 31">
            <a:extLst>
              <a:ext uri="{FF2B5EF4-FFF2-40B4-BE49-F238E27FC236}">
                <a16:creationId xmlns:a16="http://schemas.microsoft.com/office/drawing/2014/main" id="{3F3AD8AE-F7C3-423B-A36F-785255E66D0C}"/>
              </a:ext>
            </a:extLst>
          </p:cNvPr>
          <p:cNvSpPr>
            <a:spLocks noChangeShapeType="1"/>
          </p:cNvSpPr>
          <p:nvPr/>
        </p:nvSpPr>
        <p:spPr bwMode="auto">
          <a:xfrm>
            <a:off x="6881813" y="2917825"/>
            <a:ext cx="1066800" cy="990600"/>
          </a:xfrm>
          <a:prstGeom prst="line">
            <a:avLst/>
          </a:prstGeom>
          <a:noFill/>
          <a:ln w="9525">
            <a:solidFill>
              <a:schemeClr val="tx1"/>
            </a:solidFill>
            <a:prstDash val="dash"/>
            <a:round/>
            <a:headEnd/>
            <a:tailEn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31" name="Line 32">
            <a:extLst>
              <a:ext uri="{FF2B5EF4-FFF2-40B4-BE49-F238E27FC236}">
                <a16:creationId xmlns:a16="http://schemas.microsoft.com/office/drawing/2014/main" id="{D6DBAA63-007D-4C85-811F-F574E1591C13}"/>
              </a:ext>
            </a:extLst>
          </p:cNvPr>
          <p:cNvSpPr>
            <a:spLocks noChangeShapeType="1"/>
          </p:cNvSpPr>
          <p:nvPr/>
        </p:nvSpPr>
        <p:spPr bwMode="auto">
          <a:xfrm>
            <a:off x="1547813" y="2232025"/>
            <a:ext cx="6019800" cy="0"/>
          </a:xfrm>
          <a:prstGeom prst="line">
            <a:avLst/>
          </a:prstGeom>
          <a:noFill/>
          <a:ln w="9525">
            <a:solidFill>
              <a:schemeClr val="tx1"/>
            </a:solidFill>
            <a:round/>
            <a:headEnd type="triangle" w="sm" len="med"/>
            <a:tailEnd type="triangle" w="sm" len="me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32" name="Text Box 33">
            <a:extLst>
              <a:ext uri="{FF2B5EF4-FFF2-40B4-BE49-F238E27FC236}">
                <a16:creationId xmlns:a16="http://schemas.microsoft.com/office/drawing/2014/main" id="{64AA0B12-6141-4AEE-9EF7-C1F21BA2087D}"/>
              </a:ext>
            </a:extLst>
          </p:cNvPr>
          <p:cNvSpPr txBox="1">
            <a:spLocks noChangeArrowheads="1"/>
          </p:cNvSpPr>
          <p:nvPr/>
        </p:nvSpPr>
        <p:spPr bwMode="auto">
          <a:xfrm>
            <a:off x="3910013" y="1998663"/>
            <a:ext cx="1022350" cy="368300"/>
          </a:xfrm>
          <a:prstGeom prst="rect">
            <a:avLst/>
          </a:prstGeom>
          <a:solidFill>
            <a:schemeClr val="bg1"/>
          </a:solid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原始数据</a:t>
            </a:r>
          </a:p>
        </p:txBody>
      </p:sp>
      <p:sp>
        <p:nvSpPr>
          <p:cNvPr id="33" name="Line 34">
            <a:extLst>
              <a:ext uri="{FF2B5EF4-FFF2-40B4-BE49-F238E27FC236}">
                <a16:creationId xmlns:a16="http://schemas.microsoft.com/office/drawing/2014/main" id="{50F138CE-871D-4E88-BAC2-8A627D61F6A4}"/>
              </a:ext>
            </a:extLst>
          </p:cNvPr>
          <p:cNvSpPr>
            <a:spLocks noChangeShapeType="1"/>
          </p:cNvSpPr>
          <p:nvPr/>
        </p:nvSpPr>
        <p:spPr bwMode="auto">
          <a:xfrm>
            <a:off x="785813" y="4670425"/>
            <a:ext cx="7848600" cy="0"/>
          </a:xfrm>
          <a:prstGeom prst="line">
            <a:avLst/>
          </a:prstGeom>
          <a:noFill/>
          <a:ln w="9525">
            <a:solidFill>
              <a:schemeClr val="tx1"/>
            </a:solidFill>
            <a:round/>
            <a:headEnd type="triangle" w="sm" len="med"/>
            <a:tailEnd type="triangle" w="sm" len="me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34" name="Rectangle 35">
            <a:extLst>
              <a:ext uri="{FF2B5EF4-FFF2-40B4-BE49-F238E27FC236}">
                <a16:creationId xmlns:a16="http://schemas.microsoft.com/office/drawing/2014/main" id="{44FF3DD1-B28C-41FE-ADCD-A8103AC2F5C4}"/>
              </a:ext>
            </a:extLst>
          </p:cNvPr>
          <p:cNvSpPr>
            <a:spLocks noChangeArrowheads="1"/>
          </p:cNvSpPr>
          <p:nvPr/>
        </p:nvSpPr>
        <p:spPr bwMode="auto">
          <a:xfrm>
            <a:off x="8634413" y="3908425"/>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defRPr/>
            </a:pPr>
            <a:r>
              <a:rPr kumimoji="1" lang="en-US" altLang="zh-CN" sz="1600" b="1">
                <a:solidFill>
                  <a:srgbClr val="000099"/>
                </a:solidFill>
                <a:latin typeface="+mn-lt"/>
                <a:ea typeface="黑体" pitchFamily="2" charset="-122"/>
              </a:rPr>
              <a:t>EOT</a:t>
            </a:r>
          </a:p>
        </p:txBody>
      </p:sp>
      <p:sp>
        <p:nvSpPr>
          <p:cNvPr id="35" name="Rectangle 36">
            <a:extLst>
              <a:ext uri="{FF2B5EF4-FFF2-40B4-BE49-F238E27FC236}">
                <a16:creationId xmlns:a16="http://schemas.microsoft.com/office/drawing/2014/main" id="{02B38454-EBA1-4922-B8B7-E405AED9E0EC}"/>
              </a:ext>
            </a:extLst>
          </p:cNvPr>
          <p:cNvSpPr>
            <a:spLocks noChangeArrowheads="1"/>
          </p:cNvSpPr>
          <p:nvPr/>
        </p:nvSpPr>
        <p:spPr bwMode="auto">
          <a:xfrm>
            <a:off x="7567613" y="2460625"/>
            <a:ext cx="457200" cy="457200"/>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defRPr/>
            </a:pPr>
            <a:r>
              <a:rPr kumimoji="1" lang="en-US" altLang="zh-CN" sz="1600" b="1">
                <a:solidFill>
                  <a:srgbClr val="000099"/>
                </a:solidFill>
                <a:latin typeface="+mn-lt"/>
                <a:ea typeface="黑体" pitchFamily="2" charset="-122"/>
              </a:rPr>
              <a:t>EOT</a:t>
            </a:r>
          </a:p>
        </p:txBody>
      </p:sp>
      <p:sp>
        <p:nvSpPr>
          <p:cNvPr id="36" name="Text Box 37">
            <a:extLst>
              <a:ext uri="{FF2B5EF4-FFF2-40B4-BE49-F238E27FC236}">
                <a16:creationId xmlns:a16="http://schemas.microsoft.com/office/drawing/2014/main" id="{9B6F9B21-63A4-4DE5-A281-50A1278DDF21}"/>
              </a:ext>
            </a:extLst>
          </p:cNvPr>
          <p:cNvSpPr txBox="1">
            <a:spLocks noChangeArrowheads="1"/>
          </p:cNvSpPr>
          <p:nvPr/>
        </p:nvSpPr>
        <p:spPr bwMode="auto">
          <a:xfrm>
            <a:off x="3381375" y="4433888"/>
            <a:ext cx="2725738" cy="368300"/>
          </a:xfrm>
          <a:prstGeom prst="rect">
            <a:avLst/>
          </a:prstGeom>
          <a:solidFill>
            <a:schemeClr val="bg1"/>
          </a:solid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经过字节填充后发送的数据</a:t>
            </a:r>
          </a:p>
        </p:txBody>
      </p:sp>
      <p:sp>
        <p:nvSpPr>
          <p:cNvPr id="37" name="Text Box 38">
            <a:extLst>
              <a:ext uri="{FF2B5EF4-FFF2-40B4-BE49-F238E27FC236}">
                <a16:creationId xmlns:a16="http://schemas.microsoft.com/office/drawing/2014/main" id="{EA29784E-9F10-40F9-A72B-7BA241496701}"/>
              </a:ext>
            </a:extLst>
          </p:cNvPr>
          <p:cNvSpPr txBox="1">
            <a:spLocks noChangeArrowheads="1"/>
          </p:cNvSpPr>
          <p:nvPr/>
        </p:nvSpPr>
        <p:spPr bwMode="auto">
          <a:xfrm>
            <a:off x="6799263" y="3175000"/>
            <a:ext cx="1022350" cy="368300"/>
          </a:xfrm>
          <a:prstGeom prst="rect">
            <a:avLst/>
          </a:prstGeom>
          <a:no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字节填充</a:t>
            </a:r>
          </a:p>
        </p:txBody>
      </p:sp>
      <p:sp>
        <p:nvSpPr>
          <p:cNvPr id="38" name="Text Box 39">
            <a:extLst>
              <a:ext uri="{FF2B5EF4-FFF2-40B4-BE49-F238E27FC236}">
                <a16:creationId xmlns:a16="http://schemas.microsoft.com/office/drawing/2014/main" id="{ACD26B5C-6483-4E42-B7CB-D8852442DBAB}"/>
              </a:ext>
            </a:extLst>
          </p:cNvPr>
          <p:cNvSpPr txBox="1">
            <a:spLocks noChangeArrowheads="1"/>
          </p:cNvSpPr>
          <p:nvPr/>
        </p:nvSpPr>
        <p:spPr bwMode="auto">
          <a:xfrm>
            <a:off x="4914900" y="3175000"/>
            <a:ext cx="1022350" cy="368300"/>
          </a:xfrm>
          <a:prstGeom prst="rect">
            <a:avLst/>
          </a:prstGeom>
          <a:no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字节填充</a:t>
            </a:r>
          </a:p>
        </p:txBody>
      </p:sp>
      <p:sp>
        <p:nvSpPr>
          <p:cNvPr id="39" name="Text Box 40">
            <a:extLst>
              <a:ext uri="{FF2B5EF4-FFF2-40B4-BE49-F238E27FC236}">
                <a16:creationId xmlns:a16="http://schemas.microsoft.com/office/drawing/2014/main" id="{FD566F40-E9A9-4394-924E-1675659B04EE}"/>
              </a:ext>
            </a:extLst>
          </p:cNvPr>
          <p:cNvSpPr txBox="1">
            <a:spLocks noChangeArrowheads="1"/>
          </p:cNvSpPr>
          <p:nvPr/>
        </p:nvSpPr>
        <p:spPr bwMode="auto">
          <a:xfrm>
            <a:off x="2971800" y="3175000"/>
            <a:ext cx="1022350" cy="368300"/>
          </a:xfrm>
          <a:prstGeom prst="rect">
            <a:avLst/>
          </a:prstGeom>
          <a:no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字节填充</a:t>
            </a:r>
          </a:p>
        </p:txBody>
      </p:sp>
      <p:sp>
        <p:nvSpPr>
          <p:cNvPr id="40" name="Text Box 41">
            <a:extLst>
              <a:ext uri="{FF2B5EF4-FFF2-40B4-BE49-F238E27FC236}">
                <a16:creationId xmlns:a16="http://schemas.microsoft.com/office/drawing/2014/main" id="{27F80EE6-7A90-4EDD-92D6-57DCEB287343}"/>
              </a:ext>
            </a:extLst>
          </p:cNvPr>
          <p:cNvSpPr txBox="1">
            <a:spLocks noChangeArrowheads="1"/>
          </p:cNvSpPr>
          <p:nvPr/>
        </p:nvSpPr>
        <p:spPr bwMode="auto">
          <a:xfrm>
            <a:off x="1243013" y="3175000"/>
            <a:ext cx="1022350" cy="368300"/>
          </a:xfrm>
          <a:prstGeom prst="rect">
            <a:avLst/>
          </a:prstGeom>
          <a:no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字节填充</a:t>
            </a:r>
          </a:p>
        </p:txBody>
      </p:sp>
      <p:sp>
        <p:nvSpPr>
          <p:cNvPr id="41" name="Line 42">
            <a:extLst>
              <a:ext uri="{FF2B5EF4-FFF2-40B4-BE49-F238E27FC236}">
                <a16:creationId xmlns:a16="http://schemas.microsoft.com/office/drawing/2014/main" id="{F502792F-67A2-4E07-BD2C-4ED331F476A4}"/>
              </a:ext>
            </a:extLst>
          </p:cNvPr>
          <p:cNvSpPr>
            <a:spLocks noChangeShapeType="1"/>
          </p:cNvSpPr>
          <p:nvPr/>
        </p:nvSpPr>
        <p:spPr bwMode="auto">
          <a:xfrm flipV="1">
            <a:off x="355600" y="4378325"/>
            <a:ext cx="0" cy="355600"/>
          </a:xfrm>
          <a:prstGeom prst="line">
            <a:avLst/>
          </a:prstGeom>
          <a:noFill/>
          <a:ln w="38100">
            <a:solidFill>
              <a:srgbClr val="C00000"/>
            </a:solidFill>
            <a:round/>
            <a:headEnd/>
            <a:tailEnd type="triangle" w="med" len="lg"/>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42" name="Text Box 43">
            <a:extLst>
              <a:ext uri="{FF2B5EF4-FFF2-40B4-BE49-F238E27FC236}">
                <a16:creationId xmlns:a16="http://schemas.microsoft.com/office/drawing/2014/main" id="{729485F0-24F6-4003-915F-190DEDACDE4D}"/>
              </a:ext>
            </a:extLst>
          </p:cNvPr>
          <p:cNvSpPr txBox="1">
            <a:spLocks noChangeArrowheads="1"/>
          </p:cNvSpPr>
          <p:nvPr/>
        </p:nvSpPr>
        <p:spPr bwMode="auto">
          <a:xfrm>
            <a:off x="185738" y="4724400"/>
            <a:ext cx="598487" cy="647700"/>
          </a:xfrm>
          <a:prstGeom prst="rect">
            <a:avLst/>
          </a:prstGeom>
          <a:noFill/>
          <a:ln>
            <a:noFill/>
          </a:ln>
          <a:effectLst/>
        </p:spPr>
        <p:txBody>
          <a:bodyPr wrap="none">
            <a:spAutoFit/>
          </a:bodyPr>
          <a:lstStyle/>
          <a:p>
            <a:pPr eaLnBrk="0" hangingPunct="0">
              <a:defRPr/>
            </a:pPr>
            <a:r>
              <a:rPr kumimoji="1" lang="zh-CN" altLang="en-US" b="1" dirty="0">
                <a:solidFill>
                  <a:srgbClr val="000099"/>
                </a:solidFill>
                <a:latin typeface="+mn-lt"/>
                <a:ea typeface="黑体" pitchFamily="2" charset="-122"/>
              </a:rPr>
              <a:t>发送</a:t>
            </a:r>
          </a:p>
          <a:p>
            <a:pPr eaLnBrk="0" hangingPunct="0">
              <a:defRPr/>
            </a:pPr>
            <a:r>
              <a:rPr kumimoji="1" lang="zh-CN" altLang="en-US" b="1" dirty="0">
                <a:solidFill>
                  <a:srgbClr val="000099"/>
                </a:solidFill>
                <a:latin typeface="+mn-lt"/>
                <a:ea typeface="黑体" pitchFamily="2" charset="-122"/>
              </a:rPr>
              <a:t>在前</a:t>
            </a:r>
          </a:p>
        </p:txBody>
      </p:sp>
      <p:sp>
        <p:nvSpPr>
          <p:cNvPr id="43" name="Line 44">
            <a:extLst>
              <a:ext uri="{FF2B5EF4-FFF2-40B4-BE49-F238E27FC236}">
                <a16:creationId xmlns:a16="http://schemas.microsoft.com/office/drawing/2014/main" id="{49F1615A-3DED-4D05-B73B-9EA9FDBB7D1F}"/>
              </a:ext>
            </a:extLst>
          </p:cNvPr>
          <p:cNvSpPr>
            <a:spLocks noChangeShapeType="1"/>
          </p:cNvSpPr>
          <p:nvPr/>
        </p:nvSpPr>
        <p:spPr bwMode="auto">
          <a:xfrm>
            <a:off x="1343025" y="2130425"/>
            <a:ext cx="0" cy="304800"/>
          </a:xfrm>
          <a:prstGeom prst="line">
            <a:avLst/>
          </a:prstGeom>
          <a:noFill/>
          <a:ln w="9525">
            <a:solidFill>
              <a:schemeClr val="tx1"/>
            </a:solidFill>
            <a:round/>
            <a:headEnd/>
            <a:tailEnd type="triangle" w="sm" len="me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44" name="Text Box 45">
            <a:extLst>
              <a:ext uri="{FF2B5EF4-FFF2-40B4-BE49-F238E27FC236}">
                <a16:creationId xmlns:a16="http://schemas.microsoft.com/office/drawing/2014/main" id="{56AD6917-5BA8-4374-B345-492D3F44E090}"/>
              </a:ext>
            </a:extLst>
          </p:cNvPr>
          <p:cNvSpPr txBox="1">
            <a:spLocks noChangeArrowheads="1"/>
          </p:cNvSpPr>
          <p:nvPr/>
        </p:nvSpPr>
        <p:spPr bwMode="auto">
          <a:xfrm>
            <a:off x="884238" y="1773238"/>
            <a:ext cx="1020762" cy="368300"/>
          </a:xfrm>
          <a:prstGeom prst="rect">
            <a:avLst/>
          </a:prstGeom>
          <a:no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帧开始符</a:t>
            </a:r>
          </a:p>
        </p:txBody>
      </p:sp>
      <p:sp>
        <p:nvSpPr>
          <p:cNvPr id="45" name="Text Box 46">
            <a:extLst>
              <a:ext uri="{FF2B5EF4-FFF2-40B4-BE49-F238E27FC236}">
                <a16:creationId xmlns:a16="http://schemas.microsoft.com/office/drawing/2014/main" id="{6329E6C2-F67F-4730-9C67-ABA8C328DBCD}"/>
              </a:ext>
            </a:extLst>
          </p:cNvPr>
          <p:cNvSpPr txBox="1">
            <a:spLocks noChangeArrowheads="1"/>
          </p:cNvSpPr>
          <p:nvPr/>
        </p:nvSpPr>
        <p:spPr bwMode="auto">
          <a:xfrm>
            <a:off x="7304088" y="1773238"/>
            <a:ext cx="1020762" cy="368300"/>
          </a:xfrm>
          <a:prstGeom prst="rect">
            <a:avLst/>
          </a:prstGeom>
          <a:noFill/>
          <a:ln>
            <a:noFill/>
          </a:ln>
          <a:effectLst/>
        </p:spPr>
        <p:txBody>
          <a:bodyPr wrap="none">
            <a:spAutoFit/>
          </a:bodyPr>
          <a:lstStyle/>
          <a:p>
            <a:pPr eaLnBrk="0" hangingPunct="0">
              <a:defRPr/>
            </a:pPr>
            <a:r>
              <a:rPr kumimoji="1" lang="zh-CN" altLang="en-US" b="1">
                <a:solidFill>
                  <a:srgbClr val="000099"/>
                </a:solidFill>
                <a:latin typeface="+mn-lt"/>
                <a:ea typeface="黑体" pitchFamily="2" charset="-122"/>
              </a:rPr>
              <a:t>帧结束符</a:t>
            </a:r>
          </a:p>
        </p:txBody>
      </p:sp>
      <p:sp>
        <p:nvSpPr>
          <p:cNvPr id="46" name="Line 47">
            <a:extLst>
              <a:ext uri="{FF2B5EF4-FFF2-40B4-BE49-F238E27FC236}">
                <a16:creationId xmlns:a16="http://schemas.microsoft.com/office/drawing/2014/main" id="{B6FEB59E-9A16-4C54-B892-18524E2C3F77}"/>
              </a:ext>
            </a:extLst>
          </p:cNvPr>
          <p:cNvSpPr>
            <a:spLocks noChangeShapeType="1"/>
          </p:cNvSpPr>
          <p:nvPr/>
        </p:nvSpPr>
        <p:spPr bwMode="auto">
          <a:xfrm>
            <a:off x="7820025" y="2130425"/>
            <a:ext cx="0" cy="304800"/>
          </a:xfrm>
          <a:prstGeom prst="line">
            <a:avLst/>
          </a:prstGeom>
          <a:noFill/>
          <a:ln w="9525">
            <a:solidFill>
              <a:schemeClr val="tx1"/>
            </a:solidFill>
            <a:round/>
            <a:headEnd/>
            <a:tailEnd type="triangle" w="sm" len="med"/>
          </a:ln>
          <a:effectLst/>
        </p:spPr>
        <p:txBody>
          <a:bodyPr/>
          <a:lstStyle/>
          <a:p>
            <a:pPr eaLnBrk="0" hangingPunct="0">
              <a:defRPr/>
            </a:pPr>
            <a:endParaRPr lang="zh-CN" altLang="en-US" b="1">
              <a:solidFill>
                <a:srgbClr val="000099"/>
              </a:solidFill>
              <a:latin typeface="+mn-lt"/>
              <a:ea typeface="黑体" pitchFamily="2" charset="-122"/>
            </a:endParaRPr>
          </a:p>
        </p:txBody>
      </p:sp>
      <p:sp>
        <p:nvSpPr>
          <p:cNvPr id="47" name="AutoShape 48">
            <a:extLst>
              <a:ext uri="{FF2B5EF4-FFF2-40B4-BE49-F238E27FC236}">
                <a16:creationId xmlns:a16="http://schemas.microsoft.com/office/drawing/2014/main" id="{9D007DC6-352E-4E9A-8474-DFDCD3A7F07D}"/>
              </a:ext>
            </a:extLst>
          </p:cNvPr>
          <p:cNvSpPr>
            <a:spLocks noChangeArrowheads="1"/>
          </p:cNvSpPr>
          <p:nvPr/>
        </p:nvSpPr>
        <p:spPr bwMode="auto">
          <a:xfrm>
            <a:off x="1603375" y="3586163"/>
            <a:ext cx="225425" cy="431800"/>
          </a:xfrm>
          <a:prstGeom prst="downArrow">
            <a:avLst>
              <a:gd name="adj1" fmla="val 39435"/>
              <a:gd name="adj2" fmla="val 90143"/>
            </a:avLst>
          </a:prstGeom>
          <a:solidFill>
            <a:srgbClr val="FF0000"/>
          </a:solidFill>
          <a:ln>
            <a:noFill/>
          </a:ln>
          <a:effectLst/>
        </p:spPr>
        <p:txBody>
          <a:bodyPr wrap="none" anchor="ctr"/>
          <a:lstStyle/>
          <a:p>
            <a:pPr eaLnBrk="0" hangingPunct="0">
              <a:defRPr/>
            </a:pPr>
            <a:endParaRPr lang="zh-CN" altLang="en-US" b="1">
              <a:solidFill>
                <a:srgbClr val="000099"/>
              </a:solidFill>
              <a:latin typeface="+mn-lt"/>
              <a:ea typeface="黑体" pitchFamily="2" charset="-122"/>
            </a:endParaRPr>
          </a:p>
        </p:txBody>
      </p:sp>
      <p:sp>
        <p:nvSpPr>
          <p:cNvPr id="48" name="AutoShape 49">
            <a:extLst>
              <a:ext uri="{FF2B5EF4-FFF2-40B4-BE49-F238E27FC236}">
                <a16:creationId xmlns:a16="http://schemas.microsoft.com/office/drawing/2014/main" id="{4A4CF88E-799C-44D8-AE9C-7F3592D00C25}"/>
              </a:ext>
            </a:extLst>
          </p:cNvPr>
          <p:cNvSpPr>
            <a:spLocks noChangeArrowheads="1"/>
          </p:cNvSpPr>
          <p:nvPr/>
        </p:nvSpPr>
        <p:spPr bwMode="auto">
          <a:xfrm>
            <a:off x="3394075" y="3586163"/>
            <a:ext cx="225425" cy="431800"/>
          </a:xfrm>
          <a:prstGeom prst="downArrow">
            <a:avLst>
              <a:gd name="adj1" fmla="val 39435"/>
              <a:gd name="adj2" fmla="val 90143"/>
            </a:avLst>
          </a:prstGeom>
          <a:solidFill>
            <a:srgbClr val="FF0000"/>
          </a:solidFill>
          <a:ln>
            <a:noFill/>
          </a:ln>
          <a:effectLst/>
        </p:spPr>
        <p:txBody>
          <a:bodyPr wrap="none" anchor="ctr"/>
          <a:lstStyle/>
          <a:p>
            <a:pPr eaLnBrk="0" hangingPunct="0">
              <a:defRPr/>
            </a:pPr>
            <a:endParaRPr lang="zh-CN" altLang="en-US" b="1">
              <a:solidFill>
                <a:srgbClr val="000099"/>
              </a:solidFill>
              <a:latin typeface="+mn-lt"/>
              <a:ea typeface="黑体" pitchFamily="2" charset="-122"/>
            </a:endParaRPr>
          </a:p>
        </p:txBody>
      </p:sp>
      <p:sp>
        <p:nvSpPr>
          <p:cNvPr id="49" name="AutoShape 50">
            <a:extLst>
              <a:ext uri="{FF2B5EF4-FFF2-40B4-BE49-F238E27FC236}">
                <a16:creationId xmlns:a16="http://schemas.microsoft.com/office/drawing/2014/main" id="{F0E85BCA-0779-4BBE-ACD1-9734B6BFC240}"/>
              </a:ext>
            </a:extLst>
          </p:cNvPr>
          <p:cNvSpPr>
            <a:spLocks noChangeArrowheads="1"/>
          </p:cNvSpPr>
          <p:nvPr/>
        </p:nvSpPr>
        <p:spPr bwMode="auto">
          <a:xfrm>
            <a:off x="5410200" y="3586163"/>
            <a:ext cx="225425" cy="431800"/>
          </a:xfrm>
          <a:prstGeom prst="downArrow">
            <a:avLst>
              <a:gd name="adj1" fmla="val 39435"/>
              <a:gd name="adj2" fmla="val 90143"/>
            </a:avLst>
          </a:prstGeom>
          <a:solidFill>
            <a:srgbClr val="FF0000"/>
          </a:solidFill>
          <a:ln>
            <a:noFill/>
          </a:ln>
          <a:effectLst/>
        </p:spPr>
        <p:txBody>
          <a:bodyPr wrap="none" anchor="ctr"/>
          <a:lstStyle/>
          <a:p>
            <a:pPr eaLnBrk="0" hangingPunct="0">
              <a:defRPr/>
            </a:pPr>
            <a:endParaRPr lang="zh-CN" altLang="en-US" b="1">
              <a:solidFill>
                <a:srgbClr val="000099"/>
              </a:solidFill>
              <a:latin typeface="+mn-lt"/>
              <a:ea typeface="黑体" pitchFamily="2" charset="-122"/>
            </a:endParaRPr>
          </a:p>
        </p:txBody>
      </p:sp>
      <p:sp>
        <p:nvSpPr>
          <p:cNvPr id="50" name="AutoShape 51">
            <a:extLst>
              <a:ext uri="{FF2B5EF4-FFF2-40B4-BE49-F238E27FC236}">
                <a16:creationId xmlns:a16="http://schemas.microsoft.com/office/drawing/2014/main" id="{3A48A5DE-87D9-4540-9ABB-503FA0495036}"/>
              </a:ext>
            </a:extLst>
          </p:cNvPr>
          <p:cNvSpPr>
            <a:spLocks noChangeArrowheads="1"/>
          </p:cNvSpPr>
          <p:nvPr/>
        </p:nvSpPr>
        <p:spPr bwMode="auto">
          <a:xfrm>
            <a:off x="7148513" y="3586163"/>
            <a:ext cx="225425" cy="431800"/>
          </a:xfrm>
          <a:prstGeom prst="downArrow">
            <a:avLst>
              <a:gd name="adj1" fmla="val 39435"/>
              <a:gd name="adj2" fmla="val 90143"/>
            </a:avLst>
          </a:prstGeom>
          <a:solidFill>
            <a:srgbClr val="FF0000"/>
          </a:solidFill>
          <a:ln>
            <a:noFill/>
          </a:ln>
          <a:effectLst/>
        </p:spPr>
        <p:txBody>
          <a:bodyPr wrap="none" anchor="ctr"/>
          <a:lstStyle/>
          <a:p>
            <a:pPr eaLnBrk="0" hangingPunct="0">
              <a:defRPr/>
            </a:pPr>
            <a:endParaRPr lang="zh-CN" altLang="en-US" b="1">
              <a:solidFill>
                <a:srgbClr val="000099"/>
              </a:solidFill>
              <a:latin typeface="+mn-lt"/>
              <a:ea typeface="黑体" pitchFamily="2" charset="-122"/>
            </a:endParaRPr>
          </a:p>
        </p:txBody>
      </p:sp>
      <p:sp>
        <p:nvSpPr>
          <p:cNvPr id="51" name="Rectangle 13">
            <a:extLst>
              <a:ext uri="{FF2B5EF4-FFF2-40B4-BE49-F238E27FC236}">
                <a16:creationId xmlns:a16="http://schemas.microsoft.com/office/drawing/2014/main" id="{427C613B-C7F5-4335-887E-86BD65D160F0}"/>
              </a:ext>
            </a:extLst>
          </p:cNvPr>
          <p:cNvSpPr>
            <a:spLocks noChangeArrowheads="1"/>
          </p:cNvSpPr>
          <p:nvPr/>
        </p:nvSpPr>
        <p:spPr bwMode="auto">
          <a:xfrm>
            <a:off x="3605213" y="2460625"/>
            <a:ext cx="457200" cy="457200"/>
          </a:xfrm>
          <a:prstGeom prst="rect">
            <a:avLst/>
          </a:prstGeom>
          <a:solidFill>
            <a:srgbClr val="CCFFFF"/>
          </a:solidFill>
          <a:ln w="9525">
            <a:solidFill>
              <a:schemeClr val="tx1"/>
            </a:solidFill>
            <a:miter lim="800000"/>
            <a:headEnd/>
            <a:tailEnd/>
          </a:ln>
          <a:effectLst/>
        </p:spPr>
        <p:txBody>
          <a:bodyPr wrap="none" anchor="ctr"/>
          <a:lstStyle/>
          <a:p>
            <a:pPr algn="ctr" eaLnBrk="0" hangingPunct="0">
              <a:defRPr/>
            </a:pPr>
            <a:r>
              <a:rPr kumimoji="1" lang="en-US" altLang="zh-CN" sz="1600" b="1">
                <a:solidFill>
                  <a:srgbClr val="000099"/>
                </a:solidFill>
                <a:latin typeface="+mn-lt"/>
                <a:ea typeface="黑体" pitchFamily="2" charset="-122"/>
              </a:rPr>
              <a:t>SOH</a:t>
            </a:r>
          </a:p>
        </p:txBody>
      </p:sp>
    </p:spTree>
    <p:extLst>
      <p:ext uri="{BB962C8B-B14F-4D97-AF65-F5344CB8AC3E}">
        <p14:creationId xmlns:p14="http://schemas.microsoft.com/office/powerpoint/2010/main" val="4262738862"/>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82625">
            <a:extLst>
              <a:ext uri="{FF2B5EF4-FFF2-40B4-BE49-F238E27FC236}">
                <a16:creationId xmlns:a16="http://schemas.microsoft.com/office/drawing/2014/main" id="{514C5DEA-6BA2-4F33-9353-ABC4178821F2}"/>
              </a:ext>
            </a:extLst>
          </p:cNvPr>
          <p:cNvSpPr>
            <a:spLocks noGrp="1"/>
          </p:cNvSpPr>
          <p:nvPr>
            <p:ph type="title"/>
          </p:nvPr>
        </p:nvSpPr>
        <p:spPr>
          <a:xfrm>
            <a:off x="671513" y="333375"/>
            <a:ext cx="8243887" cy="692150"/>
          </a:xfrm>
        </p:spPr>
        <p:txBody>
          <a:bodyPr/>
          <a:lstStyle/>
          <a:p>
            <a:pPr algn="ctr"/>
            <a:r>
              <a:rPr lang="zh-CN" altLang="en-US" sz="4000"/>
              <a:t>解决透明传输问题</a:t>
            </a:r>
            <a:r>
              <a:rPr lang="en-US" altLang="zh-CN" sz="4000"/>
              <a:t>——</a:t>
            </a:r>
            <a:r>
              <a:rPr lang="zh-CN" altLang="en-US"/>
              <a:t>零比特填充法 </a:t>
            </a:r>
          </a:p>
        </p:txBody>
      </p:sp>
      <p:sp>
        <p:nvSpPr>
          <p:cNvPr id="282627" name="文本占位符 282626">
            <a:extLst>
              <a:ext uri="{FF2B5EF4-FFF2-40B4-BE49-F238E27FC236}">
                <a16:creationId xmlns:a16="http://schemas.microsoft.com/office/drawing/2014/main" id="{BA0E28D1-460B-47E3-B77F-F29FEE9B6D25}"/>
              </a:ext>
            </a:extLst>
          </p:cNvPr>
          <p:cNvSpPr>
            <a:spLocks noGrp="1"/>
          </p:cNvSpPr>
          <p:nvPr>
            <p:ph type="body" idx="1"/>
          </p:nvPr>
        </p:nvSpPr>
        <p:spPr>
          <a:xfrm>
            <a:off x="827088" y="1268413"/>
            <a:ext cx="7772400" cy="4535487"/>
          </a:xfrm>
        </p:spPr>
        <p:txBody>
          <a:bodyPr/>
          <a:lstStyle/>
          <a:p>
            <a:r>
              <a:rPr lang="zh-CN" altLang="en-US" dirty="0"/>
              <a:t>零比特填充法即前文“</a:t>
            </a:r>
            <a:r>
              <a:rPr lang="zh-CN" altLang="en-US" dirty="0">
                <a:solidFill>
                  <a:srgbClr val="FF0000"/>
                </a:solidFill>
              </a:rPr>
              <a:t>使用比特填充”，有时也称为“带位填充”；</a:t>
            </a:r>
            <a:endParaRPr lang="en-US" altLang="zh-CN" dirty="0"/>
          </a:p>
          <a:p>
            <a:r>
              <a:rPr lang="zh-CN" altLang="en-US" dirty="0"/>
              <a:t>零比特填充法使一帧中两个 同步标志</a:t>
            </a:r>
            <a:r>
              <a:rPr lang="en-US" altLang="zh-CN" dirty="0"/>
              <a:t>F</a:t>
            </a:r>
            <a:r>
              <a:rPr lang="zh-CN" altLang="en-US" dirty="0"/>
              <a:t>之间不会出现 </a:t>
            </a:r>
            <a:r>
              <a:rPr lang="en-US" altLang="zh-CN" dirty="0"/>
              <a:t>6 </a:t>
            </a:r>
            <a:r>
              <a:rPr lang="zh-CN" altLang="en-US" dirty="0"/>
              <a:t>个连续 </a:t>
            </a:r>
            <a:r>
              <a:rPr lang="en-US" altLang="zh-CN" dirty="0"/>
              <a:t>1</a:t>
            </a:r>
            <a:r>
              <a:rPr lang="zh-CN" altLang="en-US" dirty="0"/>
              <a:t>；</a:t>
            </a:r>
          </a:p>
          <a:p>
            <a:r>
              <a:rPr lang="zh-CN" altLang="en-US" dirty="0"/>
              <a:t>在发送端，当一串比特流数据中有 </a:t>
            </a:r>
            <a:r>
              <a:rPr lang="en-US" altLang="zh-CN" dirty="0"/>
              <a:t>5 </a:t>
            </a:r>
            <a:r>
              <a:rPr lang="zh-CN" altLang="en-US" dirty="0"/>
              <a:t>个连续 </a:t>
            </a:r>
            <a:r>
              <a:rPr lang="en-US" altLang="zh-CN" dirty="0"/>
              <a:t>1 </a:t>
            </a:r>
            <a:r>
              <a:rPr lang="zh-CN" altLang="en-US" dirty="0"/>
              <a:t>时，就立即填入一个 </a:t>
            </a:r>
            <a:r>
              <a:rPr lang="en-US" altLang="zh-CN" dirty="0"/>
              <a:t>0</a:t>
            </a:r>
            <a:r>
              <a:rPr lang="zh-CN" altLang="en-US" dirty="0"/>
              <a:t>；</a:t>
            </a:r>
          </a:p>
          <a:p>
            <a:r>
              <a:rPr lang="zh-CN" altLang="en-US" dirty="0"/>
              <a:t>在接收帧时，先找到 </a:t>
            </a:r>
            <a:r>
              <a:rPr lang="en-US" altLang="zh-CN" dirty="0"/>
              <a:t>F </a:t>
            </a:r>
            <a:r>
              <a:rPr lang="zh-CN" altLang="en-US" dirty="0"/>
              <a:t>字段以确定帧的边界。接着再对比特流进行扫描。每当发现 </a:t>
            </a:r>
            <a:r>
              <a:rPr lang="en-US" altLang="zh-CN" dirty="0"/>
              <a:t>5 </a:t>
            </a:r>
            <a:r>
              <a:rPr lang="zh-CN" altLang="en-US" dirty="0"/>
              <a:t>个连续 </a:t>
            </a:r>
            <a:r>
              <a:rPr lang="en-US" altLang="zh-CN" dirty="0"/>
              <a:t>1 </a:t>
            </a:r>
            <a:r>
              <a:rPr lang="zh-CN" altLang="en-US" dirty="0"/>
              <a:t>时，就将其后的一个 </a:t>
            </a:r>
            <a:r>
              <a:rPr lang="en-US" altLang="zh-CN" dirty="0"/>
              <a:t>0 </a:t>
            </a:r>
            <a:r>
              <a:rPr lang="zh-CN" altLang="en-US" dirty="0"/>
              <a:t>删除，以还原成原比特流。       </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262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2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圆角矩形 283649">
            <a:extLst>
              <a:ext uri="{FF2B5EF4-FFF2-40B4-BE49-F238E27FC236}">
                <a16:creationId xmlns:a16="http://schemas.microsoft.com/office/drawing/2014/main" id="{14175BF5-08E2-4DB7-A9F1-6F9C274071CE}"/>
              </a:ext>
            </a:extLst>
          </p:cNvPr>
          <p:cNvSpPr>
            <a:spLocks noChangeArrowheads="1"/>
          </p:cNvSpPr>
          <p:nvPr/>
        </p:nvSpPr>
        <p:spPr bwMode="auto">
          <a:xfrm>
            <a:off x="4699000" y="1268413"/>
            <a:ext cx="1716088" cy="493712"/>
          </a:xfrm>
          <a:prstGeom prst="roundRect">
            <a:avLst>
              <a:gd name="adj" fmla="val 16667"/>
            </a:avLst>
          </a:prstGeom>
          <a:solidFill>
            <a:srgbClr val="FF99FF"/>
          </a:solidFill>
          <a:ln w="12700">
            <a:solidFill>
              <a:srgbClr val="FFCCFF"/>
            </a:solidFill>
            <a:prstDash val="dash"/>
            <a:round/>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15" name="矩形 283650">
            <a:extLst>
              <a:ext uri="{FF2B5EF4-FFF2-40B4-BE49-F238E27FC236}">
                <a16:creationId xmlns:a16="http://schemas.microsoft.com/office/drawing/2014/main" id="{0E0586B4-74A3-4482-BDB0-8BF7BEC6214A}"/>
              </a:ext>
            </a:extLst>
          </p:cNvPr>
          <p:cNvSpPr>
            <a:spLocks noChangeArrowheads="1"/>
          </p:cNvSpPr>
          <p:nvPr/>
        </p:nvSpPr>
        <p:spPr bwMode="auto">
          <a:xfrm>
            <a:off x="366713" y="1287463"/>
            <a:ext cx="3230562"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数据中某一段比特组合恰好</a:t>
            </a:r>
          </a:p>
          <a:p>
            <a:pPr eaLnBrk="0" hangingPunct="0">
              <a:spcBef>
                <a:spcPct val="0"/>
              </a:spcBef>
              <a:buClr>
                <a:srgbClr val="000000"/>
              </a:buClr>
            </a:pPr>
            <a:r>
              <a:rPr lang="zh-CN" altLang="en-US" sz="2000">
                <a:solidFill>
                  <a:schemeClr val="tx1"/>
                </a:solidFill>
                <a:ea typeface="黑体" panose="02010609060101010101" pitchFamily="49" charset="-122"/>
              </a:rPr>
              <a:t>出现和 </a:t>
            </a:r>
            <a:r>
              <a:rPr lang="en-US" altLang="zh-CN" sz="2000">
                <a:solidFill>
                  <a:schemeClr val="tx1"/>
                </a:solidFill>
                <a:ea typeface="黑体" panose="02010609060101010101" pitchFamily="49" charset="-122"/>
              </a:rPr>
              <a:t>F </a:t>
            </a:r>
            <a:r>
              <a:rPr lang="zh-CN" altLang="en-US" sz="2000">
                <a:solidFill>
                  <a:schemeClr val="tx1"/>
                </a:solidFill>
                <a:ea typeface="黑体" panose="02010609060101010101" pitchFamily="49" charset="-122"/>
              </a:rPr>
              <a:t>字段一样的情况</a:t>
            </a:r>
          </a:p>
        </p:txBody>
      </p:sp>
      <p:sp>
        <p:nvSpPr>
          <p:cNvPr id="38916" name="矩形 283651">
            <a:extLst>
              <a:ext uri="{FF2B5EF4-FFF2-40B4-BE49-F238E27FC236}">
                <a16:creationId xmlns:a16="http://schemas.microsoft.com/office/drawing/2014/main" id="{5C860321-146D-41AE-8536-68F83ED8D4C1}"/>
              </a:ext>
            </a:extLst>
          </p:cNvPr>
          <p:cNvSpPr>
            <a:spLocks noChangeArrowheads="1"/>
          </p:cNvSpPr>
          <p:nvPr/>
        </p:nvSpPr>
        <p:spPr bwMode="auto">
          <a:xfrm>
            <a:off x="3995738" y="1325563"/>
            <a:ext cx="37004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0 1 0 0 1 1 1 1 1 1 0 0 0 1 0 1 0</a:t>
            </a:r>
          </a:p>
        </p:txBody>
      </p:sp>
      <p:sp>
        <p:nvSpPr>
          <p:cNvPr id="38917" name="矩形 283652">
            <a:extLst>
              <a:ext uri="{FF2B5EF4-FFF2-40B4-BE49-F238E27FC236}">
                <a16:creationId xmlns:a16="http://schemas.microsoft.com/office/drawing/2014/main" id="{93CF7B30-A3B3-4D67-B051-2307EEE690F8}"/>
              </a:ext>
            </a:extLst>
          </p:cNvPr>
          <p:cNvSpPr>
            <a:spLocks noChangeArrowheads="1"/>
          </p:cNvSpPr>
          <p:nvPr/>
        </p:nvSpPr>
        <p:spPr bwMode="auto">
          <a:xfrm>
            <a:off x="4391025" y="1766888"/>
            <a:ext cx="2508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会被误认为是 </a:t>
            </a:r>
            <a:r>
              <a:rPr lang="en-US" altLang="zh-CN" sz="2000">
                <a:solidFill>
                  <a:schemeClr val="tx1"/>
                </a:solidFill>
                <a:ea typeface="黑体" panose="02010609060101010101" pitchFamily="49" charset="-122"/>
              </a:rPr>
              <a:t>F </a:t>
            </a:r>
            <a:r>
              <a:rPr lang="zh-CN" altLang="en-US" sz="2000">
                <a:solidFill>
                  <a:schemeClr val="tx1"/>
                </a:solidFill>
                <a:ea typeface="黑体" panose="02010609060101010101" pitchFamily="49" charset="-122"/>
              </a:rPr>
              <a:t>字段</a:t>
            </a:r>
          </a:p>
        </p:txBody>
      </p:sp>
      <p:grpSp>
        <p:nvGrpSpPr>
          <p:cNvPr id="2" name="组合 283653">
            <a:extLst>
              <a:ext uri="{FF2B5EF4-FFF2-40B4-BE49-F238E27FC236}">
                <a16:creationId xmlns:a16="http://schemas.microsoft.com/office/drawing/2014/main" id="{DB6D0A5F-FEC2-4FDB-8270-4582014003C2}"/>
              </a:ext>
            </a:extLst>
          </p:cNvPr>
          <p:cNvGrpSpPr>
            <a:grpSpLocks/>
          </p:cNvGrpSpPr>
          <p:nvPr/>
        </p:nvGrpSpPr>
        <p:grpSpPr bwMode="auto">
          <a:xfrm>
            <a:off x="366713" y="2251075"/>
            <a:ext cx="7540625" cy="1046163"/>
            <a:chOff x="231" y="1963"/>
            <a:chExt cx="4750" cy="659"/>
          </a:xfrm>
        </p:grpSpPr>
        <p:sp>
          <p:nvSpPr>
            <p:cNvPr id="38930" name="矩形 283654">
              <a:extLst>
                <a:ext uri="{FF2B5EF4-FFF2-40B4-BE49-F238E27FC236}">
                  <a16:creationId xmlns:a16="http://schemas.microsoft.com/office/drawing/2014/main" id="{1F8CA166-2775-451C-80B0-AB763544EA15}"/>
                </a:ext>
              </a:extLst>
            </p:cNvPr>
            <p:cNvSpPr>
              <a:spLocks noChangeArrowheads="1"/>
            </p:cNvSpPr>
            <p:nvPr/>
          </p:nvSpPr>
          <p:spPr bwMode="auto">
            <a:xfrm>
              <a:off x="231" y="1963"/>
              <a:ext cx="1748"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发送端在 </a:t>
              </a:r>
              <a:r>
                <a:rPr lang="en-US" altLang="zh-CN" sz="2000">
                  <a:solidFill>
                    <a:schemeClr val="tx1"/>
                  </a:solidFill>
                  <a:ea typeface="黑体" panose="02010609060101010101" pitchFamily="49" charset="-122"/>
                </a:rPr>
                <a:t>5 </a:t>
              </a:r>
              <a:r>
                <a:rPr lang="zh-CN" altLang="en-US" sz="2000">
                  <a:solidFill>
                    <a:schemeClr val="tx1"/>
                  </a:solidFill>
                  <a:ea typeface="黑体" panose="02010609060101010101" pitchFamily="49" charset="-122"/>
                </a:rPr>
                <a:t>个连 </a:t>
              </a:r>
              <a:r>
                <a:rPr lang="en-US" altLang="zh-CN" sz="2000">
                  <a:solidFill>
                    <a:schemeClr val="tx1"/>
                  </a:solidFill>
                  <a:ea typeface="黑体" panose="02010609060101010101" pitchFamily="49" charset="-122"/>
                </a:rPr>
                <a:t>1 </a:t>
              </a:r>
              <a:r>
                <a:rPr lang="zh-CN" altLang="en-US" sz="2000">
                  <a:solidFill>
                    <a:schemeClr val="tx1"/>
                  </a:solidFill>
                  <a:ea typeface="黑体" panose="02010609060101010101" pitchFamily="49" charset="-122"/>
                </a:rPr>
                <a:t>之后</a:t>
              </a:r>
            </a:p>
            <a:p>
              <a:pPr eaLnBrk="0" hangingPunct="0">
                <a:spcBef>
                  <a:spcPct val="0"/>
                </a:spcBef>
                <a:buClr>
                  <a:srgbClr val="000000"/>
                </a:buClr>
              </a:pPr>
              <a:r>
                <a:rPr lang="zh-CN" altLang="en-US" sz="2000">
                  <a:solidFill>
                    <a:schemeClr val="tx1"/>
                  </a:solidFill>
                  <a:ea typeface="黑体" panose="02010609060101010101" pitchFamily="49" charset="-122"/>
                </a:rPr>
                <a:t>填入 </a:t>
              </a:r>
              <a:r>
                <a:rPr lang="en-US" altLang="zh-CN" sz="2000">
                  <a:solidFill>
                    <a:schemeClr val="tx1"/>
                  </a:solidFill>
                  <a:ea typeface="黑体" panose="02010609060101010101" pitchFamily="49" charset="-122"/>
                </a:rPr>
                <a:t>0 </a:t>
              </a:r>
              <a:r>
                <a:rPr lang="zh-CN" altLang="en-US" sz="2000">
                  <a:solidFill>
                    <a:schemeClr val="tx1"/>
                  </a:solidFill>
                  <a:ea typeface="黑体" panose="02010609060101010101" pitchFamily="49" charset="-122"/>
                </a:rPr>
                <a:t>比特再发送出去</a:t>
              </a:r>
            </a:p>
          </p:txBody>
        </p:sp>
        <p:sp>
          <p:nvSpPr>
            <p:cNvPr id="38931" name="右箭头 283655">
              <a:extLst>
                <a:ext uri="{FF2B5EF4-FFF2-40B4-BE49-F238E27FC236}">
                  <a16:creationId xmlns:a16="http://schemas.microsoft.com/office/drawing/2014/main" id="{52A28E52-BA0D-438C-9DBA-AF96D517CA53}"/>
                </a:ext>
              </a:extLst>
            </p:cNvPr>
            <p:cNvSpPr>
              <a:spLocks noChangeArrowheads="1"/>
            </p:cNvSpPr>
            <p:nvPr/>
          </p:nvSpPr>
          <p:spPr bwMode="auto">
            <a:xfrm rot="-5400000">
              <a:off x="3715" y="2237"/>
              <a:ext cx="230" cy="128"/>
            </a:xfrm>
            <a:prstGeom prst="rightArrow">
              <a:avLst>
                <a:gd name="adj1" fmla="val 50000"/>
                <a:gd name="adj2" fmla="val 89852"/>
              </a:avLst>
            </a:prstGeom>
            <a:solidFill>
              <a:srgbClr val="33CCCC"/>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32" name="矩形 283656">
              <a:extLst>
                <a:ext uri="{FF2B5EF4-FFF2-40B4-BE49-F238E27FC236}">
                  <a16:creationId xmlns:a16="http://schemas.microsoft.com/office/drawing/2014/main" id="{8BA48E5C-F71B-4522-8F82-2DDA306335D3}"/>
                </a:ext>
              </a:extLst>
            </p:cNvPr>
            <p:cNvSpPr>
              <a:spLocks noChangeArrowheads="1"/>
            </p:cNvSpPr>
            <p:nvPr/>
          </p:nvSpPr>
          <p:spPr bwMode="auto">
            <a:xfrm>
              <a:off x="3354" y="2374"/>
              <a:ext cx="93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填入 </a:t>
              </a:r>
              <a:r>
                <a:rPr lang="en-US" altLang="zh-CN" sz="2000">
                  <a:solidFill>
                    <a:schemeClr val="tx1"/>
                  </a:solidFill>
                  <a:ea typeface="黑体" panose="02010609060101010101" pitchFamily="49" charset="-122"/>
                </a:rPr>
                <a:t>0 </a:t>
              </a:r>
              <a:r>
                <a:rPr lang="zh-CN" altLang="en-US" sz="2000">
                  <a:solidFill>
                    <a:schemeClr val="tx1"/>
                  </a:solidFill>
                  <a:ea typeface="黑体" panose="02010609060101010101" pitchFamily="49" charset="-122"/>
                </a:rPr>
                <a:t>比特</a:t>
              </a:r>
            </a:p>
          </p:txBody>
        </p:sp>
        <p:sp>
          <p:nvSpPr>
            <p:cNvPr id="38933" name="矩形 283657">
              <a:extLst>
                <a:ext uri="{FF2B5EF4-FFF2-40B4-BE49-F238E27FC236}">
                  <a16:creationId xmlns:a16="http://schemas.microsoft.com/office/drawing/2014/main" id="{ACA6EE9D-8032-4061-A977-597F33BE65C2}"/>
                </a:ext>
              </a:extLst>
            </p:cNvPr>
            <p:cNvSpPr>
              <a:spLocks noChangeArrowheads="1"/>
            </p:cNvSpPr>
            <p:nvPr/>
          </p:nvSpPr>
          <p:spPr bwMode="auto">
            <a:xfrm>
              <a:off x="2517" y="1972"/>
              <a:ext cx="246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0 1 0 0 1 1 1 1 1 0 1 0 0 0 1 0 1 0</a:t>
              </a:r>
            </a:p>
          </p:txBody>
        </p:sp>
      </p:grpSp>
      <p:grpSp>
        <p:nvGrpSpPr>
          <p:cNvPr id="4" name="组合 283658">
            <a:extLst>
              <a:ext uri="{FF2B5EF4-FFF2-40B4-BE49-F238E27FC236}">
                <a16:creationId xmlns:a16="http://schemas.microsoft.com/office/drawing/2014/main" id="{47906CA2-3393-4EA6-9E62-FBAB82064A4C}"/>
              </a:ext>
            </a:extLst>
          </p:cNvPr>
          <p:cNvGrpSpPr>
            <a:grpSpLocks/>
          </p:cNvGrpSpPr>
          <p:nvPr/>
        </p:nvGrpSpPr>
        <p:grpSpPr bwMode="auto">
          <a:xfrm>
            <a:off x="366713" y="3467100"/>
            <a:ext cx="7540625" cy="1108075"/>
            <a:chOff x="231" y="2729"/>
            <a:chExt cx="4750" cy="698"/>
          </a:xfrm>
        </p:grpSpPr>
        <p:sp>
          <p:nvSpPr>
            <p:cNvPr id="38925" name="圆角矩形 283659">
              <a:extLst>
                <a:ext uri="{FF2B5EF4-FFF2-40B4-BE49-F238E27FC236}">
                  <a16:creationId xmlns:a16="http://schemas.microsoft.com/office/drawing/2014/main" id="{F959505D-C845-4CDC-8C3C-014145F35DD9}"/>
                </a:ext>
              </a:extLst>
            </p:cNvPr>
            <p:cNvSpPr>
              <a:spLocks noChangeArrowheads="1"/>
            </p:cNvSpPr>
            <p:nvPr/>
          </p:nvSpPr>
          <p:spPr bwMode="auto">
            <a:xfrm>
              <a:off x="3738" y="2729"/>
              <a:ext cx="158" cy="285"/>
            </a:xfrm>
            <a:prstGeom prst="roundRect">
              <a:avLst>
                <a:gd name="adj" fmla="val 16667"/>
              </a:avLst>
            </a:prstGeom>
            <a:solidFill>
              <a:srgbClr val="FF99FF"/>
            </a:solidFill>
            <a:ln>
              <a:noFill/>
            </a:ln>
            <a:extLst>
              <a:ext uri="{91240B29-F687-4F45-9708-019B960494DF}">
                <a14:hiddenLine xmlns:a14="http://schemas.microsoft.com/office/drawing/2010/main" w="12700">
                  <a:solidFill>
                    <a:srgbClr val="000000"/>
                  </a:solidFill>
                  <a:round/>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26" name="矩形 283660">
              <a:extLst>
                <a:ext uri="{FF2B5EF4-FFF2-40B4-BE49-F238E27FC236}">
                  <a16:creationId xmlns:a16="http://schemas.microsoft.com/office/drawing/2014/main" id="{AADB747F-8A80-4A0C-B71B-E3F5D70E4FA4}"/>
                </a:ext>
              </a:extLst>
            </p:cNvPr>
            <p:cNvSpPr>
              <a:spLocks noChangeArrowheads="1"/>
            </p:cNvSpPr>
            <p:nvPr/>
          </p:nvSpPr>
          <p:spPr bwMode="auto">
            <a:xfrm>
              <a:off x="231" y="2730"/>
              <a:ext cx="190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在接收端将 </a:t>
              </a:r>
              <a:r>
                <a:rPr lang="en-US" altLang="zh-CN" sz="2000">
                  <a:solidFill>
                    <a:schemeClr val="tx1"/>
                  </a:solidFill>
                  <a:ea typeface="黑体" panose="02010609060101010101" pitchFamily="49" charset="-122"/>
                </a:rPr>
                <a:t>5 </a:t>
              </a:r>
              <a:r>
                <a:rPr lang="zh-CN" altLang="en-US" sz="2000">
                  <a:solidFill>
                    <a:schemeClr val="tx1"/>
                  </a:solidFill>
                  <a:ea typeface="黑体" panose="02010609060101010101" pitchFamily="49" charset="-122"/>
                </a:rPr>
                <a:t>个连 </a:t>
              </a:r>
              <a:r>
                <a:rPr lang="en-US" altLang="zh-CN" sz="2000">
                  <a:solidFill>
                    <a:schemeClr val="tx1"/>
                  </a:solidFill>
                  <a:ea typeface="黑体" panose="02010609060101010101" pitchFamily="49" charset="-122"/>
                </a:rPr>
                <a:t>1 </a:t>
              </a:r>
              <a:r>
                <a:rPr lang="zh-CN" altLang="en-US" sz="2000">
                  <a:solidFill>
                    <a:schemeClr val="tx1"/>
                  </a:solidFill>
                  <a:ea typeface="黑体" panose="02010609060101010101" pitchFamily="49" charset="-122"/>
                </a:rPr>
                <a:t>之后</a:t>
              </a:r>
            </a:p>
            <a:p>
              <a:pPr eaLnBrk="0" hangingPunct="0">
                <a:spcBef>
                  <a:spcPct val="0"/>
                </a:spcBef>
                <a:buClr>
                  <a:srgbClr val="000000"/>
                </a:buClr>
              </a:pPr>
              <a:r>
                <a:rPr lang="zh-CN" altLang="en-US" sz="2000">
                  <a:solidFill>
                    <a:schemeClr val="tx1"/>
                  </a:solidFill>
                  <a:ea typeface="黑体" panose="02010609060101010101" pitchFamily="49" charset="-122"/>
                </a:rPr>
                <a:t>的 </a:t>
              </a:r>
              <a:r>
                <a:rPr lang="en-US" altLang="zh-CN" sz="2000">
                  <a:solidFill>
                    <a:schemeClr val="tx1"/>
                  </a:solidFill>
                  <a:ea typeface="黑体" panose="02010609060101010101" pitchFamily="49" charset="-122"/>
                </a:rPr>
                <a:t>0 </a:t>
              </a:r>
              <a:r>
                <a:rPr lang="zh-CN" altLang="en-US" sz="2000">
                  <a:solidFill>
                    <a:schemeClr val="tx1"/>
                  </a:solidFill>
                  <a:ea typeface="黑体" panose="02010609060101010101" pitchFamily="49" charset="-122"/>
                </a:rPr>
                <a:t>比特删除，恢复原样</a:t>
              </a:r>
            </a:p>
          </p:txBody>
        </p:sp>
        <p:sp>
          <p:nvSpPr>
            <p:cNvPr id="38927" name="右箭头 283661">
              <a:extLst>
                <a:ext uri="{FF2B5EF4-FFF2-40B4-BE49-F238E27FC236}">
                  <a16:creationId xmlns:a16="http://schemas.microsoft.com/office/drawing/2014/main" id="{A81B1679-824E-48DB-80ED-9051B39E0A90}"/>
                </a:ext>
              </a:extLst>
            </p:cNvPr>
            <p:cNvSpPr>
              <a:spLocks noChangeArrowheads="1"/>
            </p:cNvSpPr>
            <p:nvPr/>
          </p:nvSpPr>
          <p:spPr bwMode="auto">
            <a:xfrm rot="5400000" flipV="1">
              <a:off x="3705" y="3037"/>
              <a:ext cx="230" cy="128"/>
            </a:xfrm>
            <a:prstGeom prst="rightArrow">
              <a:avLst>
                <a:gd name="adj1" fmla="val 50000"/>
                <a:gd name="adj2" fmla="val 89852"/>
              </a:avLst>
            </a:prstGeom>
            <a:solidFill>
              <a:srgbClr val="33CCCC"/>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38928" name="矩形 283662">
              <a:extLst>
                <a:ext uri="{FF2B5EF4-FFF2-40B4-BE49-F238E27FC236}">
                  <a16:creationId xmlns:a16="http://schemas.microsoft.com/office/drawing/2014/main" id="{0B17581A-5696-46F3-80EE-EDCD58F9D17D}"/>
                </a:ext>
              </a:extLst>
            </p:cNvPr>
            <p:cNvSpPr>
              <a:spLocks noChangeArrowheads="1"/>
            </p:cNvSpPr>
            <p:nvPr/>
          </p:nvSpPr>
          <p:spPr bwMode="auto">
            <a:xfrm>
              <a:off x="2744" y="3179"/>
              <a:ext cx="205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在此位置删除填入的 </a:t>
              </a:r>
              <a:r>
                <a:rPr lang="en-US" altLang="zh-CN" sz="2000">
                  <a:solidFill>
                    <a:schemeClr val="tx1"/>
                  </a:solidFill>
                  <a:ea typeface="黑体" panose="02010609060101010101" pitchFamily="49" charset="-122"/>
                </a:rPr>
                <a:t>0 </a:t>
              </a:r>
              <a:r>
                <a:rPr lang="zh-CN" altLang="en-US" sz="2000">
                  <a:solidFill>
                    <a:schemeClr val="tx1"/>
                  </a:solidFill>
                  <a:ea typeface="黑体" panose="02010609060101010101" pitchFamily="49" charset="-122"/>
                </a:rPr>
                <a:t>比特</a:t>
              </a:r>
            </a:p>
          </p:txBody>
        </p:sp>
        <p:sp>
          <p:nvSpPr>
            <p:cNvPr id="38929" name="矩形 283663">
              <a:extLst>
                <a:ext uri="{FF2B5EF4-FFF2-40B4-BE49-F238E27FC236}">
                  <a16:creationId xmlns:a16="http://schemas.microsoft.com/office/drawing/2014/main" id="{8BB0733C-05CF-4553-AA46-2B57BE467D4A}"/>
                </a:ext>
              </a:extLst>
            </p:cNvPr>
            <p:cNvSpPr>
              <a:spLocks noChangeArrowheads="1"/>
            </p:cNvSpPr>
            <p:nvPr/>
          </p:nvSpPr>
          <p:spPr bwMode="auto">
            <a:xfrm>
              <a:off x="2517" y="2756"/>
              <a:ext cx="246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0 1 0 0 1 1 1 1 1 0 1 0 0 0 1 0 1 0</a:t>
              </a:r>
            </a:p>
          </p:txBody>
        </p:sp>
      </p:grpSp>
      <p:sp>
        <p:nvSpPr>
          <p:cNvPr id="38920" name="标题 283664">
            <a:extLst>
              <a:ext uri="{FF2B5EF4-FFF2-40B4-BE49-F238E27FC236}">
                <a16:creationId xmlns:a16="http://schemas.microsoft.com/office/drawing/2014/main" id="{55F56569-26C3-4938-A9CB-AF619E2C6861}"/>
              </a:ext>
            </a:extLst>
          </p:cNvPr>
          <p:cNvSpPr>
            <a:spLocks noGrp="1"/>
          </p:cNvSpPr>
          <p:nvPr>
            <p:ph type="title"/>
          </p:nvPr>
        </p:nvSpPr>
        <p:spPr>
          <a:xfrm>
            <a:off x="671513" y="260350"/>
            <a:ext cx="8243887" cy="763588"/>
          </a:xfrm>
        </p:spPr>
        <p:txBody>
          <a:bodyPr/>
          <a:lstStyle/>
          <a:p>
            <a:pPr algn="ctr"/>
            <a:r>
              <a:rPr lang="zh-CN" altLang="en-US"/>
              <a:t>零比特填充法 </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267265">
            <a:extLst>
              <a:ext uri="{FF2B5EF4-FFF2-40B4-BE49-F238E27FC236}">
                <a16:creationId xmlns:a16="http://schemas.microsoft.com/office/drawing/2014/main" id="{A706725E-EF64-4C3E-90E2-70F603F07AC4}"/>
              </a:ext>
            </a:extLst>
          </p:cNvPr>
          <p:cNvSpPr>
            <a:spLocks noGrp="1"/>
          </p:cNvSpPr>
          <p:nvPr>
            <p:ph type="title"/>
          </p:nvPr>
        </p:nvSpPr>
        <p:spPr>
          <a:xfrm>
            <a:off x="1116013" y="115888"/>
            <a:ext cx="6229350" cy="958850"/>
          </a:xfrm>
        </p:spPr>
        <p:txBody>
          <a:bodyPr/>
          <a:lstStyle/>
          <a:p>
            <a:pPr algn="ctr"/>
            <a:r>
              <a:rPr lang="en-US" altLang="zh-CN"/>
              <a:t>4.  </a:t>
            </a:r>
            <a:r>
              <a:rPr lang="zh-CN" altLang="en-US"/>
              <a:t>差错控制</a:t>
            </a:r>
          </a:p>
        </p:txBody>
      </p:sp>
      <p:sp>
        <p:nvSpPr>
          <p:cNvPr id="267267" name="文本占位符 267266">
            <a:extLst>
              <a:ext uri="{FF2B5EF4-FFF2-40B4-BE49-F238E27FC236}">
                <a16:creationId xmlns:a16="http://schemas.microsoft.com/office/drawing/2014/main" id="{A69714B7-238A-4570-86B9-7B8ED26D04C0}"/>
              </a:ext>
            </a:extLst>
          </p:cNvPr>
          <p:cNvSpPr>
            <a:spLocks noGrp="1"/>
          </p:cNvSpPr>
          <p:nvPr>
            <p:ph type="body" idx="1"/>
          </p:nvPr>
        </p:nvSpPr>
        <p:spPr>
          <a:xfrm>
            <a:off x="468313" y="1341438"/>
            <a:ext cx="8347075" cy="4833937"/>
          </a:xfrm>
        </p:spPr>
        <p:txBody>
          <a:bodyPr/>
          <a:lstStyle/>
          <a:p>
            <a:pPr>
              <a:lnSpc>
                <a:spcPct val="90000"/>
              </a:lnSpc>
            </a:pPr>
            <a:r>
              <a:rPr lang="zh-CN" altLang="en-US" sz="2800"/>
              <a:t>在传输过程中可能会产生比特差错。</a:t>
            </a:r>
            <a:endParaRPr lang="en-US" altLang="zh-CN" sz="2800"/>
          </a:p>
          <a:p>
            <a:pPr>
              <a:lnSpc>
                <a:spcPct val="90000"/>
              </a:lnSpc>
            </a:pPr>
            <a:endParaRPr lang="zh-CN" altLang="en-US" sz="2800"/>
          </a:p>
          <a:p>
            <a:pPr>
              <a:lnSpc>
                <a:spcPct val="90000"/>
              </a:lnSpc>
            </a:pPr>
            <a:r>
              <a:rPr lang="zh-CN" altLang="en-US" sz="2800"/>
              <a:t>在一段时间内，传输错误的比特占所传输比特总数的比率称为</a:t>
            </a:r>
            <a:r>
              <a:rPr lang="zh-CN" altLang="en-US" sz="2800">
                <a:solidFill>
                  <a:schemeClr val="hlink"/>
                </a:solidFill>
              </a:rPr>
              <a:t>误码率</a:t>
            </a:r>
            <a:r>
              <a:rPr lang="zh-CN" altLang="en-US" sz="2800"/>
              <a:t> </a:t>
            </a:r>
            <a:r>
              <a:rPr lang="en-US" altLang="zh-CN" sz="2800"/>
              <a:t>BER (Bit Error Rate)</a:t>
            </a:r>
            <a:r>
              <a:rPr lang="zh-CN" altLang="en-US" sz="2800"/>
              <a:t>。</a:t>
            </a:r>
            <a:endParaRPr lang="en-US" altLang="zh-CN" sz="2800"/>
          </a:p>
          <a:p>
            <a:pPr>
              <a:lnSpc>
                <a:spcPct val="90000"/>
              </a:lnSpc>
            </a:pPr>
            <a:endParaRPr lang="zh-CN" altLang="en-US" sz="2800"/>
          </a:p>
          <a:p>
            <a:pPr>
              <a:lnSpc>
                <a:spcPct val="90000"/>
              </a:lnSpc>
            </a:pPr>
            <a:r>
              <a:rPr lang="zh-CN" altLang="en-US" sz="2800"/>
              <a:t>为了保证数据传输的可靠性，在计算机网络传输数据时，必须采用各种差错检测措施。 </a:t>
            </a:r>
            <a:endParaRPr lang="en-US" altLang="zh-CN" sz="2800"/>
          </a:p>
          <a:p>
            <a:pPr>
              <a:lnSpc>
                <a:spcPct val="90000"/>
              </a:lnSpc>
            </a:pPr>
            <a:endParaRPr lang="zh-CN" altLang="en-US" sz="2800"/>
          </a:p>
          <a:p>
            <a:pPr>
              <a:lnSpc>
                <a:spcPct val="90000"/>
              </a:lnSpc>
            </a:pPr>
            <a:r>
              <a:rPr lang="zh-CN" altLang="en-US" sz="2800"/>
              <a:t>接收方可以检测出收到的帧有错，并将其丢弃</a:t>
            </a:r>
          </a:p>
          <a:p>
            <a:pPr lvl="1">
              <a:lnSpc>
                <a:spcPct val="90000"/>
              </a:lnSpc>
            </a:pPr>
            <a:r>
              <a:rPr lang="zh-CN" altLang="en-US"/>
              <a:t>数据链路层负责重传</a:t>
            </a:r>
          </a:p>
          <a:p>
            <a:pPr lvl="1">
              <a:lnSpc>
                <a:spcPct val="90000"/>
              </a:lnSpc>
            </a:pPr>
            <a:r>
              <a:rPr lang="zh-CN" altLang="en-US"/>
              <a:t>高层负责重传</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7267">
                                            <p:txEl>
                                              <p:pRg st="0" end="0"/>
                                            </p:txEl>
                                          </p:spTgt>
                                        </p:tgtEl>
                                        <p:attrNameLst>
                                          <p:attrName>style.visibility</p:attrName>
                                        </p:attrNameLst>
                                      </p:cBhvr>
                                      <p:to>
                                        <p:strVal val="visible"/>
                                      </p:to>
                                    </p:set>
                                    <p:animEffect transition="in" filter="blinds(horizontal)">
                                      <p:cBhvr>
                                        <p:cTn id="7" dur="500"/>
                                        <p:tgtEl>
                                          <p:spTgt spid="267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7267">
                                            <p:txEl>
                                              <p:pRg st="2" end="2"/>
                                            </p:txEl>
                                          </p:spTgt>
                                        </p:tgtEl>
                                        <p:attrNameLst>
                                          <p:attrName>style.visibility</p:attrName>
                                        </p:attrNameLst>
                                      </p:cBhvr>
                                      <p:to>
                                        <p:strVal val="visible"/>
                                      </p:to>
                                    </p:set>
                                    <p:animEffect transition="in" filter="blinds(horizontal)">
                                      <p:cBhvr>
                                        <p:cTn id="12" dur="500"/>
                                        <p:tgtEl>
                                          <p:spTgt spid="2672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7267">
                                            <p:txEl>
                                              <p:pRg st="4" end="4"/>
                                            </p:txEl>
                                          </p:spTgt>
                                        </p:tgtEl>
                                        <p:attrNameLst>
                                          <p:attrName>style.visibility</p:attrName>
                                        </p:attrNameLst>
                                      </p:cBhvr>
                                      <p:to>
                                        <p:strVal val="visible"/>
                                      </p:to>
                                    </p:set>
                                    <p:animEffect transition="in" filter="blinds(horizontal)">
                                      <p:cBhvr>
                                        <p:cTn id="17" dur="500"/>
                                        <p:tgtEl>
                                          <p:spTgt spid="26726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7267">
                                            <p:txEl>
                                              <p:pRg st="6" end="6"/>
                                            </p:txEl>
                                          </p:spTgt>
                                        </p:tgtEl>
                                        <p:attrNameLst>
                                          <p:attrName>style.visibility</p:attrName>
                                        </p:attrNameLst>
                                      </p:cBhvr>
                                      <p:to>
                                        <p:strVal val="visible"/>
                                      </p:to>
                                    </p:set>
                                    <p:animEffect transition="in" filter="blinds(horizontal)">
                                      <p:cBhvr>
                                        <p:cTn id="22" dur="500"/>
                                        <p:tgtEl>
                                          <p:spTgt spid="267267">
                                            <p:txEl>
                                              <p:pRg st="6" end="6"/>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67267">
                                            <p:txEl>
                                              <p:pRg st="7" end="7"/>
                                            </p:txEl>
                                          </p:spTgt>
                                        </p:tgtEl>
                                        <p:attrNameLst>
                                          <p:attrName>style.visibility</p:attrName>
                                        </p:attrNameLst>
                                      </p:cBhvr>
                                      <p:to>
                                        <p:strVal val="visible"/>
                                      </p:to>
                                    </p:set>
                                    <p:animEffect transition="in" filter="blinds(horizontal)">
                                      <p:cBhvr>
                                        <p:cTn id="25" dur="500"/>
                                        <p:tgtEl>
                                          <p:spTgt spid="267267">
                                            <p:txEl>
                                              <p:pRg st="7" end="7"/>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67267">
                                            <p:txEl>
                                              <p:pRg st="8" end="8"/>
                                            </p:txEl>
                                          </p:spTgt>
                                        </p:tgtEl>
                                        <p:attrNameLst>
                                          <p:attrName>style.visibility</p:attrName>
                                        </p:attrNameLst>
                                      </p:cBhvr>
                                      <p:to>
                                        <p:strVal val="visible"/>
                                      </p:to>
                                    </p:set>
                                    <p:animEffect transition="in" filter="blinds(horizontal)">
                                      <p:cBhvr>
                                        <p:cTn id="28" dur="500"/>
                                        <p:tgtEl>
                                          <p:spTgt spid="2672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内容占位符 1">
            <a:extLst>
              <a:ext uri="{FF2B5EF4-FFF2-40B4-BE49-F238E27FC236}">
                <a16:creationId xmlns:a16="http://schemas.microsoft.com/office/drawing/2014/main" id="{3C450785-F537-4462-BADF-10E494D1D63F}"/>
              </a:ext>
            </a:extLst>
          </p:cNvPr>
          <p:cNvSpPr>
            <a:spLocks noGrp="1"/>
          </p:cNvSpPr>
          <p:nvPr>
            <p:ph idx="1"/>
          </p:nvPr>
        </p:nvSpPr>
        <p:spPr>
          <a:xfrm>
            <a:off x="539750" y="1123950"/>
            <a:ext cx="8001000" cy="4465638"/>
          </a:xfrm>
        </p:spPr>
        <p:txBody>
          <a:bodyPr/>
          <a:lstStyle/>
          <a:p>
            <a:pPr eaLnBrk="1" hangingPunct="1"/>
            <a:r>
              <a:rPr lang="zh-CN" altLang="en-US" sz="2400" dirty="0"/>
              <a:t>循环冗余校验（</a:t>
            </a:r>
            <a:r>
              <a:rPr lang="en-US" altLang="zh-CN" sz="2400" dirty="0" err="1"/>
              <a:t>CRC,Cyclic</a:t>
            </a:r>
            <a:r>
              <a:rPr lang="en-US" altLang="zh-CN" sz="2400" dirty="0"/>
              <a:t> Redundancy Check</a:t>
            </a:r>
            <a:r>
              <a:rPr lang="zh-CN" altLang="en-US" sz="2400" dirty="0"/>
              <a:t>），一种通过多项式除法检测错误的方法。</a:t>
            </a:r>
            <a:endParaRPr lang="en-US" altLang="zh-CN" sz="2400" dirty="0"/>
          </a:p>
          <a:p>
            <a:pPr eaLnBrk="1" hangingPunct="1"/>
            <a:r>
              <a:rPr lang="zh-CN" altLang="en-US" sz="2400" dirty="0"/>
              <a:t>编码思想： </a:t>
            </a:r>
            <a:endParaRPr lang="zh-CN" altLang="en-US" sz="2800" dirty="0"/>
          </a:p>
          <a:p>
            <a:pPr lvl="1" eaLnBrk="1" hangingPunct="1"/>
            <a:r>
              <a:rPr lang="zh-CN" altLang="en-US" sz="2400" dirty="0">
                <a:solidFill>
                  <a:srgbClr val="0000FF"/>
                </a:solidFill>
                <a:ea typeface="黑体" panose="02010609060101010101" pitchFamily="49" charset="-122"/>
              </a:rPr>
              <a:t>将位串看成系数为</a:t>
            </a:r>
            <a:r>
              <a:rPr lang="en-US" altLang="zh-CN" sz="2400" dirty="0">
                <a:solidFill>
                  <a:srgbClr val="0000FF"/>
                </a:solidFill>
                <a:ea typeface="黑体" panose="02010609060101010101" pitchFamily="49" charset="-122"/>
              </a:rPr>
              <a:t>0</a:t>
            </a:r>
            <a:r>
              <a:rPr lang="zh-CN" altLang="en-US" sz="2400" dirty="0">
                <a:solidFill>
                  <a:srgbClr val="0000FF"/>
                </a:solidFill>
                <a:ea typeface="黑体" panose="02010609060101010101" pitchFamily="49" charset="-122"/>
              </a:rPr>
              <a:t>或</a:t>
            </a:r>
            <a:r>
              <a:rPr lang="en-US" altLang="zh-CN" sz="2400" dirty="0">
                <a:solidFill>
                  <a:srgbClr val="0000FF"/>
                </a:solidFill>
                <a:ea typeface="黑体" panose="02010609060101010101" pitchFamily="49" charset="-122"/>
              </a:rPr>
              <a:t>1</a:t>
            </a:r>
            <a:r>
              <a:rPr lang="zh-CN" altLang="en-US" sz="2400" dirty="0">
                <a:solidFill>
                  <a:srgbClr val="0000FF"/>
                </a:solidFill>
                <a:ea typeface="黑体" panose="02010609060101010101" pitchFamily="49" charset="-122"/>
              </a:rPr>
              <a:t>的多项式。</a:t>
            </a:r>
            <a:endParaRPr lang="en-US" altLang="zh-CN" sz="2400" dirty="0">
              <a:solidFill>
                <a:srgbClr val="0000FF"/>
              </a:solidFill>
              <a:ea typeface="黑体" panose="02010609060101010101" pitchFamily="49" charset="-122"/>
            </a:endParaRPr>
          </a:p>
          <a:p>
            <a:pPr eaLnBrk="1" hangingPunct="1"/>
            <a:r>
              <a:rPr lang="zh-CN" altLang="en-US" sz="2400" dirty="0"/>
              <a:t>检错思想：</a:t>
            </a:r>
            <a:endParaRPr lang="zh-CN" altLang="en-US" sz="2800" dirty="0"/>
          </a:p>
          <a:p>
            <a:pPr lvl="1" eaLnBrk="1" hangingPunct="1"/>
            <a:r>
              <a:rPr lang="zh-CN" altLang="en-US" sz="2400" dirty="0">
                <a:solidFill>
                  <a:srgbClr val="0000FF"/>
                </a:solidFill>
                <a:ea typeface="黑体" panose="02010609060101010101" pitchFamily="49" charset="-122"/>
              </a:rPr>
              <a:t>收发双方约定一个生成多项式</a:t>
            </a:r>
            <a:r>
              <a:rPr lang="en-US" altLang="zh-CN" sz="2400" dirty="0">
                <a:solidFill>
                  <a:srgbClr val="0000FF"/>
                </a:solidFill>
                <a:ea typeface="黑体" panose="02010609060101010101" pitchFamily="49" charset="-122"/>
              </a:rPr>
              <a:t>P(x)</a:t>
            </a:r>
            <a:r>
              <a:rPr lang="zh-CN" altLang="en-US" sz="2400" dirty="0">
                <a:solidFill>
                  <a:srgbClr val="0000FF"/>
                </a:solidFill>
                <a:ea typeface="黑体" panose="02010609060101010101" pitchFamily="49" charset="-122"/>
              </a:rPr>
              <a:t>（其最高阶和最低阶系数必须为</a:t>
            </a:r>
            <a:r>
              <a:rPr lang="en-US" altLang="zh-CN" sz="2400" dirty="0">
                <a:solidFill>
                  <a:srgbClr val="0000FF"/>
                </a:solidFill>
                <a:ea typeface="黑体" panose="02010609060101010101" pitchFamily="49" charset="-122"/>
              </a:rPr>
              <a:t>1</a:t>
            </a:r>
            <a:r>
              <a:rPr lang="zh-CN" altLang="en-US" sz="2400" dirty="0">
                <a:solidFill>
                  <a:srgbClr val="0000FF"/>
                </a:solidFill>
                <a:ea typeface="黑体" panose="02010609060101010101" pitchFamily="49" charset="-122"/>
              </a:rPr>
              <a:t>）；</a:t>
            </a:r>
          </a:p>
          <a:p>
            <a:pPr lvl="1" eaLnBrk="1" hangingPunct="1"/>
            <a:r>
              <a:rPr lang="zh-CN" altLang="en-US" sz="2400" dirty="0">
                <a:solidFill>
                  <a:srgbClr val="0000FF"/>
                </a:solidFill>
                <a:ea typeface="黑体" panose="02010609060101010101" pitchFamily="49" charset="-122"/>
              </a:rPr>
              <a:t>发送方在帧的末尾加上校验和，使带校验和的帧的多项式能被</a:t>
            </a:r>
            <a:r>
              <a:rPr lang="en-US" altLang="zh-CN" sz="2400" dirty="0">
                <a:solidFill>
                  <a:srgbClr val="0000FF"/>
                </a:solidFill>
                <a:ea typeface="黑体" panose="02010609060101010101" pitchFamily="49" charset="-122"/>
              </a:rPr>
              <a:t>P(x)</a:t>
            </a:r>
            <a:r>
              <a:rPr lang="zh-CN" altLang="en-US" sz="2400" dirty="0">
                <a:solidFill>
                  <a:srgbClr val="0000FF"/>
                </a:solidFill>
                <a:ea typeface="黑体" panose="02010609060101010101" pitchFamily="49" charset="-122"/>
              </a:rPr>
              <a:t>整除；</a:t>
            </a:r>
          </a:p>
          <a:p>
            <a:pPr lvl="1" eaLnBrk="1" hangingPunct="1"/>
            <a:r>
              <a:rPr lang="zh-CN" altLang="en-US" sz="2400" dirty="0">
                <a:solidFill>
                  <a:srgbClr val="0000FF"/>
                </a:solidFill>
                <a:ea typeface="黑体" panose="02010609060101010101" pitchFamily="49" charset="-122"/>
              </a:rPr>
              <a:t>接收方收到后，用</a:t>
            </a:r>
            <a:r>
              <a:rPr lang="en-US" altLang="zh-CN" sz="2400" dirty="0">
                <a:solidFill>
                  <a:srgbClr val="0000FF"/>
                </a:solidFill>
                <a:ea typeface="黑体" panose="02010609060101010101" pitchFamily="49" charset="-122"/>
              </a:rPr>
              <a:t>P(x)</a:t>
            </a:r>
            <a:r>
              <a:rPr lang="zh-CN" altLang="en-US" sz="2400" dirty="0">
                <a:solidFill>
                  <a:srgbClr val="0000FF"/>
                </a:solidFill>
                <a:ea typeface="黑体" panose="02010609060101010101" pitchFamily="49" charset="-122"/>
              </a:rPr>
              <a:t>除多项式，若有余数，则传输有错。</a:t>
            </a:r>
            <a:endParaRPr lang="zh-CN" altLang="en-US" sz="2000" dirty="0">
              <a:solidFill>
                <a:srgbClr val="0000FF"/>
              </a:solidFill>
            </a:endParaRPr>
          </a:p>
        </p:txBody>
      </p:sp>
      <p:sp>
        <p:nvSpPr>
          <p:cNvPr id="114691" name="标题 240641">
            <a:extLst>
              <a:ext uri="{FF2B5EF4-FFF2-40B4-BE49-F238E27FC236}">
                <a16:creationId xmlns:a16="http://schemas.microsoft.com/office/drawing/2014/main" id="{CB3FD9F8-0CB9-4AF5-BE37-ED44A3429099}"/>
              </a:ext>
            </a:extLst>
          </p:cNvPr>
          <p:cNvSpPr>
            <a:spLocks noGrp="1"/>
          </p:cNvSpPr>
          <p:nvPr>
            <p:ph type="title"/>
          </p:nvPr>
        </p:nvSpPr>
        <p:spPr/>
        <p:txBody>
          <a:bodyPr/>
          <a:lstStyle/>
          <a:p>
            <a:pPr algn="ctr" eaLnBrk="1" hangingPunct="1"/>
            <a:r>
              <a:rPr lang="zh-CN" altLang="en-US" dirty="0"/>
              <a:t>循环冗余校验</a:t>
            </a:r>
            <a:endParaRPr lang="en-US" altLang="zh-CN" dirty="0"/>
          </a:p>
        </p:txBody>
      </p:sp>
    </p:spTree>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1">
            <a:extLst>
              <a:ext uri="{FF2B5EF4-FFF2-40B4-BE49-F238E27FC236}">
                <a16:creationId xmlns:a16="http://schemas.microsoft.com/office/drawing/2014/main" id="{6CEC186F-1D75-4E7D-9CDA-312AFB29F639}"/>
              </a:ext>
            </a:extLst>
          </p:cNvPr>
          <p:cNvSpPr>
            <a:spLocks noGrp="1"/>
          </p:cNvSpPr>
          <p:nvPr>
            <p:ph idx="1"/>
          </p:nvPr>
        </p:nvSpPr>
        <p:spPr>
          <a:xfrm>
            <a:off x="539750" y="1412875"/>
            <a:ext cx="8001000" cy="4464050"/>
          </a:xfrm>
        </p:spPr>
        <p:txBody>
          <a:bodyPr/>
          <a:lstStyle/>
          <a:p>
            <a:pPr eaLnBrk="1" hangingPunct="1"/>
            <a:r>
              <a:rPr lang="zh-CN" altLang="en-US" sz="2400" dirty="0"/>
              <a:t>校验和计算方法： </a:t>
            </a:r>
            <a:endParaRPr lang="zh-CN" altLang="en-US" sz="2800" dirty="0"/>
          </a:p>
          <a:p>
            <a:pPr lvl="1" eaLnBrk="1" hangingPunct="1"/>
            <a:r>
              <a:rPr lang="zh-CN" altLang="en-US" sz="2400" dirty="0">
                <a:solidFill>
                  <a:srgbClr val="0000FF"/>
                </a:solidFill>
                <a:ea typeface="黑体" panose="02010609060101010101" pitchFamily="49" charset="-122"/>
              </a:rPr>
              <a:t>若</a:t>
            </a:r>
            <a:r>
              <a:rPr lang="en-US" altLang="zh-CN" sz="2400" dirty="0">
                <a:solidFill>
                  <a:srgbClr val="0000FF"/>
                </a:solidFill>
                <a:ea typeface="黑体" panose="02010609060101010101" pitchFamily="49" charset="-122"/>
              </a:rPr>
              <a:t>P(x)</a:t>
            </a:r>
            <a:r>
              <a:rPr lang="zh-CN" altLang="en-US" sz="2400" dirty="0">
                <a:solidFill>
                  <a:srgbClr val="0000FF"/>
                </a:solidFill>
                <a:ea typeface="黑体" panose="02010609060101010101" pitchFamily="49" charset="-122"/>
              </a:rPr>
              <a:t>为</a:t>
            </a:r>
            <a:r>
              <a:rPr lang="en-US" altLang="zh-CN" sz="2400" dirty="0">
                <a:solidFill>
                  <a:srgbClr val="0000FF"/>
                </a:solidFill>
                <a:ea typeface="黑体" panose="02010609060101010101" pitchFamily="49" charset="-122"/>
              </a:rPr>
              <a:t>n</a:t>
            </a:r>
            <a:r>
              <a:rPr lang="zh-CN" altLang="en-US" sz="2400" dirty="0">
                <a:solidFill>
                  <a:srgbClr val="0000FF"/>
                </a:solidFill>
                <a:ea typeface="黑体" panose="02010609060101010101" pitchFamily="49" charset="-122"/>
              </a:rPr>
              <a:t>阶，原始数据为</a:t>
            </a:r>
            <a:r>
              <a:rPr lang="en-US" altLang="zh-CN" sz="2400" dirty="0">
                <a:solidFill>
                  <a:srgbClr val="0000FF"/>
                </a:solidFill>
                <a:ea typeface="黑体" panose="02010609060101010101" pitchFamily="49" charset="-122"/>
              </a:rPr>
              <a:t>k</a:t>
            </a:r>
            <a:r>
              <a:rPr lang="zh-CN" altLang="en-US" sz="2400" dirty="0">
                <a:solidFill>
                  <a:srgbClr val="0000FF"/>
                </a:solidFill>
                <a:ea typeface="黑体" panose="02010609060101010101" pitchFamily="49" charset="-122"/>
              </a:rPr>
              <a:t>位，其多项式为</a:t>
            </a:r>
            <a:r>
              <a:rPr lang="en-US" altLang="zh-CN" sz="2400" dirty="0">
                <a:solidFill>
                  <a:srgbClr val="0000FF"/>
                </a:solidFill>
                <a:ea typeface="黑体" panose="02010609060101010101" pitchFamily="49" charset="-122"/>
              </a:rPr>
              <a:t>M(x)</a:t>
            </a:r>
            <a:r>
              <a:rPr lang="zh-CN" altLang="en-US" sz="2400" dirty="0">
                <a:solidFill>
                  <a:srgbClr val="0000FF"/>
                </a:solidFill>
                <a:ea typeface="黑体" panose="02010609060101010101" pitchFamily="49" charset="-122"/>
              </a:rPr>
              <a:t>，则在原帧后面添加</a:t>
            </a:r>
            <a:r>
              <a:rPr lang="en-US" altLang="zh-CN" sz="2400" dirty="0">
                <a:solidFill>
                  <a:srgbClr val="0000FF"/>
                </a:solidFill>
                <a:ea typeface="黑体" panose="02010609060101010101" pitchFamily="49" charset="-122"/>
              </a:rPr>
              <a:t>n</a:t>
            </a:r>
            <a:r>
              <a:rPr lang="zh-CN" altLang="en-US" sz="2400" dirty="0">
                <a:solidFill>
                  <a:srgbClr val="0000FF"/>
                </a:solidFill>
                <a:ea typeface="黑体" panose="02010609060101010101" pitchFamily="49" charset="-122"/>
              </a:rPr>
              <a:t>个</a:t>
            </a:r>
            <a:r>
              <a:rPr lang="en-US" altLang="zh-CN" sz="2400" dirty="0">
                <a:solidFill>
                  <a:srgbClr val="0000FF"/>
                </a:solidFill>
                <a:ea typeface="黑体" panose="02010609060101010101" pitchFamily="49" charset="-122"/>
              </a:rPr>
              <a:t>0</a:t>
            </a:r>
            <a:r>
              <a:rPr lang="zh-CN" altLang="en-US" sz="2400" dirty="0">
                <a:solidFill>
                  <a:srgbClr val="0000FF"/>
                </a:solidFill>
                <a:ea typeface="黑体" panose="02010609060101010101" pitchFamily="49" charset="-122"/>
              </a:rPr>
              <a:t>，帧成为</a:t>
            </a:r>
            <a:r>
              <a:rPr lang="en-US" altLang="zh-CN" sz="2400" dirty="0" err="1">
                <a:solidFill>
                  <a:srgbClr val="0000FF"/>
                </a:solidFill>
                <a:ea typeface="黑体" panose="02010609060101010101" pitchFamily="49" charset="-122"/>
              </a:rPr>
              <a:t>k+n</a:t>
            </a:r>
            <a:r>
              <a:rPr lang="zh-CN" altLang="en-US" sz="2400" dirty="0">
                <a:solidFill>
                  <a:srgbClr val="0000FF"/>
                </a:solidFill>
                <a:ea typeface="黑体" panose="02010609060101010101" pitchFamily="49" charset="-122"/>
              </a:rPr>
              <a:t>位，相应多项式</a:t>
            </a:r>
            <a:r>
              <a:rPr lang="en-US" altLang="zh-CN" sz="2400" dirty="0" err="1">
                <a:solidFill>
                  <a:srgbClr val="0000FF"/>
                </a:solidFill>
                <a:ea typeface="黑体" panose="02010609060101010101" pitchFamily="49" charset="-122"/>
              </a:rPr>
              <a:t>x</a:t>
            </a:r>
            <a:r>
              <a:rPr lang="en-US" altLang="zh-CN" sz="2400" baseline="30000" dirty="0" err="1">
                <a:solidFill>
                  <a:srgbClr val="0000FF"/>
                </a:solidFill>
                <a:ea typeface="黑体" panose="02010609060101010101" pitchFamily="49" charset="-122"/>
              </a:rPr>
              <a:t>n</a:t>
            </a:r>
            <a:r>
              <a:rPr lang="en-US" altLang="zh-CN" sz="2400" dirty="0">
                <a:solidFill>
                  <a:srgbClr val="0000FF"/>
                </a:solidFill>
                <a:ea typeface="黑体" panose="02010609060101010101" pitchFamily="49" charset="-122"/>
              </a:rPr>
              <a:t> M(x) </a:t>
            </a:r>
          </a:p>
          <a:p>
            <a:pPr lvl="1" eaLnBrk="1" hangingPunct="1"/>
            <a:r>
              <a:rPr lang="zh-CN" altLang="en-US" sz="2400" dirty="0">
                <a:solidFill>
                  <a:srgbClr val="0000FF"/>
                </a:solidFill>
                <a:ea typeface="黑体" panose="02010609060101010101" pitchFamily="49" charset="-122"/>
              </a:rPr>
              <a:t>按模</a:t>
            </a:r>
            <a:r>
              <a:rPr lang="en-US" altLang="zh-CN" sz="2400" dirty="0">
                <a:solidFill>
                  <a:srgbClr val="0000FF"/>
                </a:solidFill>
                <a:ea typeface="黑体" panose="02010609060101010101" pitchFamily="49" charset="-122"/>
              </a:rPr>
              <a:t>2</a:t>
            </a:r>
            <a:r>
              <a:rPr lang="zh-CN" altLang="en-US" sz="2400" dirty="0">
                <a:solidFill>
                  <a:srgbClr val="0000FF"/>
                </a:solidFill>
                <a:ea typeface="黑体" panose="02010609060101010101" pitchFamily="49" charset="-122"/>
              </a:rPr>
              <a:t>除法用对应于</a:t>
            </a:r>
            <a:r>
              <a:rPr lang="en-US" altLang="zh-CN" sz="2400" dirty="0">
                <a:solidFill>
                  <a:srgbClr val="0000FF"/>
                </a:solidFill>
                <a:ea typeface="黑体" panose="02010609060101010101" pitchFamily="49" charset="-122"/>
              </a:rPr>
              <a:t>P(x)</a:t>
            </a:r>
            <a:r>
              <a:rPr lang="zh-CN" altLang="en-US" sz="2400" dirty="0">
                <a:solidFill>
                  <a:srgbClr val="0000FF"/>
                </a:solidFill>
                <a:ea typeface="黑体" panose="02010609060101010101" pitchFamily="49" charset="-122"/>
              </a:rPr>
              <a:t>的位串去除对应于</a:t>
            </a:r>
            <a:r>
              <a:rPr lang="en-US" altLang="zh-CN" sz="2400" dirty="0" err="1">
                <a:solidFill>
                  <a:srgbClr val="0000FF"/>
                </a:solidFill>
                <a:ea typeface="黑体" panose="02010609060101010101" pitchFamily="49" charset="-122"/>
              </a:rPr>
              <a:t>x</a:t>
            </a:r>
            <a:r>
              <a:rPr lang="en-US" altLang="zh-CN" sz="2400" baseline="30000" dirty="0" err="1">
                <a:solidFill>
                  <a:srgbClr val="0000FF"/>
                </a:solidFill>
                <a:ea typeface="黑体" panose="02010609060101010101" pitchFamily="49" charset="-122"/>
              </a:rPr>
              <a:t>n</a:t>
            </a:r>
            <a:r>
              <a:rPr lang="en-US" altLang="zh-CN" sz="2400" dirty="0">
                <a:solidFill>
                  <a:srgbClr val="0000FF"/>
                </a:solidFill>
                <a:ea typeface="黑体" panose="02010609060101010101" pitchFamily="49" charset="-122"/>
              </a:rPr>
              <a:t> M(x) </a:t>
            </a:r>
            <a:r>
              <a:rPr lang="zh-CN" altLang="en-US" sz="2400" dirty="0">
                <a:solidFill>
                  <a:srgbClr val="0000FF"/>
                </a:solidFill>
                <a:ea typeface="黑体" panose="02010609060101010101" pitchFamily="49" charset="-122"/>
              </a:rPr>
              <a:t>的位串</a:t>
            </a:r>
          </a:p>
          <a:p>
            <a:pPr lvl="1" eaLnBrk="1" hangingPunct="1"/>
            <a:r>
              <a:rPr lang="zh-CN" altLang="en-US" sz="2400" dirty="0">
                <a:solidFill>
                  <a:srgbClr val="0000FF"/>
                </a:solidFill>
                <a:ea typeface="黑体" panose="02010609060101010101" pitchFamily="49" charset="-122"/>
              </a:rPr>
              <a:t>按模</a:t>
            </a:r>
            <a:r>
              <a:rPr lang="en-US" altLang="zh-CN" sz="2400" dirty="0">
                <a:solidFill>
                  <a:srgbClr val="0000FF"/>
                </a:solidFill>
                <a:ea typeface="黑体" panose="02010609060101010101" pitchFamily="49" charset="-122"/>
              </a:rPr>
              <a:t>2</a:t>
            </a:r>
            <a:r>
              <a:rPr lang="zh-CN" altLang="en-US" sz="2400" dirty="0">
                <a:solidFill>
                  <a:srgbClr val="0000FF"/>
                </a:solidFill>
                <a:ea typeface="黑体" panose="02010609060101010101" pitchFamily="49" charset="-122"/>
              </a:rPr>
              <a:t>加法把</a:t>
            </a:r>
            <a:r>
              <a:rPr lang="en-US" altLang="zh-CN" sz="2400" dirty="0" err="1">
                <a:solidFill>
                  <a:srgbClr val="0000FF"/>
                </a:solidFill>
                <a:ea typeface="黑体" panose="02010609060101010101" pitchFamily="49" charset="-122"/>
              </a:rPr>
              <a:t>x</a:t>
            </a:r>
            <a:r>
              <a:rPr lang="en-US" altLang="zh-CN" sz="2400" baseline="30000" dirty="0" err="1">
                <a:solidFill>
                  <a:srgbClr val="0000FF"/>
                </a:solidFill>
                <a:ea typeface="黑体" panose="02010609060101010101" pitchFamily="49" charset="-122"/>
              </a:rPr>
              <a:t>r</a:t>
            </a:r>
            <a:r>
              <a:rPr lang="en-US" altLang="zh-CN" sz="2400" dirty="0">
                <a:solidFill>
                  <a:srgbClr val="0000FF"/>
                </a:solidFill>
                <a:ea typeface="黑体" panose="02010609060101010101" pitchFamily="49" charset="-122"/>
              </a:rPr>
              <a:t> M(x) </a:t>
            </a:r>
            <a:r>
              <a:rPr lang="zh-CN" altLang="en-US" sz="2400" dirty="0">
                <a:solidFill>
                  <a:srgbClr val="0000FF"/>
                </a:solidFill>
                <a:ea typeface="黑体" panose="02010609060101010101" pitchFamily="49" charset="-122"/>
              </a:rPr>
              <a:t>的位串与余数相加，结果就是要传送的带校验和的帧的多项式</a:t>
            </a:r>
            <a:r>
              <a:rPr lang="en-US" altLang="zh-CN" sz="2400" dirty="0">
                <a:solidFill>
                  <a:srgbClr val="0000FF"/>
                </a:solidFill>
                <a:ea typeface="黑体" panose="02010609060101010101" pitchFamily="49" charset="-122"/>
              </a:rPr>
              <a:t>T(x)</a:t>
            </a:r>
            <a:r>
              <a:rPr lang="zh-CN" altLang="en-US" sz="2400" dirty="0">
                <a:solidFill>
                  <a:srgbClr val="0000FF"/>
                </a:solidFill>
                <a:ea typeface="黑体" panose="02010609060101010101" pitchFamily="49" charset="-122"/>
              </a:rPr>
              <a:t>。</a:t>
            </a:r>
            <a:endParaRPr lang="en-US" altLang="zh-CN" sz="2400" dirty="0">
              <a:solidFill>
                <a:srgbClr val="0000FF"/>
              </a:solidFill>
              <a:ea typeface="黑体" panose="02010609060101010101" pitchFamily="49" charset="-122"/>
            </a:endParaRPr>
          </a:p>
          <a:p>
            <a:pPr eaLnBrk="1" hangingPunct="1"/>
            <a:endParaRPr lang="zh-CN" altLang="en-US" sz="2400" dirty="0"/>
          </a:p>
        </p:txBody>
      </p:sp>
      <p:sp>
        <p:nvSpPr>
          <p:cNvPr id="115715" name="标题 240641">
            <a:extLst>
              <a:ext uri="{FF2B5EF4-FFF2-40B4-BE49-F238E27FC236}">
                <a16:creationId xmlns:a16="http://schemas.microsoft.com/office/drawing/2014/main" id="{58ECED31-7673-4941-AD25-C3F3082460F0}"/>
              </a:ext>
            </a:extLst>
          </p:cNvPr>
          <p:cNvSpPr>
            <a:spLocks noGrp="1"/>
          </p:cNvSpPr>
          <p:nvPr>
            <p:ph type="title"/>
          </p:nvPr>
        </p:nvSpPr>
        <p:spPr/>
        <p:txBody>
          <a:bodyPr/>
          <a:lstStyle/>
          <a:p>
            <a:pPr algn="ctr" eaLnBrk="1" hangingPunct="1"/>
            <a:r>
              <a:rPr lang="zh-CN" altLang="en-US"/>
              <a:t>循环冗余校验</a:t>
            </a:r>
            <a:endParaRPr lang="en-US" altLang="zh-CN"/>
          </a:p>
        </p:txBody>
      </p:sp>
      <p:sp>
        <p:nvSpPr>
          <p:cNvPr id="115716" name="矩形 2">
            <a:extLst>
              <a:ext uri="{FF2B5EF4-FFF2-40B4-BE49-F238E27FC236}">
                <a16:creationId xmlns:a16="http://schemas.microsoft.com/office/drawing/2014/main" id="{E35FF701-0B2F-4E9D-B6D3-B37875562F55}"/>
              </a:ext>
            </a:extLst>
          </p:cNvPr>
          <p:cNvSpPr>
            <a:spLocks noChangeArrowheads="1"/>
          </p:cNvSpPr>
          <p:nvPr/>
        </p:nvSpPr>
        <p:spPr bwMode="auto">
          <a:xfrm>
            <a:off x="1547664" y="4869160"/>
            <a:ext cx="63007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a:spcBef>
                <a:spcPct val="25000"/>
              </a:spcBef>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3600" b="1" dirty="0">
                <a:solidFill>
                  <a:srgbClr val="C00000"/>
                </a:solidFill>
                <a:latin typeface="CordiaUPC" panose="020B0304020202020204" pitchFamily="34" charset="-34"/>
                <a:sym typeface="Monotype Sorts"/>
              </a:rPr>
              <a:t> T(x) =  </a:t>
            </a:r>
            <a:r>
              <a:rPr lang="en-US" altLang="zh-CN" sz="3600" b="1" dirty="0" err="1">
                <a:solidFill>
                  <a:srgbClr val="C00000"/>
                </a:solidFill>
                <a:latin typeface="CordiaUPC" panose="020B0304020202020204" pitchFamily="34" charset="-34"/>
                <a:sym typeface="Monotype Sorts"/>
              </a:rPr>
              <a:t>x</a:t>
            </a:r>
            <a:r>
              <a:rPr lang="en-US" altLang="zh-CN" sz="3600" b="1" baseline="58000" dirty="0" err="1">
                <a:solidFill>
                  <a:srgbClr val="C00000"/>
                </a:solidFill>
                <a:latin typeface="CordiaUPC" panose="020B0304020202020204" pitchFamily="34" charset="-34"/>
                <a:sym typeface="Monotype Sorts"/>
              </a:rPr>
              <a:t>r</a:t>
            </a:r>
            <a:r>
              <a:rPr lang="en-US" altLang="zh-CN" sz="3600" b="1" dirty="0" err="1">
                <a:solidFill>
                  <a:srgbClr val="C00000"/>
                </a:solidFill>
                <a:latin typeface="CordiaUPC" panose="020B0304020202020204" pitchFamily="34" charset="-34"/>
                <a:sym typeface="Monotype Sorts"/>
              </a:rPr>
              <a:t>M</a:t>
            </a:r>
            <a:r>
              <a:rPr lang="en-US" altLang="zh-CN" sz="3600" b="1" dirty="0">
                <a:solidFill>
                  <a:srgbClr val="C00000"/>
                </a:solidFill>
                <a:latin typeface="CordiaUPC" panose="020B0304020202020204" pitchFamily="34" charset="-34"/>
                <a:sym typeface="Monotype Sorts"/>
              </a:rPr>
              <a:t>(x) + [ </a:t>
            </a:r>
            <a:r>
              <a:rPr lang="en-US" altLang="zh-CN" sz="3600" b="1" dirty="0" err="1">
                <a:solidFill>
                  <a:srgbClr val="C00000"/>
                </a:solidFill>
                <a:latin typeface="CordiaUPC" panose="020B0304020202020204" pitchFamily="34" charset="-34"/>
                <a:sym typeface="Monotype Sorts"/>
              </a:rPr>
              <a:t>x</a:t>
            </a:r>
            <a:r>
              <a:rPr lang="en-US" altLang="zh-CN" sz="3600" b="1" baseline="58000" dirty="0" err="1">
                <a:solidFill>
                  <a:srgbClr val="C00000"/>
                </a:solidFill>
                <a:latin typeface="CordiaUPC" panose="020B0304020202020204" pitchFamily="34" charset="-34"/>
                <a:sym typeface="Monotype Sorts"/>
              </a:rPr>
              <a:t>n</a:t>
            </a:r>
            <a:r>
              <a:rPr lang="en-US" altLang="zh-CN" sz="3600" b="1" dirty="0" err="1">
                <a:solidFill>
                  <a:srgbClr val="C00000"/>
                </a:solidFill>
                <a:latin typeface="CordiaUPC" panose="020B0304020202020204" pitchFamily="34" charset="-34"/>
                <a:sym typeface="Monotype Sorts"/>
              </a:rPr>
              <a:t>M</a:t>
            </a:r>
            <a:r>
              <a:rPr lang="en-US" altLang="zh-CN" sz="3600" b="1" dirty="0">
                <a:solidFill>
                  <a:srgbClr val="C00000"/>
                </a:solidFill>
                <a:latin typeface="CordiaUPC" panose="020B0304020202020204" pitchFamily="34" charset="-34"/>
                <a:sym typeface="Monotype Sorts"/>
              </a:rPr>
              <a:t>(x)  MOD2  P(x) ]   </a:t>
            </a:r>
            <a:endParaRPr lang="zh-CN" altLang="en-US" sz="3600" b="1" dirty="0">
              <a:solidFill>
                <a:srgbClr val="C00000"/>
              </a:solidFill>
            </a:endParaRPr>
          </a:p>
        </p:txBody>
      </p:sp>
    </p:spTree>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240641">
            <a:extLst>
              <a:ext uri="{FF2B5EF4-FFF2-40B4-BE49-F238E27FC236}">
                <a16:creationId xmlns:a16="http://schemas.microsoft.com/office/drawing/2014/main" id="{B2715E6B-C292-4459-8417-9459EE0DB6BA}"/>
              </a:ext>
            </a:extLst>
          </p:cNvPr>
          <p:cNvSpPr>
            <a:spLocks noGrp="1"/>
          </p:cNvSpPr>
          <p:nvPr>
            <p:ph type="title"/>
          </p:nvPr>
        </p:nvSpPr>
        <p:spPr/>
        <p:txBody>
          <a:bodyPr/>
          <a:lstStyle/>
          <a:p>
            <a:pPr algn="ctr" eaLnBrk="1" hangingPunct="1"/>
            <a:r>
              <a:rPr lang="en-US" altLang="zh-CN"/>
              <a:t>CRC</a:t>
            </a:r>
            <a:r>
              <a:rPr lang="zh-CN" altLang="en-US"/>
              <a:t>校验示例</a:t>
            </a:r>
            <a:endParaRPr lang="en-US" altLang="zh-CN"/>
          </a:p>
        </p:txBody>
      </p:sp>
      <p:sp>
        <p:nvSpPr>
          <p:cNvPr id="116739" name="Text Box 3">
            <a:extLst>
              <a:ext uri="{FF2B5EF4-FFF2-40B4-BE49-F238E27FC236}">
                <a16:creationId xmlns:a16="http://schemas.microsoft.com/office/drawing/2014/main" id="{9B3C5982-F155-4B19-BB09-9CA1DA95F01F}"/>
              </a:ext>
            </a:extLst>
          </p:cNvPr>
          <p:cNvSpPr txBox="1">
            <a:spLocks noChangeArrowheads="1"/>
          </p:cNvSpPr>
          <p:nvPr/>
        </p:nvSpPr>
        <p:spPr bwMode="auto">
          <a:xfrm>
            <a:off x="673224" y="1196752"/>
            <a:ext cx="814724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dirty="0">
                <a:solidFill>
                  <a:srgbClr val="0000FF"/>
                </a:solidFill>
                <a:latin typeface="CordiaUPC" panose="020B0304020202020204" pitchFamily="34" charset="-34"/>
              </a:rPr>
              <a:t>待校验数据：</a:t>
            </a:r>
            <a:r>
              <a:rPr kumimoji="1" lang="en-US" altLang="zh-CN" sz="2400" b="1" dirty="0">
                <a:solidFill>
                  <a:srgbClr val="0000FF"/>
                </a:solidFill>
                <a:latin typeface="CordiaUPC" panose="020B0304020202020204" pitchFamily="34" charset="-34"/>
              </a:rPr>
              <a:t>101001         P(x) = x</a:t>
            </a:r>
            <a:r>
              <a:rPr kumimoji="1" lang="en-US" altLang="zh-CN" sz="2400" b="1" baseline="30000" dirty="0">
                <a:solidFill>
                  <a:srgbClr val="0000FF"/>
                </a:solidFill>
                <a:latin typeface="CordiaUPC" panose="020B0304020202020204" pitchFamily="34" charset="-34"/>
              </a:rPr>
              <a:t>3</a:t>
            </a:r>
            <a:r>
              <a:rPr kumimoji="1" lang="en-US" altLang="zh-CN" sz="2400" b="1" dirty="0">
                <a:solidFill>
                  <a:srgbClr val="0000FF"/>
                </a:solidFill>
                <a:latin typeface="CordiaUPC" panose="020B0304020202020204" pitchFamily="34" charset="-34"/>
              </a:rPr>
              <a:t>+x</a:t>
            </a:r>
            <a:r>
              <a:rPr kumimoji="1" lang="en-US" altLang="zh-CN" sz="2400" b="1" baseline="30000" dirty="0">
                <a:solidFill>
                  <a:srgbClr val="0000FF"/>
                </a:solidFill>
                <a:latin typeface="CordiaUPC" panose="020B0304020202020204" pitchFamily="34" charset="-34"/>
              </a:rPr>
              <a:t>2</a:t>
            </a:r>
            <a:r>
              <a:rPr kumimoji="1" lang="en-US" altLang="zh-CN" sz="2400" b="1" dirty="0">
                <a:solidFill>
                  <a:srgbClr val="0000FF"/>
                </a:solidFill>
                <a:latin typeface="CordiaUPC" panose="020B0304020202020204" pitchFamily="34" charset="-34"/>
              </a:rPr>
              <a:t>+1 , </a:t>
            </a:r>
            <a:r>
              <a:rPr kumimoji="1" lang="zh-CN" altLang="en-US" sz="2400" b="1" dirty="0">
                <a:solidFill>
                  <a:srgbClr val="0000FF"/>
                </a:solidFill>
                <a:latin typeface="CordiaUPC" panose="020B0304020202020204" pitchFamily="34" charset="-34"/>
              </a:rPr>
              <a:t>即</a:t>
            </a:r>
            <a:r>
              <a:rPr kumimoji="1" lang="en-US" altLang="zh-CN" sz="2400" b="1" dirty="0">
                <a:solidFill>
                  <a:srgbClr val="0000FF"/>
                </a:solidFill>
                <a:latin typeface="CordiaUPC" panose="020B0304020202020204" pitchFamily="34" charset="-34"/>
              </a:rPr>
              <a:t>1101</a:t>
            </a:r>
            <a:r>
              <a:rPr kumimoji="1" lang="en-US" altLang="en-US" sz="2400" b="1" dirty="0">
                <a:solidFill>
                  <a:srgbClr val="0000FF"/>
                </a:solidFill>
                <a:latin typeface="CordiaUPC" panose="020B0304020202020204" pitchFamily="34" charset="-34"/>
              </a:rPr>
              <a:t>   </a:t>
            </a:r>
            <a:endParaRPr kumimoji="1" lang="en-US" altLang="zh-CN" sz="2400" b="1" dirty="0">
              <a:solidFill>
                <a:srgbClr val="0000FF"/>
              </a:solidFill>
              <a:latin typeface="CordiaUPC" panose="020B0304020202020204" pitchFamily="34" charset="-34"/>
            </a:endParaRPr>
          </a:p>
        </p:txBody>
      </p:sp>
      <p:sp>
        <p:nvSpPr>
          <p:cNvPr id="116758" name="Text Box 22">
            <a:extLst>
              <a:ext uri="{FF2B5EF4-FFF2-40B4-BE49-F238E27FC236}">
                <a16:creationId xmlns:a16="http://schemas.microsoft.com/office/drawing/2014/main" id="{C104D7BC-65A0-4A24-BC3A-3DB82A146444}"/>
              </a:ext>
            </a:extLst>
          </p:cNvPr>
          <p:cNvSpPr txBox="1">
            <a:spLocks noChangeArrowheads="1"/>
          </p:cNvSpPr>
          <p:nvPr/>
        </p:nvSpPr>
        <p:spPr bwMode="auto">
          <a:xfrm>
            <a:off x="1331640" y="6061821"/>
            <a:ext cx="4968552" cy="493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accent2"/>
              </a:buClr>
              <a:buFont typeface="Wingdings" panose="05000000000000000000" pitchFamily="2" charset="2"/>
              <a:buChar char="o"/>
              <a:defRPr sz="3000">
                <a:solidFill>
                  <a:schemeClr val="tx1"/>
                </a:solidFill>
                <a:latin typeface="Arial" panose="020B0604020202020204" pitchFamily="34" charset="0"/>
                <a:ea typeface="宋体" panose="02010600030101010101" pitchFamily="2" charset="-122"/>
              </a:defRPr>
            </a:lvl1pPr>
            <a:lvl2pPr marL="742950" indent="-285750" defTabSz="762000">
              <a:spcBef>
                <a:spcPct val="20000"/>
              </a:spcBef>
              <a:buClr>
                <a:schemeClr val="accent2"/>
              </a:buClr>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defTabSz="762000">
              <a:spcBef>
                <a:spcPct val="20000"/>
              </a:spcBef>
              <a:buClr>
                <a:schemeClr val="accent2"/>
              </a:buClr>
              <a:buFont typeface="Wingdings" panose="05000000000000000000" pitchFamily="2" charset="2"/>
              <a:buChar char="o"/>
              <a:defRPr sz="2300">
                <a:solidFill>
                  <a:schemeClr val="tx1"/>
                </a:solidFill>
                <a:latin typeface="Arial" panose="020B0604020202020204" pitchFamily="34" charset="0"/>
                <a:ea typeface="宋体" panose="02010600030101010101" pitchFamily="2" charset="-122"/>
              </a:defRPr>
            </a:lvl3pPr>
            <a:lvl4pPr marL="1600200" indent="-228600" defTabSz="762000">
              <a:spcBef>
                <a:spcPct val="20000"/>
              </a:spcBef>
              <a:buClr>
                <a:schemeClr val="accent2"/>
              </a:buClr>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4pPr>
            <a:lvl5pPr marL="2057400" indent="-228600" defTabSz="762000">
              <a:spcBef>
                <a:spcPct val="25000"/>
              </a:spcBef>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7620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20000"/>
              </a:lnSpc>
              <a:buNone/>
            </a:pPr>
            <a:r>
              <a:rPr kumimoji="1" lang="en-US" altLang="zh-CN" sz="2400" b="1" dirty="0">
                <a:solidFill>
                  <a:srgbClr val="0000FF"/>
                </a:solidFill>
                <a:latin typeface="CordiaUPC" panose="020B0304020202020204" pitchFamily="34" charset="-34"/>
              </a:rPr>
              <a:t>∴</a:t>
            </a:r>
            <a:r>
              <a:rPr kumimoji="1" lang="zh-CN" altLang="en-US" sz="2400" b="1" dirty="0">
                <a:solidFill>
                  <a:srgbClr val="0000FF"/>
                </a:solidFill>
                <a:latin typeface="CordiaUPC" panose="020B0304020202020204" pitchFamily="34" charset="-34"/>
              </a:rPr>
              <a:t>传送序列</a:t>
            </a:r>
            <a:r>
              <a:rPr lang="en-US" altLang="zh-CN" sz="2400" b="1" dirty="0">
                <a:latin typeface="微软雅黑" pitchFamily="34" charset="-122"/>
                <a:ea typeface="微软雅黑" pitchFamily="34" charset="-122"/>
              </a:rPr>
              <a:t> 101001</a:t>
            </a:r>
            <a:r>
              <a:rPr lang="en-US" altLang="zh-CN" sz="2400" b="1" dirty="0">
                <a:solidFill>
                  <a:srgbClr val="FF0000"/>
                </a:solidFill>
                <a:latin typeface="微软雅黑" pitchFamily="34" charset="-122"/>
                <a:ea typeface="微软雅黑" pitchFamily="34" charset="-122"/>
              </a:rPr>
              <a:t>001</a:t>
            </a:r>
            <a:endParaRPr lang="zh-CN" altLang="en-US" sz="2400" b="1" dirty="0">
              <a:solidFill>
                <a:srgbClr val="FF0000"/>
              </a:solidFill>
              <a:latin typeface="微软雅黑" pitchFamily="34" charset="-122"/>
              <a:ea typeface="微软雅黑" pitchFamily="34" charset="-122"/>
            </a:endParaRPr>
          </a:p>
        </p:txBody>
      </p:sp>
      <p:sp>
        <p:nvSpPr>
          <p:cNvPr id="23" name="圆角矩形 22"/>
          <p:cNvSpPr/>
          <p:nvPr/>
        </p:nvSpPr>
        <p:spPr>
          <a:xfrm>
            <a:off x="2123728" y="1657336"/>
            <a:ext cx="5581934" cy="44359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2368277" y="1778068"/>
            <a:ext cx="5586506" cy="4077192"/>
            <a:chOff x="669696" y="1204869"/>
            <a:chExt cx="8778542" cy="4952205"/>
          </a:xfrm>
        </p:grpSpPr>
        <p:sp>
          <p:nvSpPr>
            <p:cNvPr id="25" name="Rectangle 4"/>
            <p:cNvSpPr>
              <a:spLocks noChangeArrowheads="1"/>
            </p:cNvSpPr>
            <p:nvPr/>
          </p:nvSpPr>
          <p:spPr bwMode="auto">
            <a:xfrm>
              <a:off x="669696" y="1645619"/>
              <a:ext cx="1131002"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P</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除数</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26" name="Rectangle 5"/>
            <p:cNvSpPr>
              <a:spLocks noChangeArrowheads="1"/>
            </p:cNvSpPr>
            <p:nvPr/>
          </p:nvSpPr>
          <p:spPr bwMode="auto">
            <a:xfrm>
              <a:off x="2351434" y="1644427"/>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1101</a:t>
              </a:r>
            </a:p>
          </p:txBody>
        </p:sp>
        <p:sp>
          <p:nvSpPr>
            <p:cNvPr id="27" name="Rectangle 6"/>
            <p:cNvSpPr>
              <a:spLocks noChangeArrowheads="1"/>
            </p:cNvSpPr>
            <p:nvPr/>
          </p:nvSpPr>
          <p:spPr bwMode="auto">
            <a:xfrm>
              <a:off x="4067523" y="1206277"/>
              <a:ext cx="1421987"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solidFill>
                    <a:schemeClr val="tx1"/>
                  </a:solidFill>
                  <a:latin typeface="微软雅黑" pitchFamily="34" charset="-122"/>
                  <a:ea typeface="微软雅黑" pitchFamily="34" charset="-122"/>
                </a:rPr>
                <a:t>110100</a:t>
              </a:r>
            </a:p>
          </p:txBody>
        </p:sp>
        <p:sp>
          <p:nvSpPr>
            <p:cNvPr id="28" name="Rectangle 7"/>
            <p:cNvSpPr>
              <a:spLocks noChangeArrowheads="1"/>
            </p:cNvSpPr>
            <p:nvPr/>
          </p:nvSpPr>
          <p:spPr bwMode="auto">
            <a:xfrm>
              <a:off x="3483322" y="1641251"/>
              <a:ext cx="2386013"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500" b="1" dirty="0">
                  <a:solidFill>
                    <a:schemeClr val="tx1"/>
                  </a:solidFill>
                  <a:latin typeface="微软雅黑" pitchFamily="34" charset="-122"/>
                  <a:ea typeface="微软雅黑" pitchFamily="34" charset="-122"/>
                </a:rPr>
                <a:t>101001</a:t>
              </a:r>
              <a:r>
                <a:rPr lang="en-US" altLang="zh-CN" sz="1500" b="1" dirty="0">
                  <a:solidFill>
                    <a:srgbClr val="CC00CC"/>
                  </a:solidFill>
                  <a:latin typeface="微软雅黑" pitchFamily="34" charset="-122"/>
                  <a:ea typeface="微软雅黑" pitchFamily="34" charset="-122"/>
                </a:rPr>
                <a:t>000</a:t>
              </a:r>
            </a:p>
          </p:txBody>
        </p:sp>
        <p:sp>
          <p:nvSpPr>
            <p:cNvPr id="29" name="Rectangle 8"/>
            <p:cNvSpPr>
              <a:spLocks noChangeArrowheads="1"/>
            </p:cNvSpPr>
            <p:nvPr/>
          </p:nvSpPr>
          <p:spPr bwMode="auto">
            <a:xfrm>
              <a:off x="5993010" y="1664374"/>
              <a:ext cx="2316906"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solidFill>
                    <a:srgbClr val="CC00CC"/>
                  </a:solidFill>
                  <a:latin typeface="微软雅黑" pitchFamily="34" charset="-122"/>
                  <a:ea typeface="微软雅黑" pitchFamily="34" charset="-122"/>
                </a:rPr>
                <a:t>2</a:t>
              </a:r>
              <a:r>
                <a:rPr lang="en-US" altLang="zh-CN" sz="1500" b="1" i="1" baseline="30000" dirty="0">
                  <a:solidFill>
                    <a:srgbClr val="CC00CC"/>
                  </a:solidFill>
                  <a:latin typeface="微软雅黑" pitchFamily="34" charset="-122"/>
                  <a:ea typeface="微软雅黑" pitchFamily="34" charset="-122"/>
                </a:rPr>
                <a:t>n</a:t>
              </a:r>
              <a:r>
                <a:rPr lang="en-US" altLang="zh-CN" sz="1500" b="1" i="1" dirty="0">
                  <a:solidFill>
                    <a:srgbClr val="CC00CC"/>
                  </a:solidFill>
                  <a:latin typeface="微软雅黑" pitchFamily="34" charset="-122"/>
                  <a:ea typeface="微软雅黑" pitchFamily="34" charset="-122"/>
                </a:rPr>
                <a:t>M </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被除数</a:t>
              </a:r>
              <a:r>
                <a:rPr lang="en-US" altLang="zh-CN" sz="1500" b="1" dirty="0">
                  <a:solidFill>
                    <a:srgbClr val="CC00CC"/>
                  </a:solidFill>
                  <a:latin typeface="微软雅黑" pitchFamily="34" charset="-122"/>
                  <a:ea typeface="微软雅黑" pitchFamily="34" charset="-122"/>
                </a:rPr>
                <a:t>)</a:t>
              </a:r>
            </a:p>
          </p:txBody>
        </p:sp>
        <p:sp>
          <p:nvSpPr>
            <p:cNvPr id="30" name="Rectangle 9"/>
            <p:cNvSpPr>
              <a:spLocks noChangeArrowheads="1"/>
            </p:cNvSpPr>
            <p:nvPr/>
          </p:nvSpPr>
          <p:spPr bwMode="auto">
            <a:xfrm>
              <a:off x="3483322" y="1993677"/>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1101</a:t>
              </a:r>
            </a:p>
          </p:txBody>
        </p:sp>
        <p:sp>
          <p:nvSpPr>
            <p:cNvPr id="31" name="Rectangle 10"/>
            <p:cNvSpPr>
              <a:spLocks noChangeArrowheads="1"/>
            </p:cNvSpPr>
            <p:nvPr/>
          </p:nvSpPr>
          <p:spPr bwMode="auto">
            <a:xfrm>
              <a:off x="3691285" y="2395314"/>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1110</a:t>
              </a:r>
            </a:p>
          </p:txBody>
        </p:sp>
        <p:sp>
          <p:nvSpPr>
            <p:cNvPr id="32" name="Rectangle 11"/>
            <p:cNvSpPr>
              <a:spLocks noChangeArrowheads="1"/>
            </p:cNvSpPr>
            <p:nvPr/>
          </p:nvSpPr>
          <p:spPr bwMode="auto">
            <a:xfrm>
              <a:off x="3688110" y="2706463"/>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1101</a:t>
              </a:r>
            </a:p>
          </p:txBody>
        </p:sp>
        <p:sp>
          <p:nvSpPr>
            <p:cNvPr id="33" name="Rectangle 12"/>
            <p:cNvSpPr>
              <a:spLocks noChangeArrowheads="1"/>
            </p:cNvSpPr>
            <p:nvPr/>
          </p:nvSpPr>
          <p:spPr bwMode="auto">
            <a:xfrm>
              <a:off x="3892897" y="3096989"/>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0111</a:t>
              </a:r>
            </a:p>
          </p:txBody>
        </p:sp>
        <p:sp>
          <p:nvSpPr>
            <p:cNvPr id="34" name="Rectangle 13"/>
            <p:cNvSpPr>
              <a:spLocks noChangeArrowheads="1"/>
            </p:cNvSpPr>
            <p:nvPr/>
          </p:nvSpPr>
          <p:spPr bwMode="auto">
            <a:xfrm>
              <a:off x="3892897" y="3401788"/>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0000</a:t>
              </a:r>
            </a:p>
          </p:txBody>
        </p:sp>
        <p:sp>
          <p:nvSpPr>
            <p:cNvPr id="35" name="Rectangle 14"/>
            <p:cNvSpPr>
              <a:spLocks noChangeArrowheads="1"/>
            </p:cNvSpPr>
            <p:nvPr/>
          </p:nvSpPr>
          <p:spPr bwMode="auto">
            <a:xfrm>
              <a:off x="4086571" y="3787551"/>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1110</a:t>
              </a:r>
            </a:p>
          </p:txBody>
        </p:sp>
        <p:sp>
          <p:nvSpPr>
            <p:cNvPr id="36" name="Rectangle 15"/>
            <p:cNvSpPr>
              <a:spLocks noChangeArrowheads="1"/>
            </p:cNvSpPr>
            <p:nvPr/>
          </p:nvSpPr>
          <p:spPr bwMode="auto">
            <a:xfrm>
              <a:off x="4083397" y="4116166"/>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1101</a:t>
              </a:r>
            </a:p>
          </p:txBody>
        </p:sp>
        <p:sp>
          <p:nvSpPr>
            <p:cNvPr id="37" name="Rectangle 16"/>
            <p:cNvSpPr>
              <a:spLocks noChangeArrowheads="1"/>
            </p:cNvSpPr>
            <p:nvPr/>
          </p:nvSpPr>
          <p:spPr bwMode="auto">
            <a:xfrm>
              <a:off x="4285010" y="4463825"/>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0110</a:t>
              </a:r>
            </a:p>
          </p:txBody>
        </p:sp>
        <p:sp>
          <p:nvSpPr>
            <p:cNvPr id="38" name="Rectangle 17"/>
            <p:cNvSpPr>
              <a:spLocks noChangeArrowheads="1"/>
            </p:cNvSpPr>
            <p:nvPr/>
          </p:nvSpPr>
          <p:spPr bwMode="auto">
            <a:xfrm>
              <a:off x="4285010" y="4787677"/>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0000</a:t>
              </a:r>
            </a:p>
          </p:txBody>
        </p:sp>
        <p:sp>
          <p:nvSpPr>
            <p:cNvPr id="39" name="Rectangle 18"/>
            <p:cNvSpPr>
              <a:spLocks noChangeArrowheads="1"/>
            </p:cNvSpPr>
            <p:nvPr/>
          </p:nvSpPr>
          <p:spPr bwMode="auto">
            <a:xfrm>
              <a:off x="4451021" y="5140103"/>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1100</a:t>
              </a:r>
            </a:p>
          </p:txBody>
        </p:sp>
        <p:sp>
          <p:nvSpPr>
            <p:cNvPr id="40" name="Rectangle 19"/>
            <p:cNvSpPr>
              <a:spLocks noChangeArrowheads="1"/>
            </p:cNvSpPr>
            <p:nvPr/>
          </p:nvSpPr>
          <p:spPr bwMode="auto">
            <a:xfrm>
              <a:off x="4448079" y="5467128"/>
              <a:ext cx="745604"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chemeClr val="tx1"/>
                  </a:solidFill>
                  <a:latin typeface="微软雅黑" pitchFamily="34" charset="-122"/>
                  <a:ea typeface="微软雅黑" pitchFamily="34" charset="-122"/>
                </a:rPr>
                <a:t>1101</a:t>
              </a:r>
            </a:p>
          </p:txBody>
        </p:sp>
        <p:sp>
          <p:nvSpPr>
            <p:cNvPr id="41" name="Rectangle 20"/>
            <p:cNvSpPr>
              <a:spLocks noChangeArrowheads="1"/>
            </p:cNvSpPr>
            <p:nvPr/>
          </p:nvSpPr>
          <p:spPr bwMode="auto">
            <a:xfrm>
              <a:off x="4689411" y="5876703"/>
              <a:ext cx="559203"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rgbClr val="C00000"/>
                  </a:solidFill>
                  <a:latin typeface="微软雅黑" pitchFamily="34" charset="-122"/>
                  <a:ea typeface="微软雅黑" pitchFamily="34" charset="-122"/>
                </a:rPr>
                <a:t>001</a:t>
              </a:r>
            </a:p>
          </p:txBody>
        </p:sp>
        <p:sp>
          <p:nvSpPr>
            <p:cNvPr id="42" name="Rectangle 21"/>
            <p:cNvSpPr>
              <a:spLocks noChangeArrowheads="1"/>
            </p:cNvSpPr>
            <p:nvPr/>
          </p:nvSpPr>
          <p:spPr bwMode="auto">
            <a:xfrm>
              <a:off x="6071115" y="5846473"/>
              <a:ext cx="3377123"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i="1" dirty="0">
                  <a:solidFill>
                    <a:srgbClr val="CC00CC"/>
                  </a:solidFill>
                  <a:latin typeface="微软雅黑" pitchFamily="34" charset="-122"/>
                  <a:ea typeface="微软雅黑" pitchFamily="34" charset="-122"/>
                </a:rPr>
                <a:t>R</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余数</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，作为 </a:t>
              </a:r>
              <a:r>
                <a:rPr lang="en-US" altLang="zh-CN" sz="1500" b="1" dirty="0">
                  <a:solidFill>
                    <a:srgbClr val="CC00CC"/>
                  </a:solidFill>
                  <a:latin typeface="微软雅黑" pitchFamily="34" charset="-122"/>
                  <a:ea typeface="微软雅黑" pitchFamily="34" charset="-122"/>
                </a:rPr>
                <a:t>FCS</a:t>
              </a:r>
            </a:p>
          </p:txBody>
        </p:sp>
        <p:sp>
          <p:nvSpPr>
            <p:cNvPr id="43" name="Freeform 22"/>
            <p:cNvSpPr>
              <a:spLocks/>
            </p:cNvSpPr>
            <p:nvPr/>
          </p:nvSpPr>
          <p:spPr bwMode="auto">
            <a:xfrm>
              <a:off x="3199160" y="1626964"/>
              <a:ext cx="2600325" cy="454025"/>
            </a:xfrm>
            <a:custGeom>
              <a:avLst/>
              <a:gdLst>
                <a:gd name="T0" fmla="*/ 0 w 944"/>
                <a:gd name="T1" fmla="*/ 2147483647 h 134"/>
                <a:gd name="T2" fmla="*/ 2147483647 w 944"/>
                <a:gd name="T3" fmla="*/ 2147483647 h 134"/>
                <a:gd name="T4" fmla="*/ 2147483647 w 944"/>
                <a:gd name="T5" fmla="*/ 2147483647 h 134"/>
                <a:gd name="T6" fmla="*/ 2147483647 w 944"/>
                <a:gd name="T7" fmla="*/ 2147483647 h 134"/>
                <a:gd name="T8" fmla="*/ 2147483647 w 944"/>
                <a:gd name="T9" fmla="*/ 2147483647 h 134"/>
                <a:gd name="T10" fmla="*/ 2147483647 w 944"/>
                <a:gd name="T11" fmla="*/ 2147483647 h 134"/>
                <a:gd name="T12" fmla="*/ 2147483647 w 944"/>
                <a:gd name="T13" fmla="*/ 2147483647 h 134"/>
                <a:gd name="T14" fmla="*/ 2147483647 w 944"/>
                <a:gd name="T15" fmla="*/ 2147483647 h 134"/>
                <a:gd name="T16" fmla="*/ 2147483647 w 944"/>
                <a:gd name="T17" fmla="*/ 2147483647 h 134"/>
                <a:gd name="T18" fmla="*/ 2147483647 w 944"/>
                <a:gd name="T19" fmla="*/ 2147483647 h 134"/>
                <a:gd name="T20" fmla="*/ 2147483647 w 944"/>
                <a:gd name="T21" fmla="*/ 2147483647 h 134"/>
                <a:gd name="T22" fmla="*/ 2147483647 w 944"/>
                <a:gd name="T23" fmla="*/ 2147483647 h 134"/>
                <a:gd name="T24" fmla="*/ 2147483647 w 944"/>
                <a:gd name="T25" fmla="*/ 2147483647 h 134"/>
                <a:gd name="T26" fmla="*/ 2147483647 w 944"/>
                <a:gd name="T27" fmla="*/ 2147483647 h 134"/>
                <a:gd name="T28" fmla="*/ 2147483647 w 944"/>
                <a:gd name="T29" fmla="*/ 2147483647 h 134"/>
                <a:gd name="T30" fmla="*/ 2147483647 w 944"/>
                <a:gd name="T31" fmla="*/ 2147483647 h 134"/>
                <a:gd name="T32" fmla="*/ 2147483647 w 944"/>
                <a:gd name="T33" fmla="*/ 2147483647 h 134"/>
                <a:gd name="T34" fmla="*/ 2147483647 w 944"/>
                <a:gd name="T35" fmla="*/ 2147483647 h 134"/>
                <a:gd name="T36" fmla="*/ 2147483647 w 944"/>
                <a:gd name="T37" fmla="*/ 0 h 134"/>
                <a:gd name="T38" fmla="*/ 2147483647 w 944"/>
                <a:gd name="T39" fmla="*/ 0 h 134"/>
                <a:gd name="T40" fmla="*/ 2147483647 w 944"/>
                <a:gd name="T41" fmla="*/ 0 h 134"/>
                <a:gd name="T42" fmla="*/ 2147483647 w 944"/>
                <a:gd name="T43" fmla="*/ 0 h 1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500">
                <a:latin typeface="微软雅黑" pitchFamily="34" charset="-122"/>
                <a:ea typeface="微软雅黑" pitchFamily="34" charset="-122"/>
              </a:endParaRPr>
            </a:p>
          </p:txBody>
        </p:sp>
        <p:sp>
          <p:nvSpPr>
            <p:cNvPr id="44" name="Line 23"/>
            <p:cNvSpPr>
              <a:spLocks noChangeShapeType="1"/>
            </p:cNvSpPr>
            <p:nvPr/>
          </p:nvSpPr>
          <p:spPr bwMode="auto">
            <a:xfrm>
              <a:off x="1937097" y="1836514"/>
              <a:ext cx="344488"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5" name="Line 24"/>
            <p:cNvSpPr>
              <a:spLocks noChangeShapeType="1"/>
            </p:cNvSpPr>
            <p:nvPr/>
          </p:nvSpPr>
          <p:spPr bwMode="auto">
            <a:xfrm>
              <a:off x="4333979" y="1991047"/>
              <a:ext cx="19050" cy="4381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6" name="Line 25"/>
            <p:cNvSpPr>
              <a:spLocks noChangeShapeType="1"/>
            </p:cNvSpPr>
            <p:nvPr/>
          </p:nvSpPr>
          <p:spPr bwMode="auto">
            <a:xfrm>
              <a:off x="4518128" y="1978347"/>
              <a:ext cx="15876" cy="114141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7" name="Line 26"/>
            <p:cNvSpPr>
              <a:spLocks noChangeShapeType="1"/>
            </p:cNvSpPr>
            <p:nvPr/>
          </p:nvSpPr>
          <p:spPr bwMode="auto">
            <a:xfrm>
              <a:off x="4675650" y="1991047"/>
              <a:ext cx="25400" cy="176530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8" name="Line 27"/>
            <p:cNvSpPr>
              <a:spLocks noChangeShapeType="1"/>
            </p:cNvSpPr>
            <p:nvPr/>
          </p:nvSpPr>
          <p:spPr bwMode="auto">
            <a:xfrm>
              <a:off x="4861388" y="1991047"/>
              <a:ext cx="33337" cy="24399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9" name="Line 28"/>
            <p:cNvSpPr>
              <a:spLocks noChangeShapeType="1"/>
            </p:cNvSpPr>
            <p:nvPr/>
          </p:nvSpPr>
          <p:spPr bwMode="auto">
            <a:xfrm>
              <a:off x="3492039" y="2379622"/>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0" name="Line 29"/>
            <p:cNvSpPr>
              <a:spLocks noChangeShapeType="1"/>
            </p:cNvSpPr>
            <p:nvPr/>
          </p:nvSpPr>
          <p:spPr bwMode="auto">
            <a:xfrm>
              <a:off x="3686881" y="3092410"/>
              <a:ext cx="7572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1" name="Line 30"/>
            <p:cNvSpPr>
              <a:spLocks noChangeShapeType="1"/>
            </p:cNvSpPr>
            <p:nvPr/>
          </p:nvSpPr>
          <p:spPr bwMode="auto">
            <a:xfrm>
              <a:off x="3859530" y="3779798"/>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2" name="Line 31"/>
            <p:cNvSpPr>
              <a:spLocks noChangeShapeType="1"/>
            </p:cNvSpPr>
            <p:nvPr/>
          </p:nvSpPr>
          <p:spPr bwMode="auto">
            <a:xfrm>
              <a:off x="4107210" y="4467185"/>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3" name="Line 32"/>
            <p:cNvSpPr>
              <a:spLocks noChangeShapeType="1"/>
            </p:cNvSpPr>
            <p:nvPr/>
          </p:nvSpPr>
          <p:spPr bwMode="auto">
            <a:xfrm>
              <a:off x="4244483" y="5141873"/>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4" name="Line 33"/>
            <p:cNvSpPr>
              <a:spLocks noChangeShapeType="1"/>
            </p:cNvSpPr>
            <p:nvPr/>
          </p:nvSpPr>
          <p:spPr bwMode="auto">
            <a:xfrm>
              <a:off x="4519547" y="5860827"/>
              <a:ext cx="7572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5" name="Line 35"/>
            <p:cNvSpPr>
              <a:spLocks noChangeShapeType="1"/>
            </p:cNvSpPr>
            <p:nvPr/>
          </p:nvSpPr>
          <p:spPr bwMode="auto">
            <a:xfrm>
              <a:off x="5047606" y="1992635"/>
              <a:ext cx="39687" cy="31829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6" name="Line 38"/>
            <p:cNvSpPr>
              <a:spLocks noChangeShapeType="1"/>
            </p:cNvSpPr>
            <p:nvPr/>
          </p:nvSpPr>
          <p:spPr bwMode="auto">
            <a:xfrm flipH="1">
              <a:off x="5386636" y="1849214"/>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7" name="Line 39"/>
            <p:cNvSpPr>
              <a:spLocks noChangeShapeType="1"/>
            </p:cNvSpPr>
            <p:nvPr/>
          </p:nvSpPr>
          <p:spPr bwMode="auto">
            <a:xfrm flipH="1">
              <a:off x="5489510" y="6037039"/>
              <a:ext cx="504825" cy="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58" name="Rectangle 40"/>
            <p:cNvSpPr>
              <a:spLocks noChangeArrowheads="1"/>
            </p:cNvSpPr>
            <p:nvPr/>
          </p:nvSpPr>
          <p:spPr bwMode="auto">
            <a:xfrm>
              <a:off x="5978721" y="1204869"/>
              <a:ext cx="876588" cy="280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Q</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商</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59" name="Line 41"/>
            <p:cNvSpPr>
              <a:spLocks noChangeShapeType="1"/>
            </p:cNvSpPr>
            <p:nvPr/>
          </p:nvSpPr>
          <p:spPr bwMode="auto">
            <a:xfrm flipH="1">
              <a:off x="5385048" y="1399952"/>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grpSp>
    </p:spTree>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循环冗余校验</a:t>
            </a:r>
          </a:p>
        </p:txBody>
      </p:sp>
      <p:sp>
        <p:nvSpPr>
          <p:cNvPr id="3" name="内容占位符 2"/>
          <p:cNvSpPr>
            <a:spLocks noGrp="1"/>
          </p:cNvSpPr>
          <p:nvPr>
            <p:ph idx="1"/>
          </p:nvPr>
        </p:nvSpPr>
        <p:spPr>
          <a:xfrm>
            <a:off x="107504" y="1225550"/>
            <a:ext cx="4752528" cy="4219674"/>
          </a:xfrm>
        </p:spPr>
        <p:txBody>
          <a:bodyPr/>
          <a:lstStyle/>
          <a:p>
            <a:pPr marL="285750" lvl="0" indent="-285750">
              <a:lnSpc>
                <a:spcPct val="150000"/>
              </a:lnSpc>
              <a:buClr>
                <a:srgbClr val="0070C0"/>
              </a:buClr>
              <a:buFont typeface="Wingdings" pitchFamily="2" charset="2"/>
              <a:buChar char="l"/>
            </a:pPr>
            <a:r>
              <a:rPr lang="zh-CN" altLang="en-US" sz="2400" b="1" dirty="0">
                <a:solidFill>
                  <a:prstClr val="black"/>
                </a:solidFill>
                <a:latin typeface="微软雅黑" pitchFamily="34" charset="-122"/>
                <a:ea typeface="微软雅黑" pitchFamily="34" charset="-122"/>
              </a:rPr>
              <a:t>在发送端，先把</a:t>
            </a:r>
            <a:r>
              <a:rPr lang="zh-CN" altLang="en-US" sz="2400" b="1" dirty="0">
                <a:solidFill>
                  <a:srgbClr val="C00000"/>
                </a:solidFill>
                <a:latin typeface="微软雅黑" pitchFamily="34" charset="-122"/>
                <a:ea typeface="微软雅黑" pitchFamily="34" charset="-122"/>
              </a:rPr>
              <a:t>数据划分为组。</a:t>
            </a:r>
            <a:r>
              <a:rPr lang="zh-CN" altLang="en-US" sz="2400" b="1" dirty="0">
                <a:solidFill>
                  <a:prstClr val="black"/>
                </a:solidFill>
                <a:latin typeface="微软雅黑" pitchFamily="34" charset="-122"/>
                <a:ea typeface="微软雅黑" pitchFamily="34" charset="-122"/>
              </a:rPr>
              <a:t>假定每组 </a:t>
            </a:r>
            <a:r>
              <a:rPr lang="en-US" altLang="zh-CN" sz="2400" b="1" i="1" dirty="0">
                <a:solidFill>
                  <a:prstClr val="black"/>
                </a:solidFill>
                <a:latin typeface="微软雅黑" pitchFamily="34" charset="-122"/>
                <a:ea typeface="微软雅黑" pitchFamily="34" charset="-122"/>
              </a:rPr>
              <a:t>k</a:t>
            </a:r>
            <a:r>
              <a:rPr lang="en-US" altLang="zh-CN" sz="2400" b="1" dirty="0">
                <a:solidFill>
                  <a:prstClr val="black"/>
                </a:solidFill>
                <a:latin typeface="微软雅黑" pitchFamily="34" charset="-122"/>
                <a:ea typeface="微软雅黑" pitchFamily="34" charset="-122"/>
              </a:rPr>
              <a:t> </a:t>
            </a:r>
            <a:r>
              <a:rPr lang="zh-CN" altLang="en-US" sz="2400" b="1" dirty="0">
                <a:solidFill>
                  <a:prstClr val="black"/>
                </a:solidFill>
                <a:latin typeface="微软雅黑" pitchFamily="34" charset="-122"/>
                <a:ea typeface="微软雅黑" pitchFamily="34" charset="-122"/>
              </a:rPr>
              <a:t>个比特； </a:t>
            </a:r>
            <a:endParaRPr lang="en-US" altLang="zh-CN" sz="2400" b="1" dirty="0">
              <a:solidFill>
                <a:prstClr val="black"/>
              </a:solidFill>
              <a:latin typeface="微软雅黑" pitchFamily="34" charset="-122"/>
              <a:ea typeface="微软雅黑" pitchFamily="34" charset="-122"/>
            </a:endParaRPr>
          </a:p>
          <a:p>
            <a:pPr marL="285750" lvl="0" indent="-285750">
              <a:lnSpc>
                <a:spcPct val="150000"/>
              </a:lnSpc>
              <a:buClr>
                <a:srgbClr val="0070C0"/>
              </a:buClr>
              <a:buFont typeface="Wingdings" pitchFamily="2" charset="2"/>
              <a:buChar char="l"/>
            </a:pPr>
            <a:r>
              <a:rPr lang="en-US" altLang="zh-CN" sz="2400" b="1" dirty="0">
                <a:solidFill>
                  <a:srgbClr val="C00000"/>
                </a:solidFill>
                <a:latin typeface="微软雅黑" pitchFamily="34" charset="-122"/>
                <a:ea typeface="微软雅黑" pitchFamily="34" charset="-122"/>
              </a:rPr>
              <a:t>CRC </a:t>
            </a:r>
            <a:r>
              <a:rPr lang="zh-CN" altLang="en-US" sz="2400" b="1" dirty="0">
                <a:solidFill>
                  <a:srgbClr val="C00000"/>
                </a:solidFill>
                <a:latin typeface="微软雅黑" pitchFamily="34" charset="-122"/>
                <a:ea typeface="微软雅黑" pitchFamily="34" charset="-122"/>
              </a:rPr>
              <a:t>运算</a:t>
            </a:r>
            <a:r>
              <a:rPr lang="zh-CN" altLang="en-US" sz="2400" b="1" dirty="0">
                <a:solidFill>
                  <a:prstClr val="black"/>
                </a:solidFill>
                <a:latin typeface="微软雅黑" pitchFamily="34" charset="-122"/>
                <a:ea typeface="微软雅黑" pitchFamily="34" charset="-122"/>
              </a:rPr>
              <a:t>在每组 </a:t>
            </a:r>
            <a:r>
              <a:rPr lang="en-US" altLang="zh-CN" sz="2400" b="1" i="1" dirty="0">
                <a:solidFill>
                  <a:prstClr val="black"/>
                </a:solidFill>
                <a:latin typeface="微软雅黑" pitchFamily="34" charset="-122"/>
                <a:ea typeface="微软雅黑" pitchFamily="34" charset="-122"/>
              </a:rPr>
              <a:t>M</a:t>
            </a:r>
            <a:r>
              <a:rPr lang="en-US" altLang="zh-CN" sz="2400" b="1" dirty="0">
                <a:solidFill>
                  <a:prstClr val="black"/>
                </a:solidFill>
                <a:latin typeface="微软雅黑" pitchFamily="34" charset="-122"/>
                <a:ea typeface="微软雅黑" pitchFamily="34" charset="-122"/>
              </a:rPr>
              <a:t> </a:t>
            </a:r>
            <a:r>
              <a:rPr lang="zh-CN" altLang="en-US" sz="2400" b="1" dirty="0">
                <a:solidFill>
                  <a:prstClr val="black"/>
                </a:solidFill>
                <a:latin typeface="微软雅黑" pitchFamily="34" charset="-122"/>
                <a:ea typeface="微软雅黑" pitchFamily="34" charset="-122"/>
              </a:rPr>
              <a:t>后面添加</a:t>
            </a:r>
            <a:r>
              <a:rPr lang="en-US" altLang="zh-CN" sz="2400" b="1" i="1" dirty="0">
                <a:solidFill>
                  <a:prstClr val="black"/>
                </a:solidFill>
                <a:latin typeface="微软雅黑" pitchFamily="34" charset="-122"/>
                <a:ea typeface="微软雅黑" pitchFamily="34" charset="-122"/>
              </a:rPr>
              <a:t>n</a:t>
            </a:r>
            <a:r>
              <a:rPr lang="en-US" altLang="zh-CN" sz="2400" b="1" dirty="0">
                <a:solidFill>
                  <a:prstClr val="black"/>
                </a:solidFill>
                <a:latin typeface="微软雅黑" pitchFamily="34" charset="-122"/>
                <a:ea typeface="微软雅黑" pitchFamily="34" charset="-122"/>
              </a:rPr>
              <a:t> </a:t>
            </a:r>
            <a:r>
              <a:rPr lang="zh-CN" altLang="en-US" sz="2400" b="1" dirty="0">
                <a:solidFill>
                  <a:prstClr val="black"/>
                </a:solidFill>
                <a:latin typeface="微软雅黑" pitchFamily="34" charset="-122"/>
                <a:ea typeface="微软雅黑" pitchFamily="34" charset="-122"/>
              </a:rPr>
              <a:t>个</a:t>
            </a:r>
            <a:r>
              <a:rPr lang="en-US" altLang="zh-CN" sz="2400" b="1" dirty="0">
                <a:solidFill>
                  <a:prstClr val="black"/>
                </a:solidFill>
                <a:latin typeface="微软雅黑" pitchFamily="34" charset="-122"/>
                <a:ea typeface="微软雅黑" pitchFamily="34" charset="-122"/>
              </a:rPr>
              <a:t>0</a:t>
            </a:r>
            <a:r>
              <a:rPr lang="zh-CN" altLang="en-US" sz="2400" b="1" dirty="0">
                <a:solidFill>
                  <a:srgbClr val="0000FF"/>
                </a:solidFill>
                <a:latin typeface="微软雅黑" pitchFamily="34" charset="-122"/>
                <a:ea typeface="微软雅黑" pitchFamily="34" charset="-122"/>
              </a:rPr>
              <a:t>，</a:t>
            </a:r>
            <a:r>
              <a:rPr lang="zh-CN" altLang="en-US" sz="2400" b="1" dirty="0">
                <a:latin typeface="微软雅黑" pitchFamily="34" charset="-122"/>
                <a:ea typeface="微软雅黑" pitchFamily="34" charset="-122"/>
              </a:rPr>
              <a:t>得到的 </a:t>
            </a:r>
            <a:r>
              <a:rPr lang="en-US" altLang="zh-CN" sz="2400" b="1" dirty="0">
                <a:latin typeface="微软雅黑" pitchFamily="34" charset="-122"/>
                <a:ea typeface="微软雅黑" pitchFamily="34" charset="-122"/>
              </a:rPr>
              <a:t>(</a:t>
            </a:r>
            <a:r>
              <a:rPr lang="en-US" altLang="zh-CN" sz="2400" b="1" i="1" dirty="0">
                <a:latin typeface="微软雅黑" pitchFamily="34" charset="-122"/>
                <a:ea typeface="微软雅黑" pitchFamily="34" charset="-122"/>
              </a:rPr>
              <a:t>k</a:t>
            </a:r>
            <a:r>
              <a:rPr lang="en-US" altLang="zh-CN" sz="2400" b="1" dirty="0">
                <a:latin typeface="微软雅黑" pitchFamily="34" charset="-122"/>
                <a:ea typeface="微软雅黑" pitchFamily="34" charset="-122"/>
              </a:rPr>
              <a:t> + </a:t>
            </a:r>
            <a:r>
              <a:rPr lang="en-US" altLang="zh-CN" sz="2400" b="1" i="1" dirty="0">
                <a:latin typeface="微软雅黑" pitchFamily="34" charset="-122"/>
                <a:ea typeface="微软雅黑" pitchFamily="34" charset="-122"/>
              </a:rPr>
              <a:t>n</a:t>
            </a: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位的数</a:t>
            </a:r>
            <a:r>
              <a:rPr lang="zh-CN" altLang="en-US" sz="2400" b="1" dirty="0">
                <a:solidFill>
                  <a:srgbClr val="CC00CC"/>
                </a:solidFill>
                <a:latin typeface="微软雅黑" pitchFamily="34" charset="-122"/>
                <a:ea typeface="微软雅黑" pitchFamily="34" charset="-122"/>
              </a:rPr>
              <a:t>除以</a:t>
            </a:r>
            <a:r>
              <a:rPr lang="zh-CN" altLang="en-US" sz="2400" b="1" dirty="0">
                <a:latin typeface="微软雅黑" pitchFamily="34" charset="-122"/>
                <a:ea typeface="微软雅黑" pitchFamily="34" charset="-122"/>
              </a:rPr>
              <a:t>事先选定好的长度为 </a:t>
            </a:r>
            <a:r>
              <a:rPr lang="en-US" altLang="zh-CN" sz="2400" b="1" dirty="0">
                <a:latin typeface="微软雅黑" pitchFamily="34" charset="-122"/>
                <a:ea typeface="微软雅黑" pitchFamily="34" charset="-122"/>
              </a:rPr>
              <a:t>(</a:t>
            </a:r>
            <a:r>
              <a:rPr lang="en-US" altLang="zh-CN" sz="2400" b="1" i="1" dirty="0">
                <a:latin typeface="微软雅黑" pitchFamily="34" charset="-122"/>
                <a:ea typeface="微软雅黑" pitchFamily="34" charset="-122"/>
              </a:rPr>
              <a:t>n</a:t>
            </a:r>
            <a:r>
              <a:rPr lang="en-US" altLang="zh-CN" sz="2400" b="1" dirty="0">
                <a:latin typeface="微软雅黑" pitchFamily="34" charset="-122"/>
                <a:ea typeface="微软雅黑" pitchFamily="34" charset="-122"/>
              </a:rPr>
              <a:t> + 1) </a:t>
            </a:r>
            <a:r>
              <a:rPr lang="zh-CN" altLang="en-US" sz="2400" b="1" dirty="0">
                <a:latin typeface="微软雅黑" pitchFamily="34" charset="-122"/>
                <a:ea typeface="微软雅黑" pitchFamily="34" charset="-122"/>
              </a:rPr>
              <a:t>位的</a:t>
            </a:r>
            <a:r>
              <a:rPr lang="zh-CN" altLang="en-US" sz="2400" b="1" dirty="0">
                <a:solidFill>
                  <a:srgbClr val="0000FF"/>
                </a:solidFill>
                <a:latin typeface="微软雅黑" pitchFamily="34" charset="-122"/>
                <a:ea typeface="微软雅黑" pitchFamily="34" charset="-122"/>
              </a:rPr>
              <a:t>除数</a:t>
            </a:r>
            <a:r>
              <a:rPr lang="zh-CN" altLang="en-US" sz="2400" b="1" dirty="0">
                <a:latin typeface="微软雅黑" pitchFamily="34" charset="-122"/>
                <a:ea typeface="微软雅黑" pitchFamily="34" charset="-122"/>
              </a:rPr>
              <a:t> </a:t>
            </a:r>
            <a:r>
              <a:rPr lang="en-US" altLang="zh-CN" sz="2400" b="1" i="1" dirty="0">
                <a:latin typeface="微软雅黑" pitchFamily="34" charset="-122"/>
                <a:ea typeface="微软雅黑" pitchFamily="34" charset="-122"/>
              </a:rPr>
              <a:t>P</a:t>
            </a:r>
            <a:r>
              <a:rPr lang="zh-CN" altLang="en-US" sz="2400" b="1" dirty="0">
                <a:latin typeface="微软雅黑" pitchFamily="34" charset="-122"/>
                <a:ea typeface="微软雅黑" pitchFamily="34" charset="-122"/>
              </a:rPr>
              <a:t>，得到</a:t>
            </a:r>
            <a:r>
              <a:rPr lang="en-US" altLang="zh-CN" sz="2400" b="1" dirty="0">
                <a:latin typeface="微软雅黑" pitchFamily="34" charset="-122"/>
                <a:ea typeface="微软雅黑" pitchFamily="34" charset="-122"/>
              </a:rPr>
              <a:t>n</a:t>
            </a:r>
            <a:r>
              <a:rPr lang="zh-CN" altLang="en-US" sz="2400" b="1" dirty="0">
                <a:latin typeface="微软雅黑" pitchFamily="34" charset="-122"/>
                <a:ea typeface="微软雅黑" pitchFamily="34" charset="-122"/>
              </a:rPr>
              <a:t>位</a:t>
            </a:r>
            <a:r>
              <a:rPr lang="zh-CN" altLang="en-US" sz="2400" b="1" dirty="0">
                <a:solidFill>
                  <a:srgbClr val="C00000"/>
                </a:solidFill>
                <a:latin typeface="微软雅黑" pitchFamily="34" charset="-122"/>
                <a:ea typeface="微软雅黑" pitchFamily="34" charset="-122"/>
              </a:rPr>
              <a:t>余数</a:t>
            </a:r>
            <a:r>
              <a:rPr lang="en-US" altLang="zh-CN" sz="2400" b="1" i="1" dirty="0">
                <a:latin typeface="微软雅黑" pitchFamily="34" charset="-122"/>
                <a:ea typeface="微软雅黑" pitchFamily="34" charset="-122"/>
              </a:rPr>
              <a:t>R</a:t>
            </a:r>
            <a:r>
              <a:rPr lang="zh-CN" altLang="en-US" sz="2400" b="1" i="1" dirty="0">
                <a:latin typeface="微软雅黑" pitchFamily="34" charset="-122"/>
                <a:ea typeface="微软雅黑" pitchFamily="34" charset="-122"/>
              </a:rPr>
              <a:t>；</a:t>
            </a:r>
            <a:endParaRPr lang="en-US" altLang="zh-CN" sz="2400" b="1" i="1" dirty="0">
              <a:latin typeface="微软雅黑" pitchFamily="34" charset="-122"/>
              <a:ea typeface="微软雅黑" pitchFamily="34" charset="-122"/>
            </a:endParaRPr>
          </a:p>
          <a:p>
            <a:pPr marL="285750" lvl="0" indent="-285750">
              <a:lnSpc>
                <a:spcPct val="150000"/>
              </a:lnSpc>
              <a:buClr>
                <a:srgbClr val="0070C0"/>
              </a:buClr>
              <a:buFont typeface="Wingdings" pitchFamily="2" charset="2"/>
              <a:buChar char="l"/>
            </a:pPr>
            <a:r>
              <a:rPr lang="zh-CN" altLang="en-US" sz="2400" b="1" dirty="0">
                <a:latin typeface="微软雅黑" pitchFamily="34" charset="-122"/>
                <a:ea typeface="微软雅黑" pitchFamily="34" charset="-122"/>
              </a:rPr>
              <a:t>将</a:t>
            </a:r>
            <a:r>
              <a:rPr lang="zh-CN" altLang="en-US" sz="2400" b="1" dirty="0">
                <a:solidFill>
                  <a:srgbClr val="C00000"/>
                </a:solidFill>
                <a:latin typeface="微软雅黑" pitchFamily="34" charset="-122"/>
                <a:ea typeface="微软雅黑" pitchFamily="34" charset="-122"/>
              </a:rPr>
              <a:t>余数 </a:t>
            </a:r>
            <a:r>
              <a:rPr lang="en-US" altLang="zh-CN" sz="2400" b="1" i="1" dirty="0">
                <a:solidFill>
                  <a:srgbClr val="C00000"/>
                </a:solidFill>
                <a:latin typeface="微软雅黑" pitchFamily="34" charset="-122"/>
                <a:ea typeface="微软雅黑" pitchFamily="34" charset="-122"/>
              </a:rPr>
              <a:t>R</a:t>
            </a:r>
            <a:r>
              <a:rPr lang="en-US" altLang="zh-CN" sz="2400" b="1" dirty="0">
                <a:solidFill>
                  <a:srgbClr val="CC00CC"/>
                </a:solidFill>
                <a:latin typeface="微软雅黑" pitchFamily="34" charset="-122"/>
                <a:ea typeface="微软雅黑" pitchFamily="34" charset="-122"/>
              </a:rPr>
              <a:t> </a:t>
            </a:r>
            <a:r>
              <a:rPr lang="zh-CN" altLang="en-US" sz="2400" b="1" dirty="0">
                <a:latin typeface="微软雅黑" pitchFamily="34" charset="-122"/>
                <a:ea typeface="微软雅黑" pitchFamily="34" charset="-122"/>
              </a:rPr>
              <a:t>作为</a:t>
            </a:r>
            <a:r>
              <a:rPr lang="zh-CN" altLang="en-US" sz="2400" b="1" dirty="0">
                <a:solidFill>
                  <a:srgbClr val="C00000"/>
                </a:solidFill>
                <a:latin typeface="微软雅黑" pitchFamily="34" charset="-122"/>
                <a:ea typeface="微软雅黑" pitchFamily="34" charset="-122"/>
              </a:rPr>
              <a:t>冗余码</a:t>
            </a:r>
            <a:r>
              <a:rPr lang="zh-CN" altLang="en-US" sz="2400" b="1" dirty="0">
                <a:latin typeface="微软雅黑" pitchFamily="34" charset="-122"/>
                <a:ea typeface="微软雅黑" pitchFamily="34" charset="-122"/>
              </a:rPr>
              <a:t>拼接在数据 </a:t>
            </a:r>
            <a:r>
              <a:rPr lang="en-US" altLang="zh-CN" sz="2400" b="1" i="1" dirty="0">
                <a:latin typeface="微软雅黑" pitchFamily="34" charset="-122"/>
                <a:ea typeface="微软雅黑" pitchFamily="34" charset="-122"/>
              </a:rPr>
              <a:t>M</a:t>
            </a: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后面</a:t>
            </a:r>
            <a:r>
              <a:rPr lang="zh-CN" altLang="en-US" sz="2400" b="1" dirty="0">
                <a:solidFill>
                  <a:prstClr val="black"/>
                </a:solidFill>
                <a:latin typeface="微软雅黑" pitchFamily="34" charset="-122"/>
                <a:ea typeface="微软雅黑" pitchFamily="34" charset="-122"/>
              </a:rPr>
              <a:t>构成</a:t>
            </a:r>
            <a:r>
              <a:rPr lang="en-US" altLang="zh-CN" sz="2400" b="1" i="1" dirty="0">
                <a:solidFill>
                  <a:srgbClr val="C00000"/>
                </a:solidFill>
                <a:latin typeface="微软雅黑" pitchFamily="34" charset="-122"/>
                <a:ea typeface="微软雅黑" pitchFamily="34" charset="-122"/>
              </a:rPr>
              <a:t>(k + n) </a:t>
            </a:r>
            <a:r>
              <a:rPr lang="zh-CN" altLang="en-US" sz="2400" b="1" dirty="0">
                <a:latin typeface="微软雅黑" pitchFamily="34" charset="-122"/>
                <a:ea typeface="微软雅黑" pitchFamily="34" charset="-122"/>
              </a:rPr>
              <a:t>位</a:t>
            </a:r>
            <a:r>
              <a:rPr lang="zh-CN" altLang="en-US" sz="2400" b="1" dirty="0">
                <a:solidFill>
                  <a:prstClr val="black"/>
                </a:solidFill>
                <a:latin typeface="微软雅黑" pitchFamily="34" charset="-122"/>
                <a:ea typeface="微软雅黑" pitchFamily="34" charset="-122"/>
              </a:rPr>
              <a:t>帧 </a:t>
            </a:r>
            <a:r>
              <a:rPr lang="zh-CN" altLang="en-US" sz="2400" b="1" dirty="0">
                <a:latin typeface="微软雅黑" pitchFamily="34" charset="-122"/>
                <a:ea typeface="微软雅黑" pitchFamily="34" charset="-122"/>
              </a:rPr>
              <a:t>。</a:t>
            </a:r>
          </a:p>
        </p:txBody>
      </p:sp>
      <p:sp>
        <p:nvSpPr>
          <p:cNvPr id="4" name="圆角矩形 3"/>
          <p:cNvSpPr/>
          <p:nvPr/>
        </p:nvSpPr>
        <p:spPr>
          <a:xfrm>
            <a:off x="5133236" y="1772816"/>
            <a:ext cx="3903260" cy="369880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矩形 4"/>
          <p:cNvSpPr/>
          <p:nvPr/>
        </p:nvSpPr>
        <p:spPr>
          <a:xfrm>
            <a:off x="5308355" y="2171052"/>
            <a:ext cx="2332892" cy="399597"/>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原始数据</a:t>
            </a:r>
          </a:p>
        </p:txBody>
      </p:sp>
      <p:sp>
        <p:nvSpPr>
          <p:cNvPr id="6" name="矩形 5"/>
          <p:cNvSpPr/>
          <p:nvPr/>
        </p:nvSpPr>
        <p:spPr>
          <a:xfrm>
            <a:off x="7641245" y="2171052"/>
            <a:ext cx="1184033" cy="399597"/>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冗余码</a:t>
            </a:r>
          </a:p>
        </p:txBody>
      </p:sp>
      <p:sp>
        <p:nvSpPr>
          <p:cNvPr id="7" name="矩形 6"/>
          <p:cNvSpPr/>
          <p:nvPr/>
        </p:nvSpPr>
        <p:spPr>
          <a:xfrm>
            <a:off x="5308355" y="3405884"/>
            <a:ext cx="3516922" cy="399597"/>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8" name="矩形 7"/>
          <p:cNvSpPr/>
          <p:nvPr/>
        </p:nvSpPr>
        <p:spPr>
          <a:xfrm>
            <a:off x="6312545" y="1804771"/>
            <a:ext cx="524503" cy="307777"/>
          </a:xfrm>
          <a:prstGeom prst="rect">
            <a:avLst/>
          </a:prstGeom>
        </p:spPr>
        <p:txBody>
          <a:bodyPr wrap="none">
            <a:spAutoFit/>
          </a:bodyPr>
          <a:lstStyle/>
          <a:p>
            <a:pPr algn="ctr"/>
            <a:r>
              <a:rPr lang="en-US" altLang="zh-CN" sz="1400" b="1" i="1" dirty="0">
                <a:solidFill>
                  <a:schemeClr val="tx1"/>
                </a:solidFill>
                <a:latin typeface="微软雅黑" pitchFamily="34" charset="-122"/>
                <a:ea typeface="微软雅黑" pitchFamily="34" charset="-122"/>
              </a:rPr>
              <a:t>k</a:t>
            </a:r>
            <a:r>
              <a:rPr lang="en-US" altLang="zh-CN" sz="1400" b="1" dirty="0">
                <a:solidFill>
                  <a:schemeClr val="tx1"/>
                </a:solidFill>
                <a:latin typeface="微软雅黑" pitchFamily="34" charset="-122"/>
                <a:ea typeface="微软雅黑" pitchFamily="34" charset="-122"/>
              </a:rPr>
              <a:t> </a:t>
            </a:r>
            <a:r>
              <a:rPr lang="zh-CN" altLang="en-US" sz="1400" b="1" dirty="0">
                <a:solidFill>
                  <a:schemeClr val="tx1"/>
                </a:solidFill>
                <a:latin typeface="微软雅黑" pitchFamily="34" charset="-122"/>
                <a:ea typeface="微软雅黑" pitchFamily="34" charset="-122"/>
              </a:rPr>
              <a:t>位</a:t>
            </a:r>
          </a:p>
        </p:txBody>
      </p:sp>
      <p:sp>
        <p:nvSpPr>
          <p:cNvPr id="9" name="矩形 8"/>
          <p:cNvSpPr/>
          <p:nvPr/>
        </p:nvSpPr>
        <p:spPr>
          <a:xfrm>
            <a:off x="7925170" y="1804771"/>
            <a:ext cx="534121" cy="307777"/>
          </a:xfrm>
          <a:prstGeom prst="rect">
            <a:avLst/>
          </a:prstGeom>
        </p:spPr>
        <p:txBody>
          <a:bodyPr wrap="none">
            <a:spAutoFit/>
          </a:bodyPr>
          <a:lstStyle/>
          <a:p>
            <a:pPr algn="ctr"/>
            <a:r>
              <a:rPr lang="en-US" altLang="zh-CN" sz="1400" b="1" i="1" dirty="0">
                <a:solidFill>
                  <a:schemeClr val="tx1"/>
                </a:solidFill>
                <a:latin typeface="微软雅黑" pitchFamily="34" charset="-122"/>
                <a:ea typeface="微软雅黑" pitchFamily="34" charset="-122"/>
              </a:rPr>
              <a:t>n</a:t>
            </a:r>
            <a:r>
              <a:rPr lang="en-US" altLang="zh-CN" sz="1400" b="1" dirty="0">
                <a:solidFill>
                  <a:schemeClr val="tx1"/>
                </a:solidFill>
                <a:latin typeface="微软雅黑" pitchFamily="34" charset="-122"/>
                <a:ea typeface="微软雅黑" pitchFamily="34" charset="-122"/>
              </a:rPr>
              <a:t> </a:t>
            </a:r>
            <a:r>
              <a:rPr lang="zh-CN" altLang="en-US" sz="1400" b="1" dirty="0">
                <a:solidFill>
                  <a:schemeClr val="tx1"/>
                </a:solidFill>
                <a:latin typeface="微软雅黑" pitchFamily="34" charset="-122"/>
                <a:ea typeface="微软雅黑" pitchFamily="34" charset="-122"/>
              </a:rPr>
              <a:t>位</a:t>
            </a:r>
          </a:p>
        </p:txBody>
      </p:sp>
      <p:sp>
        <p:nvSpPr>
          <p:cNvPr id="10" name="下箭头 9"/>
          <p:cNvSpPr/>
          <p:nvPr/>
        </p:nvSpPr>
        <p:spPr>
          <a:xfrm>
            <a:off x="6890969" y="2711330"/>
            <a:ext cx="208780" cy="547077"/>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矩形 10"/>
          <p:cNvSpPr/>
          <p:nvPr/>
        </p:nvSpPr>
        <p:spPr>
          <a:xfrm>
            <a:off x="6545656" y="3804398"/>
            <a:ext cx="970437" cy="307777"/>
          </a:xfrm>
          <a:prstGeom prst="rect">
            <a:avLst/>
          </a:prstGeom>
        </p:spPr>
        <p:txBody>
          <a:bodyPr wrap="square">
            <a:spAutoFit/>
          </a:bodyPr>
          <a:lstStyle/>
          <a:p>
            <a:pPr algn="ctr"/>
            <a:r>
              <a:rPr lang="en-US" altLang="zh-CN" sz="1400" b="1" i="1" dirty="0">
                <a:solidFill>
                  <a:schemeClr val="tx1"/>
                </a:solidFill>
                <a:latin typeface="微软雅黑" pitchFamily="34" charset="-122"/>
                <a:ea typeface="微软雅黑" pitchFamily="34" charset="-122"/>
              </a:rPr>
              <a:t>k</a:t>
            </a:r>
            <a:r>
              <a:rPr lang="en-US" altLang="zh-CN" sz="1400" b="1" dirty="0">
                <a:solidFill>
                  <a:schemeClr val="tx1"/>
                </a:solidFill>
                <a:latin typeface="微软雅黑" pitchFamily="34" charset="-122"/>
                <a:ea typeface="微软雅黑" pitchFamily="34" charset="-122"/>
              </a:rPr>
              <a:t> + </a:t>
            </a:r>
            <a:r>
              <a:rPr lang="en-US" altLang="zh-CN" sz="1400" b="1" i="1" dirty="0">
                <a:solidFill>
                  <a:schemeClr val="tx1"/>
                </a:solidFill>
                <a:latin typeface="微软雅黑" pitchFamily="34" charset="-122"/>
                <a:ea typeface="微软雅黑" pitchFamily="34" charset="-122"/>
              </a:rPr>
              <a:t>n</a:t>
            </a:r>
            <a:r>
              <a:rPr lang="en-US" altLang="zh-CN" sz="1400" b="1" dirty="0">
                <a:solidFill>
                  <a:schemeClr val="tx1"/>
                </a:solidFill>
                <a:latin typeface="微软雅黑" pitchFamily="34" charset="-122"/>
                <a:ea typeface="微软雅黑" pitchFamily="34" charset="-122"/>
              </a:rPr>
              <a:t> </a:t>
            </a:r>
            <a:r>
              <a:rPr lang="zh-CN" altLang="en-US" sz="1400" b="1" dirty="0">
                <a:solidFill>
                  <a:schemeClr val="tx1"/>
                </a:solidFill>
                <a:latin typeface="微软雅黑" pitchFamily="34" charset="-122"/>
                <a:ea typeface="微软雅黑" pitchFamily="34" charset="-122"/>
              </a:rPr>
              <a:t>位</a:t>
            </a:r>
          </a:p>
        </p:txBody>
      </p:sp>
      <p:cxnSp>
        <p:nvCxnSpPr>
          <p:cNvPr id="12" name="直接连接符 11"/>
          <p:cNvCxnSpPr/>
          <p:nvPr/>
        </p:nvCxnSpPr>
        <p:spPr>
          <a:xfrm>
            <a:off x="7641247" y="3405884"/>
            <a:ext cx="0" cy="39959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下箭头 12"/>
          <p:cNvSpPr/>
          <p:nvPr/>
        </p:nvSpPr>
        <p:spPr>
          <a:xfrm>
            <a:off x="6890969" y="4236252"/>
            <a:ext cx="208780" cy="547077"/>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圆角矩形 13"/>
          <p:cNvSpPr/>
          <p:nvPr/>
        </p:nvSpPr>
        <p:spPr>
          <a:xfrm>
            <a:off x="6455140" y="4938542"/>
            <a:ext cx="1089891" cy="369332"/>
          </a:xfrm>
          <a:prstGeom prst="round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组帧发送</a:t>
            </a:r>
          </a:p>
        </p:txBody>
      </p:sp>
    </p:spTree>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帧检验序列 </a:t>
            </a:r>
            <a:r>
              <a:rPr lang="en-US" altLang="zh-CN" dirty="0"/>
              <a:t>FCS</a:t>
            </a:r>
            <a:endParaRPr lang="zh-CN" altLang="en-US" dirty="0"/>
          </a:p>
        </p:txBody>
      </p:sp>
      <p:sp>
        <p:nvSpPr>
          <p:cNvPr id="3" name="内容占位符 2"/>
          <p:cNvSpPr>
            <a:spLocks noGrp="1"/>
          </p:cNvSpPr>
          <p:nvPr>
            <p:ph idx="1"/>
          </p:nvPr>
        </p:nvSpPr>
        <p:spPr>
          <a:xfrm>
            <a:off x="179512" y="1225550"/>
            <a:ext cx="8640960" cy="4795738"/>
          </a:xfrm>
        </p:spPr>
        <p:txBody>
          <a:bodyPr/>
          <a:lstStyle/>
          <a:p>
            <a:r>
              <a:rPr lang="zh-CN" altLang="en-US" sz="2800" dirty="0"/>
              <a:t>在数据后面添加上的冗余码称为帧检验序列 </a:t>
            </a:r>
            <a:r>
              <a:rPr lang="en-US" altLang="zh-CN" sz="2800" dirty="0"/>
              <a:t>FCS (Frame Check Sequence)</a:t>
            </a:r>
            <a:r>
              <a:rPr lang="zh-CN" altLang="en-US" sz="2800" dirty="0"/>
              <a:t>。</a:t>
            </a:r>
            <a:endParaRPr lang="en-US" altLang="zh-CN" sz="2800" dirty="0"/>
          </a:p>
          <a:p>
            <a:r>
              <a:rPr lang="zh-CN" altLang="en-US" sz="2800" dirty="0"/>
              <a:t>循环冗余检验 </a:t>
            </a:r>
            <a:r>
              <a:rPr lang="en-US" altLang="zh-CN" sz="2800" dirty="0"/>
              <a:t>CRC </a:t>
            </a:r>
            <a:r>
              <a:rPr lang="zh-CN" altLang="en-US" sz="2800" dirty="0"/>
              <a:t>和帧检验序列 </a:t>
            </a:r>
            <a:r>
              <a:rPr lang="en-US" altLang="zh-CN" sz="2800" dirty="0"/>
              <a:t>FCS </a:t>
            </a:r>
            <a:r>
              <a:rPr lang="zh-CN" altLang="en-US" sz="2800" dirty="0"/>
              <a:t>并不等同。</a:t>
            </a:r>
          </a:p>
          <a:p>
            <a:pPr marL="542925" indent="-342900">
              <a:lnSpc>
                <a:spcPts val="3300"/>
              </a:lnSpc>
              <a:buClr>
                <a:srgbClr val="7030A0"/>
              </a:buClr>
              <a:buFont typeface="+mj-lt"/>
              <a:buAutoNum type="arabicPeriod"/>
            </a:pPr>
            <a:r>
              <a:rPr lang="en-US" altLang="zh-CN" sz="2800" dirty="0"/>
              <a:t>CRC </a:t>
            </a:r>
            <a:r>
              <a:rPr lang="zh-CN" altLang="en-US" sz="2800" dirty="0"/>
              <a:t>是一种常用的检错方法，而 </a:t>
            </a:r>
            <a:r>
              <a:rPr lang="en-US" altLang="zh-CN" sz="2800" dirty="0"/>
              <a:t>FCS </a:t>
            </a:r>
            <a:r>
              <a:rPr lang="zh-CN" altLang="en-US" sz="2800" dirty="0"/>
              <a:t>是添加在数据后面的冗余码。</a:t>
            </a:r>
          </a:p>
          <a:p>
            <a:pPr marL="542925" indent="-342900">
              <a:lnSpc>
                <a:spcPts val="3300"/>
              </a:lnSpc>
              <a:buClr>
                <a:srgbClr val="7030A0"/>
              </a:buClr>
              <a:buFont typeface="+mj-lt"/>
              <a:buAutoNum type="arabicPeriod"/>
            </a:pPr>
            <a:r>
              <a:rPr lang="en-US" altLang="zh-CN" sz="2800" dirty="0"/>
              <a:t>FCS </a:t>
            </a:r>
            <a:r>
              <a:rPr lang="zh-CN" altLang="en-US" sz="2800" dirty="0"/>
              <a:t>可以用 </a:t>
            </a:r>
            <a:r>
              <a:rPr lang="en-US" altLang="zh-CN" sz="2800" dirty="0"/>
              <a:t>CRC </a:t>
            </a:r>
            <a:r>
              <a:rPr lang="zh-CN" altLang="en-US" sz="2800" dirty="0"/>
              <a:t>这种方法得出，但 </a:t>
            </a:r>
            <a:r>
              <a:rPr lang="en-US" altLang="zh-CN" sz="2800" dirty="0"/>
              <a:t>CRC </a:t>
            </a:r>
            <a:r>
              <a:rPr lang="zh-CN" altLang="en-US" sz="2800" dirty="0"/>
              <a:t>并非用来获得 </a:t>
            </a:r>
            <a:r>
              <a:rPr lang="en-US" altLang="zh-CN" sz="2800" dirty="0"/>
              <a:t>FCS </a:t>
            </a:r>
            <a:r>
              <a:rPr lang="zh-CN" altLang="en-US" sz="2800" dirty="0"/>
              <a:t>的唯一方法。 </a:t>
            </a:r>
            <a:endParaRPr lang="en-US" altLang="zh-CN" sz="2800" dirty="0"/>
          </a:p>
          <a:p>
            <a:r>
              <a:rPr lang="zh-CN" altLang="en-US" sz="2800" dirty="0"/>
              <a:t>广泛使用的生成多项式</a:t>
            </a:r>
            <a:r>
              <a:rPr lang="en-US" altLang="zh-CN" sz="2800" dirty="0"/>
              <a:t>P(X)</a:t>
            </a:r>
            <a:endParaRPr lang="zh-CN" altLang="en-US" sz="2800" dirty="0"/>
          </a:p>
          <a:p>
            <a:endParaRPr lang="zh-CN" altLang="en-US" sz="2800" dirty="0"/>
          </a:p>
        </p:txBody>
      </p:sp>
      <p:sp>
        <p:nvSpPr>
          <p:cNvPr id="4" name="矩形 3"/>
          <p:cNvSpPr/>
          <p:nvPr/>
        </p:nvSpPr>
        <p:spPr>
          <a:xfrm>
            <a:off x="833931" y="5068728"/>
            <a:ext cx="7698509" cy="1528624"/>
          </a:xfrm>
          <a:prstGeom prst="rect">
            <a:avLst/>
          </a:prstGeom>
          <a:solidFill>
            <a:srgbClr val="99FFCC"/>
          </a:solidFill>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CRC-16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15</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CRC-CCITT</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CRC-32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32</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23</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11</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10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8</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4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X + 1</a:t>
            </a:r>
            <a:endParaRPr lang="zh-CN" altLang="zh-CN" b="1" dirty="0">
              <a:latin typeface="微软雅黑" panose="020B0503020204020204" pitchFamily="34" charset="-122"/>
              <a:ea typeface="微软雅黑" panose="020B0503020204020204" pitchFamily="34" charset="-122"/>
            </a:endParaRPr>
          </a:p>
        </p:txBody>
      </p:sp>
    </p:spTree>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240641">
            <a:extLst>
              <a:ext uri="{FF2B5EF4-FFF2-40B4-BE49-F238E27FC236}">
                <a16:creationId xmlns:a16="http://schemas.microsoft.com/office/drawing/2014/main" id="{14DD5DDC-95A1-4B3C-860B-C068C8C38C3F}"/>
              </a:ext>
            </a:extLst>
          </p:cNvPr>
          <p:cNvSpPr>
            <a:spLocks noGrp="1"/>
          </p:cNvSpPr>
          <p:nvPr>
            <p:ph type="title"/>
          </p:nvPr>
        </p:nvSpPr>
        <p:spPr/>
        <p:txBody>
          <a:bodyPr/>
          <a:lstStyle/>
          <a:p>
            <a:pPr algn="ctr" eaLnBrk="1" hangingPunct="1"/>
            <a:r>
              <a:rPr lang="zh-CN" altLang="en-US" dirty="0"/>
              <a:t>检测出差错</a:t>
            </a:r>
            <a:endParaRPr lang="en-US" altLang="zh-CN" dirty="0"/>
          </a:p>
        </p:txBody>
      </p:sp>
      <p:sp>
        <p:nvSpPr>
          <p:cNvPr id="117763" name="内容占位符 1">
            <a:extLst>
              <a:ext uri="{FF2B5EF4-FFF2-40B4-BE49-F238E27FC236}">
                <a16:creationId xmlns:a16="http://schemas.microsoft.com/office/drawing/2014/main" id="{8698ABC2-572F-4C2F-814C-F48C5783FABC}"/>
              </a:ext>
            </a:extLst>
          </p:cNvPr>
          <p:cNvSpPr>
            <a:spLocks noGrp="1"/>
          </p:cNvSpPr>
          <p:nvPr>
            <p:ph idx="1"/>
          </p:nvPr>
        </p:nvSpPr>
        <p:spPr>
          <a:xfrm>
            <a:off x="539552" y="1340768"/>
            <a:ext cx="8001000" cy="4465637"/>
          </a:xfrm>
        </p:spPr>
        <p:txBody>
          <a:bodyPr/>
          <a:lstStyle/>
          <a:p>
            <a:pPr eaLnBrk="1" hangingPunct="1"/>
            <a:r>
              <a:rPr lang="zh-CN" altLang="en-US" sz="2400" dirty="0"/>
              <a:t>只要得出的余数 </a:t>
            </a:r>
            <a:r>
              <a:rPr lang="en-US" altLang="zh-CN" sz="2400" dirty="0"/>
              <a:t>R </a:t>
            </a:r>
            <a:r>
              <a:rPr lang="zh-CN" altLang="en-US" sz="2400" dirty="0"/>
              <a:t>不为 </a:t>
            </a:r>
            <a:r>
              <a:rPr lang="en-US" altLang="zh-CN" sz="2400" dirty="0"/>
              <a:t>0</a:t>
            </a:r>
            <a:r>
              <a:rPr lang="zh-CN" altLang="en-US" sz="2400" dirty="0"/>
              <a:t>，就表示检测到了</a:t>
            </a:r>
            <a:r>
              <a:rPr lang="zh-CN" altLang="en-US" sz="3200" b="1" dirty="0">
                <a:solidFill>
                  <a:srgbClr val="C00000"/>
                </a:solidFill>
              </a:rPr>
              <a:t>差错</a:t>
            </a:r>
            <a:r>
              <a:rPr lang="zh-CN" altLang="en-US" sz="2400" dirty="0"/>
              <a:t>。但这种检测方法并不能确定究竟是哪一个或哪几个比特出现了差错。</a:t>
            </a:r>
          </a:p>
          <a:p>
            <a:pPr eaLnBrk="1" hangingPunct="1"/>
            <a:r>
              <a:rPr lang="zh-CN" altLang="en-US" sz="2400" dirty="0"/>
              <a:t>一旦检测出差错，就</a:t>
            </a:r>
            <a:r>
              <a:rPr lang="zh-CN" altLang="en-US" sz="3200" b="1" dirty="0">
                <a:solidFill>
                  <a:srgbClr val="C00000"/>
                </a:solidFill>
              </a:rPr>
              <a:t>丢弃</a:t>
            </a:r>
            <a:r>
              <a:rPr lang="zh-CN" altLang="en-US" sz="2400" dirty="0"/>
              <a:t>这个出现差错的帧。</a:t>
            </a:r>
          </a:p>
          <a:p>
            <a:pPr eaLnBrk="1" hangingPunct="1"/>
            <a:r>
              <a:rPr lang="zh-CN" altLang="en-US" sz="2400" dirty="0"/>
              <a:t>只要经过严格的挑选，并使用位数足够多的除数 </a:t>
            </a:r>
            <a:r>
              <a:rPr lang="en-US" altLang="zh-CN" sz="2400" dirty="0"/>
              <a:t>P</a:t>
            </a:r>
            <a:r>
              <a:rPr lang="zh-CN" altLang="en-US" sz="2400" dirty="0"/>
              <a:t>，那么出现检测不到的差错的概率就很小很小。</a:t>
            </a:r>
            <a:endParaRPr lang="en-US" altLang="zh-CN" sz="2400" dirty="0"/>
          </a:p>
          <a:p>
            <a:pPr eaLnBrk="1" hangingPunct="1"/>
            <a:r>
              <a:rPr lang="zh-CN" altLang="en-US" sz="2400" dirty="0"/>
              <a:t>在数据链路层使用 </a:t>
            </a:r>
            <a:r>
              <a:rPr lang="en-US" altLang="zh-CN" sz="2400" dirty="0"/>
              <a:t>CRC </a:t>
            </a:r>
            <a:r>
              <a:rPr lang="zh-CN" altLang="en-US" sz="2400" dirty="0"/>
              <a:t>检验，能够实现无比特差错的传输</a:t>
            </a:r>
            <a:endParaRPr lang="en-US" altLang="zh-CN" sz="2400"/>
          </a:p>
          <a:p>
            <a:pPr eaLnBrk="1" hangingPunct="1"/>
            <a:r>
              <a:rPr lang="zh-CN" altLang="en-US" sz="2400"/>
              <a:t>“无比特差错”</a:t>
            </a:r>
            <a:r>
              <a:rPr lang="zh-CN" altLang="en-US" sz="2400" dirty="0"/>
              <a:t>与“无传输差错”是不同的</a:t>
            </a:r>
          </a:p>
        </p:txBody>
      </p:sp>
    </p:spTree>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直接连接符 271361">
            <a:extLst>
              <a:ext uri="{FF2B5EF4-FFF2-40B4-BE49-F238E27FC236}">
                <a16:creationId xmlns:a16="http://schemas.microsoft.com/office/drawing/2014/main" id="{BF61860C-96EC-4E37-A7E1-29E47078066A}"/>
              </a:ext>
            </a:extLst>
          </p:cNvPr>
          <p:cNvSpPr>
            <a:spLocks noChangeShapeType="1"/>
          </p:cNvSpPr>
          <p:nvPr/>
        </p:nvSpPr>
        <p:spPr bwMode="auto">
          <a:xfrm>
            <a:off x="8027988" y="4508500"/>
            <a:ext cx="0" cy="1700213"/>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3011" name="矩形 271362">
            <a:extLst>
              <a:ext uri="{FF2B5EF4-FFF2-40B4-BE49-F238E27FC236}">
                <a16:creationId xmlns:a16="http://schemas.microsoft.com/office/drawing/2014/main" id="{1C185497-8197-43D6-A829-6FA435583D85}"/>
              </a:ext>
            </a:extLst>
          </p:cNvPr>
          <p:cNvSpPr>
            <a:spLocks noChangeArrowheads="1"/>
          </p:cNvSpPr>
          <p:nvPr/>
        </p:nvSpPr>
        <p:spPr bwMode="auto">
          <a:xfrm>
            <a:off x="7302500" y="5135563"/>
            <a:ext cx="17049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数据链路层</a:t>
            </a:r>
          </a:p>
        </p:txBody>
      </p:sp>
      <p:sp>
        <p:nvSpPr>
          <p:cNvPr id="271364" name="矩形 271363">
            <a:extLst>
              <a:ext uri="{FF2B5EF4-FFF2-40B4-BE49-F238E27FC236}">
                <a16:creationId xmlns:a16="http://schemas.microsoft.com/office/drawing/2014/main" id="{F0E64A4D-9CB6-4B89-B785-49208A0F3E9F}"/>
              </a:ext>
            </a:extLst>
          </p:cNvPr>
          <p:cNvSpPr/>
          <p:nvPr/>
        </p:nvSpPr>
        <p:spPr>
          <a:xfrm>
            <a:off x="179388"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3013" name="矩形 271364">
            <a:extLst>
              <a:ext uri="{FF2B5EF4-FFF2-40B4-BE49-F238E27FC236}">
                <a16:creationId xmlns:a16="http://schemas.microsoft.com/office/drawing/2014/main" id="{B3A39612-0B59-4B8F-8DB7-30480A833DCF}"/>
              </a:ext>
            </a:extLst>
          </p:cNvPr>
          <p:cNvSpPr>
            <a:spLocks noChangeArrowheads="1"/>
          </p:cNvSpPr>
          <p:nvPr/>
        </p:nvSpPr>
        <p:spPr bwMode="auto">
          <a:xfrm>
            <a:off x="179388" y="1804988"/>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A</a:t>
            </a:r>
          </a:p>
        </p:txBody>
      </p:sp>
      <p:sp>
        <p:nvSpPr>
          <p:cNvPr id="43014" name="直接连接符 271365">
            <a:extLst>
              <a:ext uri="{FF2B5EF4-FFF2-40B4-BE49-F238E27FC236}">
                <a16:creationId xmlns:a16="http://schemas.microsoft.com/office/drawing/2014/main" id="{EC07F569-CE15-4C82-8E18-16FC65759221}"/>
              </a:ext>
            </a:extLst>
          </p:cNvPr>
          <p:cNvSpPr>
            <a:spLocks noChangeShapeType="1"/>
          </p:cNvSpPr>
          <p:nvPr/>
        </p:nvSpPr>
        <p:spPr bwMode="auto">
          <a:xfrm>
            <a:off x="185738" y="463391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1367" name="矩形 271366">
            <a:extLst>
              <a:ext uri="{FF2B5EF4-FFF2-40B4-BE49-F238E27FC236}">
                <a16:creationId xmlns:a16="http://schemas.microsoft.com/office/drawing/2014/main" id="{C1B5CB3A-67AD-4EE9-AF34-5A27A75B9BF7}"/>
              </a:ext>
            </a:extLst>
          </p:cNvPr>
          <p:cNvSpPr/>
          <p:nvPr/>
        </p:nvSpPr>
        <p:spPr>
          <a:xfrm>
            <a:off x="230188" y="4821238"/>
            <a:ext cx="1765300" cy="708025"/>
          </a:xfrm>
          <a:prstGeom prst="rect">
            <a:avLst/>
          </a:prstGeom>
          <a:solidFill>
            <a:srgbClr val="00FFCC"/>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271368" name="矩形 271367">
            <a:extLst>
              <a:ext uri="{FF2B5EF4-FFF2-40B4-BE49-F238E27FC236}">
                <a16:creationId xmlns:a16="http://schemas.microsoft.com/office/drawing/2014/main" id="{4C24D0B5-07DB-4280-96B2-573512FD9670}"/>
              </a:ext>
            </a:extLst>
          </p:cNvPr>
          <p:cNvSpPr/>
          <p:nvPr/>
        </p:nvSpPr>
        <p:spPr>
          <a:xfrm>
            <a:off x="5364163"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3017" name="矩形 271368">
            <a:extLst>
              <a:ext uri="{FF2B5EF4-FFF2-40B4-BE49-F238E27FC236}">
                <a16:creationId xmlns:a16="http://schemas.microsoft.com/office/drawing/2014/main" id="{0BB0EBD8-1252-4323-ADC5-CB79F0EA1E48}"/>
              </a:ext>
            </a:extLst>
          </p:cNvPr>
          <p:cNvSpPr>
            <a:spLocks noChangeArrowheads="1"/>
          </p:cNvSpPr>
          <p:nvPr/>
        </p:nvSpPr>
        <p:spPr bwMode="auto">
          <a:xfrm>
            <a:off x="6854825" y="1782763"/>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B</a:t>
            </a:r>
          </a:p>
        </p:txBody>
      </p:sp>
      <p:sp>
        <p:nvSpPr>
          <p:cNvPr id="43018" name="直接连接符 271369">
            <a:extLst>
              <a:ext uri="{FF2B5EF4-FFF2-40B4-BE49-F238E27FC236}">
                <a16:creationId xmlns:a16="http://schemas.microsoft.com/office/drawing/2014/main" id="{F198C937-4FB4-4E8D-B2F6-289EB9831304}"/>
              </a:ext>
            </a:extLst>
          </p:cNvPr>
          <p:cNvSpPr>
            <a:spLocks noChangeShapeType="1"/>
          </p:cNvSpPr>
          <p:nvPr/>
        </p:nvSpPr>
        <p:spPr bwMode="auto">
          <a:xfrm>
            <a:off x="5346700" y="4652963"/>
            <a:ext cx="195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9" name="矩形 271370">
            <a:extLst>
              <a:ext uri="{FF2B5EF4-FFF2-40B4-BE49-F238E27FC236}">
                <a16:creationId xmlns:a16="http://schemas.microsoft.com/office/drawing/2014/main" id="{921F0A16-CFD2-4414-B00D-3ACC9A45F692}"/>
              </a:ext>
            </a:extLst>
          </p:cNvPr>
          <p:cNvSpPr>
            <a:spLocks noChangeArrowheads="1"/>
          </p:cNvSpPr>
          <p:nvPr/>
        </p:nvSpPr>
        <p:spPr bwMode="auto">
          <a:xfrm>
            <a:off x="3167063" y="5927725"/>
            <a:ext cx="1400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a:t>
            </a:r>
          </a:p>
        </p:txBody>
      </p:sp>
      <p:sp>
        <p:nvSpPr>
          <p:cNvPr id="43020" name="任意多边形 271371">
            <a:extLst>
              <a:ext uri="{FF2B5EF4-FFF2-40B4-BE49-F238E27FC236}">
                <a16:creationId xmlns:a16="http://schemas.microsoft.com/office/drawing/2014/main" id="{353D6C8E-B588-4AB1-B444-0B269493AF82}"/>
              </a:ext>
            </a:extLst>
          </p:cNvPr>
          <p:cNvSpPr>
            <a:spLocks/>
          </p:cNvSpPr>
          <p:nvPr/>
        </p:nvSpPr>
        <p:spPr bwMode="auto">
          <a:xfrm>
            <a:off x="1187450" y="5551488"/>
            <a:ext cx="5143500" cy="336550"/>
          </a:xfrm>
          <a:custGeom>
            <a:avLst/>
            <a:gdLst>
              <a:gd name="T0" fmla="*/ 0 w 2736"/>
              <a:gd name="T1" fmla="*/ 0 h 480"/>
              <a:gd name="T2" fmla="*/ 0 w 2736"/>
              <a:gd name="T3" fmla="*/ 480 h 480"/>
              <a:gd name="T4" fmla="*/ 2736 w 2736"/>
              <a:gd name="T5" fmla="*/ 480 h 480"/>
              <a:gd name="T6" fmla="*/ 2736 w 2736"/>
              <a:gd name="T7" fmla="*/ 0 h 480"/>
              <a:gd name="T8" fmla="*/ 0 w 2736"/>
              <a:gd name="T9" fmla="*/ 0 h 480"/>
              <a:gd name="T10" fmla="*/ 2736 w 2736"/>
              <a:gd name="T11" fmla="*/ 480 h 480"/>
            </a:gdLst>
            <a:ahLst/>
            <a:cxnLst>
              <a:cxn ang="0">
                <a:pos x="T0" y="T1"/>
              </a:cxn>
              <a:cxn ang="0">
                <a:pos x="T2" y="T3"/>
              </a:cxn>
              <a:cxn ang="0">
                <a:pos x="T4" y="T5"/>
              </a:cxn>
              <a:cxn ang="0">
                <a:pos x="T6" y="T7"/>
              </a:cxn>
            </a:cxnLst>
            <a:rect l="T8" t="T9" r="T10" b="T11"/>
            <a:pathLst>
              <a:path w="2736" h="480">
                <a:moveTo>
                  <a:pt x="0" y="0"/>
                </a:moveTo>
                <a:lnTo>
                  <a:pt x="0" y="480"/>
                </a:lnTo>
                <a:lnTo>
                  <a:pt x="2736" y="480"/>
                </a:lnTo>
                <a:lnTo>
                  <a:pt x="2736" y="0"/>
                </a:lnTo>
              </a:path>
            </a:pathLst>
          </a:custGeom>
          <a:noFill/>
          <a:ln w="28575" cap="flat" cmpd="sng">
            <a:solidFill>
              <a:srgbClr val="333399"/>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1373" name="椭圆 271372">
            <a:extLst>
              <a:ext uri="{FF2B5EF4-FFF2-40B4-BE49-F238E27FC236}">
                <a16:creationId xmlns:a16="http://schemas.microsoft.com/office/drawing/2014/main" id="{3051F4DF-BA6F-4439-AFD7-BFED0169A4F2}"/>
              </a:ext>
            </a:extLst>
          </p:cNvPr>
          <p:cNvSpPr/>
          <p:nvPr/>
        </p:nvSpPr>
        <p:spPr>
          <a:xfrm>
            <a:off x="6084888"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2</a:t>
            </a:r>
          </a:p>
        </p:txBody>
      </p:sp>
      <p:sp>
        <p:nvSpPr>
          <p:cNvPr id="43022" name="下箭头 271373">
            <a:extLst>
              <a:ext uri="{FF2B5EF4-FFF2-40B4-BE49-F238E27FC236}">
                <a16:creationId xmlns:a16="http://schemas.microsoft.com/office/drawing/2014/main" id="{DE215CC8-52F0-49D5-B5BD-680C0603EB8F}"/>
              </a:ext>
            </a:extLst>
          </p:cNvPr>
          <p:cNvSpPr>
            <a:spLocks noChangeArrowheads="1"/>
          </p:cNvSpPr>
          <p:nvPr/>
        </p:nvSpPr>
        <p:spPr bwMode="auto">
          <a:xfrm>
            <a:off x="1116013" y="2636838"/>
            <a:ext cx="161925" cy="2160587"/>
          </a:xfrm>
          <a:prstGeom prst="downArrow">
            <a:avLst>
              <a:gd name="adj1" fmla="val 50000"/>
              <a:gd name="adj2" fmla="val 333578"/>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71375" name="椭圆 271374">
            <a:extLst>
              <a:ext uri="{FF2B5EF4-FFF2-40B4-BE49-F238E27FC236}">
                <a16:creationId xmlns:a16="http://schemas.microsoft.com/office/drawing/2014/main" id="{2F2AEB5C-91CC-4626-9FB1-4F8547602833}"/>
              </a:ext>
            </a:extLst>
          </p:cNvPr>
          <p:cNvSpPr/>
          <p:nvPr/>
        </p:nvSpPr>
        <p:spPr>
          <a:xfrm>
            <a:off x="900113"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1</a:t>
            </a:r>
          </a:p>
        </p:txBody>
      </p:sp>
      <p:sp>
        <p:nvSpPr>
          <p:cNvPr id="43024" name="下箭头 271375">
            <a:extLst>
              <a:ext uri="{FF2B5EF4-FFF2-40B4-BE49-F238E27FC236}">
                <a16:creationId xmlns:a16="http://schemas.microsoft.com/office/drawing/2014/main" id="{C0A2DE23-7B85-453A-AC9C-1008E9BC70C9}"/>
              </a:ext>
            </a:extLst>
          </p:cNvPr>
          <p:cNvSpPr>
            <a:spLocks noChangeArrowheads="1"/>
          </p:cNvSpPr>
          <p:nvPr/>
        </p:nvSpPr>
        <p:spPr bwMode="auto">
          <a:xfrm flipV="1">
            <a:off x="6300788" y="2636838"/>
            <a:ext cx="160337" cy="2232025"/>
          </a:xfrm>
          <a:prstGeom prst="downArrow">
            <a:avLst>
              <a:gd name="adj1" fmla="val 50000"/>
              <a:gd name="adj2" fmla="val 348021"/>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3025" name="矩形 271376">
            <a:extLst>
              <a:ext uri="{FF2B5EF4-FFF2-40B4-BE49-F238E27FC236}">
                <a16:creationId xmlns:a16="http://schemas.microsoft.com/office/drawing/2014/main" id="{2D9C5168-EB53-4304-9E67-BE15F5573F72}"/>
              </a:ext>
            </a:extLst>
          </p:cNvPr>
          <p:cNvSpPr>
            <a:spLocks noChangeArrowheads="1"/>
          </p:cNvSpPr>
          <p:nvPr/>
        </p:nvSpPr>
        <p:spPr bwMode="auto">
          <a:xfrm>
            <a:off x="715963" y="1052513"/>
            <a:ext cx="11001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发送方</a:t>
            </a:r>
          </a:p>
        </p:txBody>
      </p:sp>
      <p:sp>
        <p:nvSpPr>
          <p:cNvPr id="43026" name="矩形 271377">
            <a:extLst>
              <a:ext uri="{FF2B5EF4-FFF2-40B4-BE49-F238E27FC236}">
                <a16:creationId xmlns:a16="http://schemas.microsoft.com/office/drawing/2014/main" id="{799A60BB-7AFA-4544-861E-1E315A7422AA}"/>
              </a:ext>
            </a:extLst>
          </p:cNvPr>
          <p:cNvSpPr>
            <a:spLocks noChangeArrowheads="1"/>
          </p:cNvSpPr>
          <p:nvPr/>
        </p:nvSpPr>
        <p:spPr bwMode="auto">
          <a:xfrm>
            <a:off x="5886450" y="1052513"/>
            <a:ext cx="11001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接收方</a:t>
            </a:r>
          </a:p>
        </p:txBody>
      </p:sp>
      <p:sp>
        <p:nvSpPr>
          <p:cNvPr id="43027" name="直接连接符 271378">
            <a:extLst>
              <a:ext uri="{FF2B5EF4-FFF2-40B4-BE49-F238E27FC236}">
                <a16:creationId xmlns:a16="http://schemas.microsoft.com/office/drawing/2014/main" id="{F15FE515-F26C-4A5E-AE11-0F6377E8B0FE}"/>
              </a:ext>
            </a:extLst>
          </p:cNvPr>
          <p:cNvSpPr>
            <a:spLocks noChangeShapeType="1"/>
          </p:cNvSpPr>
          <p:nvPr/>
        </p:nvSpPr>
        <p:spPr bwMode="auto">
          <a:xfrm>
            <a:off x="7396163" y="4508500"/>
            <a:ext cx="1309687"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8" name="直接连接符 271379">
            <a:extLst>
              <a:ext uri="{FF2B5EF4-FFF2-40B4-BE49-F238E27FC236}">
                <a16:creationId xmlns:a16="http://schemas.microsoft.com/office/drawing/2014/main" id="{A6693D5C-A38C-4235-BDA0-AEC513B85505}"/>
              </a:ext>
            </a:extLst>
          </p:cNvPr>
          <p:cNvSpPr>
            <a:spLocks noChangeShapeType="1"/>
          </p:cNvSpPr>
          <p:nvPr/>
        </p:nvSpPr>
        <p:spPr bwMode="auto">
          <a:xfrm>
            <a:off x="7380288" y="1762125"/>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9" name="直接连接符 271380">
            <a:extLst>
              <a:ext uri="{FF2B5EF4-FFF2-40B4-BE49-F238E27FC236}">
                <a16:creationId xmlns:a16="http://schemas.microsoft.com/office/drawing/2014/main" id="{E7AF2821-F40E-44E2-B9A6-642B0F51FED5}"/>
              </a:ext>
            </a:extLst>
          </p:cNvPr>
          <p:cNvSpPr>
            <a:spLocks noChangeShapeType="1"/>
          </p:cNvSpPr>
          <p:nvPr/>
        </p:nvSpPr>
        <p:spPr bwMode="auto">
          <a:xfrm>
            <a:off x="7380288" y="6221413"/>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0" name="直接连接符 271381">
            <a:extLst>
              <a:ext uri="{FF2B5EF4-FFF2-40B4-BE49-F238E27FC236}">
                <a16:creationId xmlns:a16="http://schemas.microsoft.com/office/drawing/2014/main" id="{1CFCD716-7D89-4CAD-8308-3CF0EACE653D}"/>
              </a:ext>
            </a:extLst>
          </p:cNvPr>
          <p:cNvSpPr>
            <a:spLocks noChangeShapeType="1"/>
          </p:cNvSpPr>
          <p:nvPr/>
        </p:nvSpPr>
        <p:spPr bwMode="auto">
          <a:xfrm>
            <a:off x="8027988" y="1773238"/>
            <a:ext cx="0" cy="273526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3031" name="矩形 271382">
            <a:extLst>
              <a:ext uri="{FF2B5EF4-FFF2-40B4-BE49-F238E27FC236}">
                <a16:creationId xmlns:a16="http://schemas.microsoft.com/office/drawing/2014/main" id="{AD6028FD-E620-40ED-80B3-639AFD9811D0}"/>
              </a:ext>
            </a:extLst>
          </p:cNvPr>
          <p:cNvSpPr>
            <a:spLocks noChangeArrowheads="1"/>
          </p:cNvSpPr>
          <p:nvPr/>
        </p:nvSpPr>
        <p:spPr bwMode="auto">
          <a:xfrm>
            <a:off x="7688263" y="3119438"/>
            <a:ext cx="7905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高层</a:t>
            </a:r>
          </a:p>
        </p:txBody>
      </p:sp>
      <p:sp>
        <p:nvSpPr>
          <p:cNvPr id="271384" name="文本框 271383">
            <a:extLst>
              <a:ext uri="{FF2B5EF4-FFF2-40B4-BE49-F238E27FC236}">
                <a16:creationId xmlns:a16="http://schemas.microsoft.com/office/drawing/2014/main" id="{A6356492-353F-4E32-BB73-AAF6540B8A61}"/>
              </a:ext>
            </a:extLst>
          </p:cNvPr>
          <p:cNvSpPr txBox="1">
            <a:spLocks noChangeArrowheads="1"/>
          </p:cNvSpPr>
          <p:nvPr/>
        </p:nvSpPr>
        <p:spPr bwMode="auto">
          <a:xfrm>
            <a:off x="2268538" y="2349500"/>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发送速率快</a:t>
            </a:r>
          </a:p>
        </p:txBody>
      </p:sp>
      <p:sp>
        <p:nvSpPr>
          <p:cNvPr id="271385" name="文本框 271384">
            <a:extLst>
              <a:ext uri="{FF2B5EF4-FFF2-40B4-BE49-F238E27FC236}">
                <a16:creationId xmlns:a16="http://schemas.microsoft.com/office/drawing/2014/main" id="{374BE340-AC0C-4514-8E3F-74F988485C4F}"/>
              </a:ext>
            </a:extLst>
          </p:cNvPr>
          <p:cNvSpPr txBox="1">
            <a:spLocks noChangeArrowheads="1"/>
          </p:cNvSpPr>
          <p:nvPr/>
        </p:nvSpPr>
        <p:spPr bwMode="auto">
          <a:xfrm>
            <a:off x="4614863" y="2403475"/>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接收速率慢</a:t>
            </a:r>
          </a:p>
        </p:txBody>
      </p:sp>
      <p:sp>
        <p:nvSpPr>
          <p:cNvPr id="271386" name="矩形 271385">
            <a:extLst>
              <a:ext uri="{FF2B5EF4-FFF2-40B4-BE49-F238E27FC236}">
                <a16:creationId xmlns:a16="http://schemas.microsoft.com/office/drawing/2014/main" id="{DC279E51-7623-42FE-A8CD-9D113FC7C760}"/>
              </a:ext>
            </a:extLst>
          </p:cNvPr>
          <p:cNvSpPr/>
          <p:nvPr/>
        </p:nvSpPr>
        <p:spPr>
          <a:xfrm>
            <a:off x="5407025" y="4856163"/>
            <a:ext cx="1765300" cy="708025"/>
          </a:xfrm>
          <a:prstGeom prst="rect">
            <a:avLst/>
          </a:prstGeom>
          <a:solidFill>
            <a:srgbClr val="00FFCC"/>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43035" name="标题 271386">
            <a:extLst>
              <a:ext uri="{FF2B5EF4-FFF2-40B4-BE49-F238E27FC236}">
                <a16:creationId xmlns:a16="http://schemas.microsoft.com/office/drawing/2014/main" id="{ADE96391-013F-4592-A285-D592D094BDCC}"/>
              </a:ext>
            </a:extLst>
          </p:cNvPr>
          <p:cNvSpPr>
            <a:spLocks noGrp="1"/>
          </p:cNvSpPr>
          <p:nvPr>
            <p:ph type="title"/>
          </p:nvPr>
        </p:nvSpPr>
        <p:spPr>
          <a:xfrm>
            <a:off x="468313" y="44450"/>
            <a:ext cx="7793037" cy="911225"/>
          </a:xfrm>
        </p:spPr>
        <p:txBody>
          <a:bodyPr/>
          <a:lstStyle/>
          <a:p>
            <a:pPr algn="ctr"/>
            <a:r>
              <a:rPr lang="en-US" altLang="zh-CN"/>
              <a:t>5.  </a:t>
            </a:r>
            <a:r>
              <a:rPr lang="zh-CN" altLang="en-US"/>
              <a:t>流量控制</a:t>
            </a:r>
          </a:p>
        </p:txBody>
      </p:sp>
      <p:sp>
        <p:nvSpPr>
          <p:cNvPr id="43036" name="矩形 271387">
            <a:extLst>
              <a:ext uri="{FF2B5EF4-FFF2-40B4-BE49-F238E27FC236}">
                <a16:creationId xmlns:a16="http://schemas.microsoft.com/office/drawing/2014/main" id="{4350E2EE-50B5-4115-A4F2-8B5DA38EEB63}"/>
              </a:ext>
            </a:extLst>
          </p:cNvPr>
          <p:cNvSpPr>
            <a:spLocks noChangeArrowheads="1"/>
          </p:cNvSpPr>
          <p:nvPr/>
        </p:nvSpPr>
        <p:spPr bwMode="auto">
          <a:xfrm>
            <a:off x="539750" y="3078163"/>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3037" name="矩形 271388">
            <a:extLst>
              <a:ext uri="{FF2B5EF4-FFF2-40B4-BE49-F238E27FC236}">
                <a16:creationId xmlns:a16="http://schemas.microsoft.com/office/drawing/2014/main" id="{3986F1C2-266C-4004-B461-20B57781203D}"/>
              </a:ext>
            </a:extLst>
          </p:cNvPr>
          <p:cNvSpPr>
            <a:spLocks noChangeArrowheads="1"/>
          </p:cNvSpPr>
          <p:nvPr/>
        </p:nvSpPr>
        <p:spPr bwMode="auto">
          <a:xfrm>
            <a:off x="539750"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3038" name="矩形 271389">
            <a:extLst>
              <a:ext uri="{FF2B5EF4-FFF2-40B4-BE49-F238E27FC236}">
                <a16:creationId xmlns:a16="http://schemas.microsoft.com/office/drawing/2014/main" id="{09DF56B1-9C59-4461-802F-5C22A66E1C40}"/>
              </a:ext>
            </a:extLst>
          </p:cNvPr>
          <p:cNvSpPr>
            <a:spLocks noChangeArrowheads="1"/>
          </p:cNvSpPr>
          <p:nvPr/>
        </p:nvSpPr>
        <p:spPr bwMode="auto">
          <a:xfrm>
            <a:off x="539750" y="408622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
        <p:nvSpPr>
          <p:cNvPr id="43039" name="直接连接符 271390">
            <a:extLst>
              <a:ext uri="{FF2B5EF4-FFF2-40B4-BE49-F238E27FC236}">
                <a16:creationId xmlns:a16="http://schemas.microsoft.com/office/drawing/2014/main" id="{1101E57B-59E2-4D0B-A0B7-DD4BC69E0318}"/>
              </a:ext>
            </a:extLst>
          </p:cNvPr>
          <p:cNvSpPr>
            <a:spLocks noChangeShapeType="1"/>
          </p:cNvSpPr>
          <p:nvPr/>
        </p:nvSpPr>
        <p:spPr bwMode="auto">
          <a:xfrm>
            <a:off x="5364163" y="465296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0" name="矩形 271391">
            <a:extLst>
              <a:ext uri="{FF2B5EF4-FFF2-40B4-BE49-F238E27FC236}">
                <a16:creationId xmlns:a16="http://schemas.microsoft.com/office/drawing/2014/main" id="{7C03B124-EDB5-4D46-AE02-AEAF9D3F738A}"/>
              </a:ext>
            </a:extLst>
          </p:cNvPr>
          <p:cNvSpPr>
            <a:spLocks noChangeArrowheads="1"/>
          </p:cNvSpPr>
          <p:nvPr/>
        </p:nvSpPr>
        <p:spPr bwMode="auto">
          <a:xfrm>
            <a:off x="5724525" y="307657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3041" name="矩形 271392">
            <a:extLst>
              <a:ext uri="{FF2B5EF4-FFF2-40B4-BE49-F238E27FC236}">
                <a16:creationId xmlns:a16="http://schemas.microsoft.com/office/drawing/2014/main" id="{AF93BE3F-4C7D-408D-9D87-4AC412552DF7}"/>
              </a:ext>
            </a:extLst>
          </p:cNvPr>
          <p:cNvSpPr>
            <a:spLocks noChangeArrowheads="1"/>
          </p:cNvSpPr>
          <p:nvPr/>
        </p:nvSpPr>
        <p:spPr bwMode="auto">
          <a:xfrm>
            <a:off x="5724525"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3042" name="矩形 271393">
            <a:extLst>
              <a:ext uri="{FF2B5EF4-FFF2-40B4-BE49-F238E27FC236}">
                <a16:creationId xmlns:a16="http://schemas.microsoft.com/office/drawing/2014/main" id="{E120CF45-4EC7-49B5-A418-01A402EB3418}"/>
              </a:ext>
            </a:extLst>
          </p:cNvPr>
          <p:cNvSpPr>
            <a:spLocks noChangeArrowheads="1"/>
          </p:cNvSpPr>
          <p:nvPr/>
        </p:nvSpPr>
        <p:spPr bwMode="auto">
          <a:xfrm>
            <a:off x="5724525" y="4084638"/>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71384"/>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27138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84" grpId="0"/>
      <p:bldP spid="27138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直接连接符 272385">
            <a:extLst>
              <a:ext uri="{FF2B5EF4-FFF2-40B4-BE49-F238E27FC236}">
                <a16:creationId xmlns:a16="http://schemas.microsoft.com/office/drawing/2014/main" id="{7E9C86A0-2035-47D1-B7FE-0040A7464F10}"/>
              </a:ext>
            </a:extLst>
          </p:cNvPr>
          <p:cNvSpPr>
            <a:spLocks noChangeShapeType="1"/>
          </p:cNvSpPr>
          <p:nvPr/>
        </p:nvSpPr>
        <p:spPr bwMode="auto">
          <a:xfrm>
            <a:off x="8027988" y="4508500"/>
            <a:ext cx="0" cy="1700213"/>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35" name="矩形 272386">
            <a:extLst>
              <a:ext uri="{FF2B5EF4-FFF2-40B4-BE49-F238E27FC236}">
                <a16:creationId xmlns:a16="http://schemas.microsoft.com/office/drawing/2014/main" id="{36D08B40-ED3B-44DE-B01B-79ED4215F861}"/>
              </a:ext>
            </a:extLst>
          </p:cNvPr>
          <p:cNvSpPr>
            <a:spLocks noChangeArrowheads="1"/>
          </p:cNvSpPr>
          <p:nvPr/>
        </p:nvSpPr>
        <p:spPr bwMode="auto">
          <a:xfrm>
            <a:off x="7302500" y="5135563"/>
            <a:ext cx="17049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数据链路层</a:t>
            </a:r>
          </a:p>
        </p:txBody>
      </p:sp>
      <p:sp>
        <p:nvSpPr>
          <p:cNvPr id="272388" name="矩形 272387">
            <a:extLst>
              <a:ext uri="{FF2B5EF4-FFF2-40B4-BE49-F238E27FC236}">
                <a16:creationId xmlns:a16="http://schemas.microsoft.com/office/drawing/2014/main" id="{67420507-8F07-4667-A92B-9FD7D215D7E2}"/>
              </a:ext>
            </a:extLst>
          </p:cNvPr>
          <p:cNvSpPr/>
          <p:nvPr/>
        </p:nvSpPr>
        <p:spPr>
          <a:xfrm>
            <a:off x="179388"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4037" name="矩形 272388">
            <a:extLst>
              <a:ext uri="{FF2B5EF4-FFF2-40B4-BE49-F238E27FC236}">
                <a16:creationId xmlns:a16="http://schemas.microsoft.com/office/drawing/2014/main" id="{66A6A252-63A8-4A64-8099-132DDDE7536B}"/>
              </a:ext>
            </a:extLst>
          </p:cNvPr>
          <p:cNvSpPr>
            <a:spLocks noChangeArrowheads="1"/>
          </p:cNvSpPr>
          <p:nvPr/>
        </p:nvSpPr>
        <p:spPr bwMode="auto">
          <a:xfrm>
            <a:off x="179388" y="1804988"/>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A</a:t>
            </a:r>
          </a:p>
        </p:txBody>
      </p:sp>
      <p:sp>
        <p:nvSpPr>
          <p:cNvPr id="44038" name="直接连接符 272389">
            <a:extLst>
              <a:ext uri="{FF2B5EF4-FFF2-40B4-BE49-F238E27FC236}">
                <a16:creationId xmlns:a16="http://schemas.microsoft.com/office/drawing/2014/main" id="{3910DD73-28B6-4B49-B89A-668D802E3967}"/>
              </a:ext>
            </a:extLst>
          </p:cNvPr>
          <p:cNvSpPr>
            <a:spLocks noChangeShapeType="1"/>
          </p:cNvSpPr>
          <p:nvPr/>
        </p:nvSpPr>
        <p:spPr bwMode="auto">
          <a:xfrm>
            <a:off x="185738" y="463391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2391" name="矩形 272390">
            <a:extLst>
              <a:ext uri="{FF2B5EF4-FFF2-40B4-BE49-F238E27FC236}">
                <a16:creationId xmlns:a16="http://schemas.microsoft.com/office/drawing/2014/main" id="{34BC4E57-03ED-4804-A5CB-D3FC9075CB53}"/>
              </a:ext>
            </a:extLst>
          </p:cNvPr>
          <p:cNvSpPr/>
          <p:nvPr/>
        </p:nvSpPr>
        <p:spPr>
          <a:xfrm>
            <a:off x="250825" y="4797425"/>
            <a:ext cx="1765300" cy="708025"/>
          </a:xfrm>
          <a:prstGeom prst="rect">
            <a:avLst/>
          </a:prstGeom>
          <a:solidFill>
            <a:schemeClr val="hlink"/>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272392" name="矩形 272391">
            <a:extLst>
              <a:ext uri="{FF2B5EF4-FFF2-40B4-BE49-F238E27FC236}">
                <a16:creationId xmlns:a16="http://schemas.microsoft.com/office/drawing/2014/main" id="{C8FC8759-873E-4887-8B06-0FC301C14C35}"/>
              </a:ext>
            </a:extLst>
          </p:cNvPr>
          <p:cNvSpPr/>
          <p:nvPr/>
        </p:nvSpPr>
        <p:spPr>
          <a:xfrm>
            <a:off x="5364163"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4041" name="矩形 272392">
            <a:extLst>
              <a:ext uri="{FF2B5EF4-FFF2-40B4-BE49-F238E27FC236}">
                <a16:creationId xmlns:a16="http://schemas.microsoft.com/office/drawing/2014/main" id="{CC555992-5DBA-40CF-8067-E4C66293604D}"/>
              </a:ext>
            </a:extLst>
          </p:cNvPr>
          <p:cNvSpPr>
            <a:spLocks noChangeArrowheads="1"/>
          </p:cNvSpPr>
          <p:nvPr/>
        </p:nvSpPr>
        <p:spPr bwMode="auto">
          <a:xfrm>
            <a:off x="6854825" y="1782763"/>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B</a:t>
            </a:r>
          </a:p>
        </p:txBody>
      </p:sp>
      <p:sp>
        <p:nvSpPr>
          <p:cNvPr id="44042" name="直接连接符 272393">
            <a:extLst>
              <a:ext uri="{FF2B5EF4-FFF2-40B4-BE49-F238E27FC236}">
                <a16:creationId xmlns:a16="http://schemas.microsoft.com/office/drawing/2014/main" id="{CA8386CF-8D43-41B1-8897-B3B5E844645C}"/>
              </a:ext>
            </a:extLst>
          </p:cNvPr>
          <p:cNvSpPr>
            <a:spLocks noChangeShapeType="1"/>
          </p:cNvSpPr>
          <p:nvPr/>
        </p:nvSpPr>
        <p:spPr bwMode="auto">
          <a:xfrm>
            <a:off x="5346700" y="4652963"/>
            <a:ext cx="195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3" name="矩形 272394">
            <a:extLst>
              <a:ext uri="{FF2B5EF4-FFF2-40B4-BE49-F238E27FC236}">
                <a16:creationId xmlns:a16="http://schemas.microsoft.com/office/drawing/2014/main" id="{178CA7A3-C5AC-4A93-B0D3-8F2DFE093516}"/>
              </a:ext>
            </a:extLst>
          </p:cNvPr>
          <p:cNvSpPr>
            <a:spLocks noChangeArrowheads="1"/>
          </p:cNvSpPr>
          <p:nvPr/>
        </p:nvSpPr>
        <p:spPr bwMode="auto">
          <a:xfrm>
            <a:off x="3167063" y="5927725"/>
            <a:ext cx="1400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a:t>
            </a:r>
          </a:p>
        </p:txBody>
      </p:sp>
      <p:sp>
        <p:nvSpPr>
          <p:cNvPr id="44044" name="任意多边形 272395">
            <a:extLst>
              <a:ext uri="{FF2B5EF4-FFF2-40B4-BE49-F238E27FC236}">
                <a16:creationId xmlns:a16="http://schemas.microsoft.com/office/drawing/2014/main" id="{4E08E9EE-EBBA-4A0D-9DCB-4EE64A5885C5}"/>
              </a:ext>
            </a:extLst>
          </p:cNvPr>
          <p:cNvSpPr>
            <a:spLocks/>
          </p:cNvSpPr>
          <p:nvPr/>
        </p:nvSpPr>
        <p:spPr bwMode="auto">
          <a:xfrm>
            <a:off x="1187450" y="5551488"/>
            <a:ext cx="5143500" cy="336550"/>
          </a:xfrm>
          <a:custGeom>
            <a:avLst/>
            <a:gdLst>
              <a:gd name="T0" fmla="*/ 0 w 2736"/>
              <a:gd name="T1" fmla="*/ 0 h 480"/>
              <a:gd name="T2" fmla="*/ 0 w 2736"/>
              <a:gd name="T3" fmla="*/ 480 h 480"/>
              <a:gd name="T4" fmla="*/ 2736 w 2736"/>
              <a:gd name="T5" fmla="*/ 480 h 480"/>
              <a:gd name="T6" fmla="*/ 2736 w 2736"/>
              <a:gd name="T7" fmla="*/ 0 h 480"/>
              <a:gd name="T8" fmla="*/ 0 w 2736"/>
              <a:gd name="T9" fmla="*/ 0 h 480"/>
              <a:gd name="T10" fmla="*/ 2736 w 2736"/>
              <a:gd name="T11" fmla="*/ 480 h 480"/>
            </a:gdLst>
            <a:ahLst/>
            <a:cxnLst>
              <a:cxn ang="0">
                <a:pos x="T0" y="T1"/>
              </a:cxn>
              <a:cxn ang="0">
                <a:pos x="T2" y="T3"/>
              </a:cxn>
              <a:cxn ang="0">
                <a:pos x="T4" y="T5"/>
              </a:cxn>
              <a:cxn ang="0">
                <a:pos x="T6" y="T7"/>
              </a:cxn>
            </a:cxnLst>
            <a:rect l="T8" t="T9" r="T10" b="T11"/>
            <a:pathLst>
              <a:path w="2736" h="480">
                <a:moveTo>
                  <a:pt x="0" y="0"/>
                </a:moveTo>
                <a:lnTo>
                  <a:pt x="0" y="480"/>
                </a:lnTo>
                <a:lnTo>
                  <a:pt x="2736" y="480"/>
                </a:lnTo>
                <a:lnTo>
                  <a:pt x="2736" y="0"/>
                </a:lnTo>
              </a:path>
            </a:pathLst>
          </a:custGeom>
          <a:noFill/>
          <a:ln w="28575" cap="flat" cmpd="sng">
            <a:solidFill>
              <a:srgbClr val="333399"/>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2397" name="椭圆 272396">
            <a:extLst>
              <a:ext uri="{FF2B5EF4-FFF2-40B4-BE49-F238E27FC236}">
                <a16:creationId xmlns:a16="http://schemas.microsoft.com/office/drawing/2014/main" id="{3B6993DF-114E-4DD3-B190-17196706F368}"/>
              </a:ext>
            </a:extLst>
          </p:cNvPr>
          <p:cNvSpPr/>
          <p:nvPr/>
        </p:nvSpPr>
        <p:spPr>
          <a:xfrm>
            <a:off x="6084888"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2</a:t>
            </a:r>
          </a:p>
        </p:txBody>
      </p:sp>
      <p:sp>
        <p:nvSpPr>
          <p:cNvPr id="44046" name="下箭头 272397">
            <a:extLst>
              <a:ext uri="{FF2B5EF4-FFF2-40B4-BE49-F238E27FC236}">
                <a16:creationId xmlns:a16="http://schemas.microsoft.com/office/drawing/2014/main" id="{384B1DD7-50AD-44D1-B903-25F51731AC3E}"/>
              </a:ext>
            </a:extLst>
          </p:cNvPr>
          <p:cNvSpPr>
            <a:spLocks noChangeArrowheads="1"/>
          </p:cNvSpPr>
          <p:nvPr/>
        </p:nvSpPr>
        <p:spPr bwMode="auto">
          <a:xfrm>
            <a:off x="1116013" y="2636838"/>
            <a:ext cx="161925" cy="2160587"/>
          </a:xfrm>
          <a:prstGeom prst="downArrow">
            <a:avLst>
              <a:gd name="adj1" fmla="val 50000"/>
              <a:gd name="adj2" fmla="val 333578"/>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72399" name="椭圆 272398">
            <a:extLst>
              <a:ext uri="{FF2B5EF4-FFF2-40B4-BE49-F238E27FC236}">
                <a16:creationId xmlns:a16="http://schemas.microsoft.com/office/drawing/2014/main" id="{3A28F4D0-8A11-401C-B8E2-CCD3F162A26C}"/>
              </a:ext>
            </a:extLst>
          </p:cNvPr>
          <p:cNvSpPr/>
          <p:nvPr/>
        </p:nvSpPr>
        <p:spPr>
          <a:xfrm>
            <a:off x="900113"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1</a:t>
            </a:r>
          </a:p>
        </p:txBody>
      </p:sp>
      <p:sp>
        <p:nvSpPr>
          <p:cNvPr id="44048" name="下箭头 272399">
            <a:extLst>
              <a:ext uri="{FF2B5EF4-FFF2-40B4-BE49-F238E27FC236}">
                <a16:creationId xmlns:a16="http://schemas.microsoft.com/office/drawing/2014/main" id="{22C1023E-DF57-45FD-929A-BFFFD2800F51}"/>
              </a:ext>
            </a:extLst>
          </p:cNvPr>
          <p:cNvSpPr>
            <a:spLocks noChangeArrowheads="1"/>
          </p:cNvSpPr>
          <p:nvPr/>
        </p:nvSpPr>
        <p:spPr bwMode="auto">
          <a:xfrm flipV="1">
            <a:off x="6300788" y="2636838"/>
            <a:ext cx="160337" cy="2232025"/>
          </a:xfrm>
          <a:prstGeom prst="downArrow">
            <a:avLst>
              <a:gd name="adj1" fmla="val 50000"/>
              <a:gd name="adj2" fmla="val 348021"/>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4049" name="矩形 272400">
            <a:extLst>
              <a:ext uri="{FF2B5EF4-FFF2-40B4-BE49-F238E27FC236}">
                <a16:creationId xmlns:a16="http://schemas.microsoft.com/office/drawing/2014/main" id="{BC0EFD30-7A24-4996-B8DF-47002BC7869C}"/>
              </a:ext>
            </a:extLst>
          </p:cNvPr>
          <p:cNvSpPr>
            <a:spLocks noChangeArrowheads="1"/>
          </p:cNvSpPr>
          <p:nvPr/>
        </p:nvSpPr>
        <p:spPr bwMode="auto">
          <a:xfrm>
            <a:off x="715963" y="1052513"/>
            <a:ext cx="11001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发送方</a:t>
            </a:r>
          </a:p>
        </p:txBody>
      </p:sp>
      <p:sp>
        <p:nvSpPr>
          <p:cNvPr id="44050" name="矩形 272401">
            <a:extLst>
              <a:ext uri="{FF2B5EF4-FFF2-40B4-BE49-F238E27FC236}">
                <a16:creationId xmlns:a16="http://schemas.microsoft.com/office/drawing/2014/main" id="{884A39CD-3CEA-4D57-AB85-10C100711D81}"/>
              </a:ext>
            </a:extLst>
          </p:cNvPr>
          <p:cNvSpPr>
            <a:spLocks noChangeArrowheads="1"/>
          </p:cNvSpPr>
          <p:nvPr/>
        </p:nvSpPr>
        <p:spPr bwMode="auto">
          <a:xfrm>
            <a:off x="5886450" y="1052513"/>
            <a:ext cx="11001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接收方</a:t>
            </a:r>
          </a:p>
        </p:txBody>
      </p:sp>
      <p:sp>
        <p:nvSpPr>
          <p:cNvPr id="44051" name="直接连接符 272402">
            <a:extLst>
              <a:ext uri="{FF2B5EF4-FFF2-40B4-BE49-F238E27FC236}">
                <a16:creationId xmlns:a16="http://schemas.microsoft.com/office/drawing/2014/main" id="{B7271B88-7061-44DD-9412-C83DFCAE0FEE}"/>
              </a:ext>
            </a:extLst>
          </p:cNvPr>
          <p:cNvSpPr>
            <a:spLocks noChangeShapeType="1"/>
          </p:cNvSpPr>
          <p:nvPr/>
        </p:nvSpPr>
        <p:spPr bwMode="auto">
          <a:xfrm>
            <a:off x="7396163" y="4508500"/>
            <a:ext cx="1309687"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2" name="直接连接符 272403">
            <a:extLst>
              <a:ext uri="{FF2B5EF4-FFF2-40B4-BE49-F238E27FC236}">
                <a16:creationId xmlns:a16="http://schemas.microsoft.com/office/drawing/2014/main" id="{DC428FA4-C164-4191-8AD6-2AF5C41483C9}"/>
              </a:ext>
            </a:extLst>
          </p:cNvPr>
          <p:cNvSpPr>
            <a:spLocks noChangeShapeType="1"/>
          </p:cNvSpPr>
          <p:nvPr/>
        </p:nvSpPr>
        <p:spPr bwMode="auto">
          <a:xfrm>
            <a:off x="7380288" y="1762125"/>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3" name="直接连接符 272404">
            <a:extLst>
              <a:ext uri="{FF2B5EF4-FFF2-40B4-BE49-F238E27FC236}">
                <a16:creationId xmlns:a16="http://schemas.microsoft.com/office/drawing/2014/main" id="{9B4F1C2A-3CD4-4A36-B89E-9AD5F95A36D7}"/>
              </a:ext>
            </a:extLst>
          </p:cNvPr>
          <p:cNvSpPr>
            <a:spLocks noChangeShapeType="1"/>
          </p:cNvSpPr>
          <p:nvPr/>
        </p:nvSpPr>
        <p:spPr bwMode="auto">
          <a:xfrm>
            <a:off x="7380288" y="6221413"/>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直接连接符 272405">
            <a:extLst>
              <a:ext uri="{FF2B5EF4-FFF2-40B4-BE49-F238E27FC236}">
                <a16:creationId xmlns:a16="http://schemas.microsoft.com/office/drawing/2014/main" id="{DD868B74-A016-4086-A2C2-2EAA32037245}"/>
              </a:ext>
            </a:extLst>
          </p:cNvPr>
          <p:cNvSpPr>
            <a:spLocks noChangeShapeType="1"/>
          </p:cNvSpPr>
          <p:nvPr/>
        </p:nvSpPr>
        <p:spPr bwMode="auto">
          <a:xfrm>
            <a:off x="8027988" y="1773238"/>
            <a:ext cx="0" cy="273526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55" name="矩形 272406">
            <a:extLst>
              <a:ext uri="{FF2B5EF4-FFF2-40B4-BE49-F238E27FC236}">
                <a16:creationId xmlns:a16="http://schemas.microsoft.com/office/drawing/2014/main" id="{3120226E-0724-4462-96E1-E2AE22AA941F}"/>
              </a:ext>
            </a:extLst>
          </p:cNvPr>
          <p:cNvSpPr>
            <a:spLocks noChangeArrowheads="1"/>
          </p:cNvSpPr>
          <p:nvPr/>
        </p:nvSpPr>
        <p:spPr bwMode="auto">
          <a:xfrm>
            <a:off x="7688263" y="3119438"/>
            <a:ext cx="7905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高层</a:t>
            </a:r>
          </a:p>
        </p:txBody>
      </p:sp>
      <p:sp>
        <p:nvSpPr>
          <p:cNvPr id="44056" name="文本框 272407">
            <a:extLst>
              <a:ext uri="{FF2B5EF4-FFF2-40B4-BE49-F238E27FC236}">
                <a16:creationId xmlns:a16="http://schemas.microsoft.com/office/drawing/2014/main" id="{044A132B-01B6-457F-8D7D-10C5BBD8520B}"/>
              </a:ext>
            </a:extLst>
          </p:cNvPr>
          <p:cNvSpPr txBox="1">
            <a:spLocks noChangeArrowheads="1"/>
          </p:cNvSpPr>
          <p:nvPr/>
        </p:nvSpPr>
        <p:spPr bwMode="auto">
          <a:xfrm>
            <a:off x="2268538" y="2349500"/>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发送速率快</a:t>
            </a:r>
          </a:p>
        </p:txBody>
      </p:sp>
      <p:sp>
        <p:nvSpPr>
          <p:cNvPr id="44057" name="文本框 272408">
            <a:extLst>
              <a:ext uri="{FF2B5EF4-FFF2-40B4-BE49-F238E27FC236}">
                <a16:creationId xmlns:a16="http://schemas.microsoft.com/office/drawing/2014/main" id="{309B1CC1-8DD5-4E03-9A3C-4421E70DDF2E}"/>
              </a:ext>
            </a:extLst>
          </p:cNvPr>
          <p:cNvSpPr txBox="1">
            <a:spLocks noChangeArrowheads="1"/>
          </p:cNvSpPr>
          <p:nvPr/>
        </p:nvSpPr>
        <p:spPr bwMode="auto">
          <a:xfrm>
            <a:off x="4614863" y="2403475"/>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接收速率慢</a:t>
            </a:r>
          </a:p>
        </p:txBody>
      </p:sp>
      <p:sp>
        <p:nvSpPr>
          <p:cNvPr id="272410" name="矩形 272409">
            <a:extLst>
              <a:ext uri="{FF2B5EF4-FFF2-40B4-BE49-F238E27FC236}">
                <a16:creationId xmlns:a16="http://schemas.microsoft.com/office/drawing/2014/main" id="{5586CF8D-EE30-4E8F-853A-64EC0FCA9B55}"/>
              </a:ext>
            </a:extLst>
          </p:cNvPr>
          <p:cNvSpPr/>
          <p:nvPr/>
        </p:nvSpPr>
        <p:spPr>
          <a:xfrm>
            <a:off x="5407025" y="4856163"/>
            <a:ext cx="1765300" cy="708025"/>
          </a:xfrm>
          <a:prstGeom prst="rect">
            <a:avLst/>
          </a:prstGeom>
          <a:solidFill>
            <a:srgbClr val="00FFCC"/>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44059" name="标题 272410">
            <a:extLst>
              <a:ext uri="{FF2B5EF4-FFF2-40B4-BE49-F238E27FC236}">
                <a16:creationId xmlns:a16="http://schemas.microsoft.com/office/drawing/2014/main" id="{F69C93EC-06A7-4FBF-87D5-30239ECA7BF8}"/>
              </a:ext>
            </a:extLst>
          </p:cNvPr>
          <p:cNvSpPr>
            <a:spLocks noGrp="1"/>
          </p:cNvSpPr>
          <p:nvPr>
            <p:ph type="title"/>
          </p:nvPr>
        </p:nvSpPr>
        <p:spPr>
          <a:xfrm>
            <a:off x="468313" y="44450"/>
            <a:ext cx="7793037" cy="911225"/>
          </a:xfrm>
        </p:spPr>
        <p:txBody>
          <a:bodyPr/>
          <a:lstStyle/>
          <a:p>
            <a:pPr algn="ctr"/>
            <a:r>
              <a:rPr lang="en-US" altLang="zh-CN"/>
              <a:t>5.  </a:t>
            </a:r>
            <a:r>
              <a:rPr lang="zh-CN" altLang="en-US"/>
              <a:t>流量控制</a:t>
            </a:r>
          </a:p>
        </p:txBody>
      </p:sp>
      <p:sp>
        <p:nvSpPr>
          <p:cNvPr id="44060" name="矩形 272411">
            <a:extLst>
              <a:ext uri="{FF2B5EF4-FFF2-40B4-BE49-F238E27FC236}">
                <a16:creationId xmlns:a16="http://schemas.microsoft.com/office/drawing/2014/main" id="{E3F31A70-D07A-4225-93FC-D37AB532EAEE}"/>
              </a:ext>
            </a:extLst>
          </p:cNvPr>
          <p:cNvSpPr>
            <a:spLocks noChangeArrowheads="1"/>
          </p:cNvSpPr>
          <p:nvPr/>
        </p:nvSpPr>
        <p:spPr bwMode="auto">
          <a:xfrm>
            <a:off x="539750" y="3078163"/>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4061" name="矩形 272412">
            <a:extLst>
              <a:ext uri="{FF2B5EF4-FFF2-40B4-BE49-F238E27FC236}">
                <a16:creationId xmlns:a16="http://schemas.microsoft.com/office/drawing/2014/main" id="{7D433CAB-DA78-4BDC-BCC3-23C6AEA0F3AA}"/>
              </a:ext>
            </a:extLst>
          </p:cNvPr>
          <p:cNvSpPr>
            <a:spLocks noChangeArrowheads="1"/>
          </p:cNvSpPr>
          <p:nvPr/>
        </p:nvSpPr>
        <p:spPr bwMode="auto">
          <a:xfrm>
            <a:off x="539750"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4062" name="矩形 272413">
            <a:extLst>
              <a:ext uri="{FF2B5EF4-FFF2-40B4-BE49-F238E27FC236}">
                <a16:creationId xmlns:a16="http://schemas.microsoft.com/office/drawing/2014/main" id="{6393664A-48FF-446C-9BF5-15154ACB91D2}"/>
              </a:ext>
            </a:extLst>
          </p:cNvPr>
          <p:cNvSpPr>
            <a:spLocks noChangeArrowheads="1"/>
          </p:cNvSpPr>
          <p:nvPr/>
        </p:nvSpPr>
        <p:spPr bwMode="auto">
          <a:xfrm>
            <a:off x="539750" y="408622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
        <p:nvSpPr>
          <p:cNvPr id="44063" name="直接连接符 272414">
            <a:extLst>
              <a:ext uri="{FF2B5EF4-FFF2-40B4-BE49-F238E27FC236}">
                <a16:creationId xmlns:a16="http://schemas.microsoft.com/office/drawing/2014/main" id="{56E6F54E-8431-4E0E-B646-324F8D91D40E}"/>
              </a:ext>
            </a:extLst>
          </p:cNvPr>
          <p:cNvSpPr>
            <a:spLocks noChangeShapeType="1"/>
          </p:cNvSpPr>
          <p:nvPr/>
        </p:nvSpPr>
        <p:spPr bwMode="auto">
          <a:xfrm>
            <a:off x="5364163" y="465296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4" name="矩形 272415">
            <a:extLst>
              <a:ext uri="{FF2B5EF4-FFF2-40B4-BE49-F238E27FC236}">
                <a16:creationId xmlns:a16="http://schemas.microsoft.com/office/drawing/2014/main" id="{75E7F41F-7404-4F24-AEDB-D8D154F70D6C}"/>
              </a:ext>
            </a:extLst>
          </p:cNvPr>
          <p:cNvSpPr>
            <a:spLocks noChangeArrowheads="1"/>
          </p:cNvSpPr>
          <p:nvPr/>
        </p:nvSpPr>
        <p:spPr bwMode="auto">
          <a:xfrm>
            <a:off x="5724525" y="307657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4065" name="矩形 272416">
            <a:extLst>
              <a:ext uri="{FF2B5EF4-FFF2-40B4-BE49-F238E27FC236}">
                <a16:creationId xmlns:a16="http://schemas.microsoft.com/office/drawing/2014/main" id="{BE720E91-FD73-454B-B854-07861E2DFDD6}"/>
              </a:ext>
            </a:extLst>
          </p:cNvPr>
          <p:cNvSpPr>
            <a:spLocks noChangeArrowheads="1"/>
          </p:cNvSpPr>
          <p:nvPr/>
        </p:nvSpPr>
        <p:spPr bwMode="auto">
          <a:xfrm>
            <a:off x="5724525"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4066" name="矩形 272417">
            <a:extLst>
              <a:ext uri="{FF2B5EF4-FFF2-40B4-BE49-F238E27FC236}">
                <a16:creationId xmlns:a16="http://schemas.microsoft.com/office/drawing/2014/main" id="{0D0662A6-7D64-44BB-AAE3-EFEFD9D5A745}"/>
              </a:ext>
            </a:extLst>
          </p:cNvPr>
          <p:cNvSpPr>
            <a:spLocks noChangeArrowheads="1"/>
          </p:cNvSpPr>
          <p:nvPr/>
        </p:nvSpPr>
        <p:spPr bwMode="auto">
          <a:xfrm>
            <a:off x="5724525" y="4084638"/>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
        <p:nvSpPr>
          <p:cNvPr id="44067" name="矩形 272418">
            <a:extLst>
              <a:ext uri="{FF2B5EF4-FFF2-40B4-BE49-F238E27FC236}">
                <a16:creationId xmlns:a16="http://schemas.microsoft.com/office/drawing/2014/main" id="{159CD139-70EF-4EA1-96A7-1E961F4448D8}"/>
              </a:ext>
            </a:extLst>
          </p:cNvPr>
          <p:cNvSpPr>
            <a:spLocks noChangeArrowheads="1"/>
          </p:cNvSpPr>
          <p:nvPr/>
        </p:nvSpPr>
        <p:spPr bwMode="auto">
          <a:xfrm>
            <a:off x="1476375" y="4797425"/>
            <a:ext cx="574675" cy="7191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4068" name="矩形 272419">
            <a:extLst>
              <a:ext uri="{FF2B5EF4-FFF2-40B4-BE49-F238E27FC236}">
                <a16:creationId xmlns:a16="http://schemas.microsoft.com/office/drawing/2014/main" id="{5EF40448-7159-4346-922A-7E02461AA06D}"/>
              </a:ext>
            </a:extLst>
          </p:cNvPr>
          <p:cNvSpPr>
            <a:spLocks noChangeArrowheads="1"/>
          </p:cNvSpPr>
          <p:nvPr/>
        </p:nvSpPr>
        <p:spPr bwMode="auto">
          <a:xfrm>
            <a:off x="5410200" y="4843463"/>
            <a:ext cx="574675" cy="71913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4069" name="组合 272420">
            <a:extLst>
              <a:ext uri="{FF2B5EF4-FFF2-40B4-BE49-F238E27FC236}">
                <a16:creationId xmlns:a16="http://schemas.microsoft.com/office/drawing/2014/main" id="{C7D3CA93-9ECA-4128-A665-12CAA6194F1F}"/>
              </a:ext>
            </a:extLst>
          </p:cNvPr>
          <p:cNvGrpSpPr>
            <a:grpSpLocks/>
          </p:cNvGrpSpPr>
          <p:nvPr/>
        </p:nvGrpSpPr>
        <p:grpSpPr bwMode="auto">
          <a:xfrm>
            <a:off x="2481263" y="4540250"/>
            <a:ext cx="2738437" cy="1049338"/>
            <a:chOff x="1581" y="2612"/>
            <a:chExt cx="1725" cy="661"/>
          </a:xfrm>
        </p:grpSpPr>
        <p:grpSp>
          <p:nvGrpSpPr>
            <p:cNvPr id="44070" name="组合 272421">
              <a:extLst>
                <a:ext uri="{FF2B5EF4-FFF2-40B4-BE49-F238E27FC236}">
                  <a16:creationId xmlns:a16="http://schemas.microsoft.com/office/drawing/2014/main" id="{C9DFE45F-8ECE-4350-98AC-99FD6D393648}"/>
                </a:ext>
              </a:extLst>
            </p:cNvPr>
            <p:cNvGrpSpPr>
              <a:grpSpLocks/>
            </p:cNvGrpSpPr>
            <p:nvPr/>
          </p:nvGrpSpPr>
          <p:grpSpPr bwMode="auto">
            <a:xfrm>
              <a:off x="1581" y="3104"/>
              <a:ext cx="591" cy="169"/>
              <a:chOff x="1565" y="1570"/>
              <a:chExt cx="482" cy="72"/>
            </a:xfrm>
          </p:grpSpPr>
          <p:sp>
            <p:nvSpPr>
              <p:cNvPr id="44081" name="矩形 272422">
                <a:extLst>
                  <a:ext uri="{FF2B5EF4-FFF2-40B4-BE49-F238E27FC236}">
                    <a16:creationId xmlns:a16="http://schemas.microsoft.com/office/drawing/2014/main" id="{CB7B3B54-56BD-491D-B82A-1B2D0AEA82B4}"/>
                  </a:ext>
                </a:extLst>
              </p:cNvPr>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4082" name="组合 272423">
                <a:extLst>
                  <a:ext uri="{FF2B5EF4-FFF2-40B4-BE49-F238E27FC236}">
                    <a16:creationId xmlns:a16="http://schemas.microsoft.com/office/drawing/2014/main" id="{6D6D5567-CC52-4F48-9B18-988D1377A1C2}"/>
                  </a:ext>
                </a:extLst>
              </p:cNvPr>
              <p:cNvGrpSpPr>
                <a:grpSpLocks/>
              </p:cNvGrpSpPr>
              <p:nvPr/>
            </p:nvGrpSpPr>
            <p:grpSpPr bwMode="auto">
              <a:xfrm>
                <a:off x="1656" y="1570"/>
                <a:ext cx="166" cy="72"/>
                <a:chOff x="2544" y="864"/>
                <a:chExt cx="192" cy="96"/>
              </a:xfrm>
            </p:grpSpPr>
            <p:sp>
              <p:nvSpPr>
                <p:cNvPr id="44084" name="矩形 272424">
                  <a:extLst>
                    <a:ext uri="{FF2B5EF4-FFF2-40B4-BE49-F238E27FC236}">
                      <a16:creationId xmlns:a16="http://schemas.microsoft.com/office/drawing/2014/main" id="{09E5B782-22F3-4987-8100-003422C70357}"/>
                    </a:ext>
                  </a:extLst>
                </p:cNvPr>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4085" name="直接连接符 272425">
                  <a:extLst>
                    <a:ext uri="{FF2B5EF4-FFF2-40B4-BE49-F238E27FC236}">
                      <a16:creationId xmlns:a16="http://schemas.microsoft.com/office/drawing/2014/main" id="{DD85DE3D-7FEB-4A8E-A0F6-F18DA640C2F9}"/>
                    </a:ext>
                  </a:extLst>
                </p:cNvPr>
                <p:cNvSpPr>
                  <a:spLocks noChangeShapeType="1"/>
                </p:cNvSpPr>
                <p:nvPr/>
              </p:nvSpPr>
              <p:spPr bwMode="auto">
                <a:xfrm>
                  <a:off x="2592"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6" name="直接连接符 272426">
                  <a:extLst>
                    <a:ext uri="{FF2B5EF4-FFF2-40B4-BE49-F238E27FC236}">
                      <a16:creationId xmlns:a16="http://schemas.microsoft.com/office/drawing/2014/main" id="{360AC0E3-AF81-401C-AA2C-FDF791C0E1E2}"/>
                    </a:ext>
                  </a:extLst>
                </p:cNvPr>
                <p:cNvSpPr>
                  <a:spLocks noChangeShapeType="1"/>
                </p:cNvSpPr>
                <p:nvPr/>
              </p:nvSpPr>
              <p:spPr bwMode="auto">
                <a:xfrm>
                  <a:off x="2640"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7" name="直接连接符 272427">
                  <a:extLst>
                    <a:ext uri="{FF2B5EF4-FFF2-40B4-BE49-F238E27FC236}">
                      <a16:creationId xmlns:a16="http://schemas.microsoft.com/office/drawing/2014/main" id="{8D1C4BF7-3008-4587-948B-25E311EB4A17}"/>
                    </a:ext>
                  </a:extLst>
                </p:cNvPr>
                <p:cNvSpPr>
                  <a:spLocks noChangeShapeType="1"/>
                </p:cNvSpPr>
                <p:nvPr/>
              </p:nvSpPr>
              <p:spPr bwMode="auto">
                <a:xfrm>
                  <a:off x="2688"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83" name="下箭头 272428">
                <a:extLst>
                  <a:ext uri="{FF2B5EF4-FFF2-40B4-BE49-F238E27FC236}">
                    <a16:creationId xmlns:a16="http://schemas.microsoft.com/office/drawing/2014/main" id="{821E43F5-E68E-412B-8498-589D4E9C373B}"/>
                  </a:ext>
                </a:extLst>
              </p:cNvPr>
              <p:cNvSpPr>
                <a:spLocks noChangeArrowheads="1"/>
              </p:cNvSpPr>
              <p:nvPr/>
            </p:nvSpPr>
            <p:spPr bwMode="auto">
              <a:xfrm rot="-5400000">
                <a:off x="1965" y="1556"/>
                <a:ext cx="67" cy="96"/>
              </a:xfrm>
              <a:prstGeom prst="downArrow">
                <a:avLst>
                  <a:gd name="adj1" fmla="val 50000"/>
                  <a:gd name="adj2" fmla="val 35821"/>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sp>
          <p:nvSpPr>
            <p:cNvPr id="44071" name="矩形 272429">
              <a:extLst>
                <a:ext uri="{FF2B5EF4-FFF2-40B4-BE49-F238E27FC236}">
                  <a16:creationId xmlns:a16="http://schemas.microsoft.com/office/drawing/2014/main" id="{9A288F52-B7B9-479D-831E-2DFA62746AA1}"/>
                </a:ext>
              </a:extLst>
            </p:cNvPr>
            <p:cNvSpPr>
              <a:spLocks noChangeArrowheads="1"/>
            </p:cNvSpPr>
            <p:nvPr/>
          </p:nvSpPr>
          <p:spPr bwMode="auto">
            <a:xfrm>
              <a:off x="1674" y="2612"/>
              <a:ext cx="30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帧</a:t>
              </a:r>
            </a:p>
          </p:txBody>
        </p:sp>
        <p:grpSp>
          <p:nvGrpSpPr>
            <p:cNvPr id="44072" name="组合 272430">
              <a:extLst>
                <a:ext uri="{FF2B5EF4-FFF2-40B4-BE49-F238E27FC236}">
                  <a16:creationId xmlns:a16="http://schemas.microsoft.com/office/drawing/2014/main" id="{E7FC6EF6-3800-4407-AC14-A1EF4E2ABC32}"/>
                </a:ext>
              </a:extLst>
            </p:cNvPr>
            <p:cNvGrpSpPr>
              <a:grpSpLocks/>
            </p:cNvGrpSpPr>
            <p:nvPr/>
          </p:nvGrpSpPr>
          <p:grpSpPr bwMode="auto">
            <a:xfrm>
              <a:off x="2714" y="3104"/>
              <a:ext cx="592" cy="169"/>
              <a:chOff x="1565" y="1570"/>
              <a:chExt cx="482" cy="72"/>
            </a:xfrm>
          </p:grpSpPr>
          <p:sp>
            <p:nvSpPr>
              <p:cNvPr id="44074" name="矩形 272431">
                <a:extLst>
                  <a:ext uri="{FF2B5EF4-FFF2-40B4-BE49-F238E27FC236}">
                    <a16:creationId xmlns:a16="http://schemas.microsoft.com/office/drawing/2014/main" id="{57FD026B-DB66-4C11-982D-73EB67586F63}"/>
                  </a:ext>
                </a:extLst>
              </p:cNvPr>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4075" name="组合 272432">
                <a:extLst>
                  <a:ext uri="{FF2B5EF4-FFF2-40B4-BE49-F238E27FC236}">
                    <a16:creationId xmlns:a16="http://schemas.microsoft.com/office/drawing/2014/main" id="{DEA6ECBE-0393-4434-AD54-5273204177F8}"/>
                  </a:ext>
                </a:extLst>
              </p:cNvPr>
              <p:cNvGrpSpPr>
                <a:grpSpLocks/>
              </p:cNvGrpSpPr>
              <p:nvPr/>
            </p:nvGrpSpPr>
            <p:grpSpPr bwMode="auto">
              <a:xfrm>
                <a:off x="1656" y="1570"/>
                <a:ext cx="166" cy="72"/>
                <a:chOff x="2544" y="864"/>
                <a:chExt cx="192" cy="96"/>
              </a:xfrm>
            </p:grpSpPr>
            <p:sp>
              <p:nvSpPr>
                <p:cNvPr id="44077" name="矩形 272433">
                  <a:extLst>
                    <a:ext uri="{FF2B5EF4-FFF2-40B4-BE49-F238E27FC236}">
                      <a16:creationId xmlns:a16="http://schemas.microsoft.com/office/drawing/2014/main" id="{E6605CF4-7D2D-4612-9C5A-A5EFC619AC83}"/>
                    </a:ext>
                  </a:extLst>
                </p:cNvPr>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4078" name="直接连接符 272434">
                  <a:extLst>
                    <a:ext uri="{FF2B5EF4-FFF2-40B4-BE49-F238E27FC236}">
                      <a16:creationId xmlns:a16="http://schemas.microsoft.com/office/drawing/2014/main" id="{7EE7F2D8-F556-42C0-989C-2DCFC9651E06}"/>
                    </a:ext>
                  </a:extLst>
                </p:cNvPr>
                <p:cNvSpPr>
                  <a:spLocks noChangeShapeType="1"/>
                </p:cNvSpPr>
                <p:nvPr/>
              </p:nvSpPr>
              <p:spPr bwMode="auto">
                <a:xfrm>
                  <a:off x="2592"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9" name="直接连接符 272435">
                  <a:extLst>
                    <a:ext uri="{FF2B5EF4-FFF2-40B4-BE49-F238E27FC236}">
                      <a16:creationId xmlns:a16="http://schemas.microsoft.com/office/drawing/2014/main" id="{1A1FB359-EB6F-4CF5-BDAE-BA7E714AD0FE}"/>
                    </a:ext>
                  </a:extLst>
                </p:cNvPr>
                <p:cNvSpPr>
                  <a:spLocks noChangeShapeType="1"/>
                </p:cNvSpPr>
                <p:nvPr/>
              </p:nvSpPr>
              <p:spPr bwMode="auto">
                <a:xfrm>
                  <a:off x="2640"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80" name="直接连接符 272436">
                  <a:extLst>
                    <a:ext uri="{FF2B5EF4-FFF2-40B4-BE49-F238E27FC236}">
                      <a16:creationId xmlns:a16="http://schemas.microsoft.com/office/drawing/2014/main" id="{581F7BF5-051B-41BB-AEF6-32D3CA7CA3A9}"/>
                    </a:ext>
                  </a:extLst>
                </p:cNvPr>
                <p:cNvSpPr>
                  <a:spLocks noChangeShapeType="1"/>
                </p:cNvSpPr>
                <p:nvPr/>
              </p:nvSpPr>
              <p:spPr bwMode="auto">
                <a:xfrm>
                  <a:off x="2688"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76" name="下箭头 272437">
                <a:extLst>
                  <a:ext uri="{FF2B5EF4-FFF2-40B4-BE49-F238E27FC236}">
                    <a16:creationId xmlns:a16="http://schemas.microsoft.com/office/drawing/2014/main" id="{A52B3272-7B44-4B3D-836C-C77A1DA088BC}"/>
                  </a:ext>
                </a:extLst>
              </p:cNvPr>
              <p:cNvSpPr>
                <a:spLocks noChangeArrowheads="1"/>
              </p:cNvSpPr>
              <p:nvPr/>
            </p:nvSpPr>
            <p:spPr bwMode="auto">
              <a:xfrm rot="-5400000">
                <a:off x="1965" y="1556"/>
                <a:ext cx="67" cy="96"/>
              </a:xfrm>
              <a:prstGeom prst="downArrow">
                <a:avLst>
                  <a:gd name="adj1" fmla="val 50000"/>
                  <a:gd name="adj2" fmla="val 35821"/>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sp>
          <p:nvSpPr>
            <p:cNvPr id="44073" name="矩形 272438">
              <a:extLst>
                <a:ext uri="{FF2B5EF4-FFF2-40B4-BE49-F238E27FC236}">
                  <a16:creationId xmlns:a16="http://schemas.microsoft.com/office/drawing/2014/main" id="{9108DBC5-A6C0-4BEB-A161-2BACB4150D67}"/>
                </a:ext>
              </a:extLst>
            </p:cNvPr>
            <p:cNvSpPr>
              <a:spLocks noChangeArrowheads="1"/>
            </p:cNvSpPr>
            <p:nvPr/>
          </p:nvSpPr>
          <p:spPr bwMode="auto">
            <a:xfrm>
              <a:off x="2787" y="2612"/>
              <a:ext cx="30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帧</a:t>
              </a:r>
            </a:p>
          </p:txBody>
        </p:sp>
      </p:grpSp>
    </p:spTree>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直接连接符 273409">
            <a:extLst>
              <a:ext uri="{FF2B5EF4-FFF2-40B4-BE49-F238E27FC236}">
                <a16:creationId xmlns:a16="http://schemas.microsoft.com/office/drawing/2014/main" id="{6CC35BFA-B8EC-45C2-BB82-EC18BA6363A7}"/>
              </a:ext>
            </a:extLst>
          </p:cNvPr>
          <p:cNvSpPr>
            <a:spLocks noChangeShapeType="1"/>
          </p:cNvSpPr>
          <p:nvPr/>
        </p:nvSpPr>
        <p:spPr bwMode="auto">
          <a:xfrm>
            <a:off x="8027988" y="4508500"/>
            <a:ext cx="0" cy="1700213"/>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5059" name="矩形 273410">
            <a:extLst>
              <a:ext uri="{FF2B5EF4-FFF2-40B4-BE49-F238E27FC236}">
                <a16:creationId xmlns:a16="http://schemas.microsoft.com/office/drawing/2014/main" id="{051ACE3B-7FE4-49EC-97A0-FFA2C7092E82}"/>
              </a:ext>
            </a:extLst>
          </p:cNvPr>
          <p:cNvSpPr>
            <a:spLocks noChangeArrowheads="1"/>
          </p:cNvSpPr>
          <p:nvPr/>
        </p:nvSpPr>
        <p:spPr bwMode="auto">
          <a:xfrm>
            <a:off x="7302500" y="5135563"/>
            <a:ext cx="17049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数据链路层</a:t>
            </a:r>
          </a:p>
        </p:txBody>
      </p:sp>
      <p:sp>
        <p:nvSpPr>
          <p:cNvPr id="273412" name="矩形 273411">
            <a:extLst>
              <a:ext uri="{FF2B5EF4-FFF2-40B4-BE49-F238E27FC236}">
                <a16:creationId xmlns:a16="http://schemas.microsoft.com/office/drawing/2014/main" id="{F307169A-2EA8-41B1-8668-E3B02FDBD4F0}"/>
              </a:ext>
            </a:extLst>
          </p:cNvPr>
          <p:cNvSpPr/>
          <p:nvPr/>
        </p:nvSpPr>
        <p:spPr>
          <a:xfrm>
            <a:off x="179388"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5061" name="矩形 273412">
            <a:extLst>
              <a:ext uri="{FF2B5EF4-FFF2-40B4-BE49-F238E27FC236}">
                <a16:creationId xmlns:a16="http://schemas.microsoft.com/office/drawing/2014/main" id="{7F716F16-BE48-4D9A-8B38-1FA453EB4F4E}"/>
              </a:ext>
            </a:extLst>
          </p:cNvPr>
          <p:cNvSpPr>
            <a:spLocks noChangeArrowheads="1"/>
          </p:cNvSpPr>
          <p:nvPr/>
        </p:nvSpPr>
        <p:spPr bwMode="auto">
          <a:xfrm>
            <a:off x="179388" y="1804988"/>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A</a:t>
            </a:r>
          </a:p>
        </p:txBody>
      </p:sp>
      <p:sp>
        <p:nvSpPr>
          <p:cNvPr id="45062" name="直接连接符 273413">
            <a:extLst>
              <a:ext uri="{FF2B5EF4-FFF2-40B4-BE49-F238E27FC236}">
                <a16:creationId xmlns:a16="http://schemas.microsoft.com/office/drawing/2014/main" id="{1649D32E-883B-4662-A899-D8C3F7B9959D}"/>
              </a:ext>
            </a:extLst>
          </p:cNvPr>
          <p:cNvSpPr>
            <a:spLocks noChangeShapeType="1"/>
          </p:cNvSpPr>
          <p:nvPr/>
        </p:nvSpPr>
        <p:spPr bwMode="auto">
          <a:xfrm>
            <a:off x="185738" y="463391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3415" name="矩形 273414">
            <a:extLst>
              <a:ext uri="{FF2B5EF4-FFF2-40B4-BE49-F238E27FC236}">
                <a16:creationId xmlns:a16="http://schemas.microsoft.com/office/drawing/2014/main" id="{D711A177-FD17-4C09-99FA-A85A32F5E23C}"/>
              </a:ext>
            </a:extLst>
          </p:cNvPr>
          <p:cNvSpPr/>
          <p:nvPr/>
        </p:nvSpPr>
        <p:spPr>
          <a:xfrm>
            <a:off x="250825" y="4797425"/>
            <a:ext cx="1765300" cy="708025"/>
          </a:xfrm>
          <a:prstGeom prst="rect">
            <a:avLst/>
          </a:prstGeom>
          <a:solidFill>
            <a:schemeClr val="hlink"/>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273416" name="矩形 273415">
            <a:extLst>
              <a:ext uri="{FF2B5EF4-FFF2-40B4-BE49-F238E27FC236}">
                <a16:creationId xmlns:a16="http://schemas.microsoft.com/office/drawing/2014/main" id="{FD149001-D652-48F9-87B7-FC2F11138AB8}"/>
              </a:ext>
            </a:extLst>
          </p:cNvPr>
          <p:cNvSpPr/>
          <p:nvPr/>
        </p:nvSpPr>
        <p:spPr>
          <a:xfrm>
            <a:off x="5364163"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5065" name="矩形 273416">
            <a:extLst>
              <a:ext uri="{FF2B5EF4-FFF2-40B4-BE49-F238E27FC236}">
                <a16:creationId xmlns:a16="http://schemas.microsoft.com/office/drawing/2014/main" id="{4F15ED03-5F09-4003-9085-A529B3C230B8}"/>
              </a:ext>
            </a:extLst>
          </p:cNvPr>
          <p:cNvSpPr>
            <a:spLocks noChangeArrowheads="1"/>
          </p:cNvSpPr>
          <p:nvPr/>
        </p:nvSpPr>
        <p:spPr bwMode="auto">
          <a:xfrm>
            <a:off x="6854825" y="1782763"/>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B</a:t>
            </a:r>
          </a:p>
        </p:txBody>
      </p:sp>
      <p:sp>
        <p:nvSpPr>
          <p:cNvPr id="45066" name="直接连接符 273417">
            <a:extLst>
              <a:ext uri="{FF2B5EF4-FFF2-40B4-BE49-F238E27FC236}">
                <a16:creationId xmlns:a16="http://schemas.microsoft.com/office/drawing/2014/main" id="{335A5460-D379-4B36-80E6-495E38076CE5}"/>
              </a:ext>
            </a:extLst>
          </p:cNvPr>
          <p:cNvSpPr>
            <a:spLocks noChangeShapeType="1"/>
          </p:cNvSpPr>
          <p:nvPr/>
        </p:nvSpPr>
        <p:spPr bwMode="auto">
          <a:xfrm>
            <a:off x="5346700" y="4652963"/>
            <a:ext cx="195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7" name="矩形 273418">
            <a:extLst>
              <a:ext uri="{FF2B5EF4-FFF2-40B4-BE49-F238E27FC236}">
                <a16:creationId xmlns:a16="http://schemas.microsoft.com/office/drawing/2014/main" id="{434280C9-0FB0-44BA-8942-479A6C94A0AA}"/>
              </a:ext>
            </a:extLst>
          </p:cNvPr>
          <p:cNvSpPr>
            <a:spLocks noChangeArrowheads="1"/>
          </p:cNvSpPr>
          <p:nvPr/>
        </p:nvSpPr>
        <p:spPr bwMode="auto">
          <a:xfrm>
            <a:off x="3167063" y="5927725"/>
            <a:ext cx="1400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a:t>
            </a:r>
          </a:p>
        </p:txBody>
      </p:sp>
      <p:sp>
        <p:nvSpPr>
          <p:cNvPr id="45068" name="任意多边形 273419">
            <a:extLst>
              <a:ext uri="{FF2B5EF4-FFF2-40B4-BE49-F238E27FC236}">
                <a16:creationId xmlns:a16="http://schemas.microsoft.com/office/drawing/2014/main" id="{E8A283E6-C929-4714-BE6E-F73C54D9BD94}"/>
              </a:ext>
            </a:extLst>
          </p:cNvPr>
          <p:cNvSpPr>
            <a:spLocks/>
          </p:cNvSpPr>
          <p:nvPr/>
        </p:nvSpPr>
        <p:spPr bwMode="auto">
          <a:xfrm>
            <a:off x="1187450" y="5551488"/>
            <a:ext cx="5143500" cy="336550"/>
          </a:xfrm>
          <a:custGeom>
            <a:avLst/>
            <a:gdLst>
              <a:gd name="T0" fmla="*/ 0 w 2736"/>
              <a:gd name="T1" fmla="*/ 0 h 480"/>
              <a:gd name="T2" fmla="*/ 0 w 2736"/>
              <a:gd name="T3" fmla="*/ 480 h 480"/>
              <a:gd name="T4" fmla="*/ 2736 w 2736"/>
              <a:gd name="T5" fmla="*/ 480 h 480"/>
              <a:gd name="T6" fmla="*/ 2736 w 2736"/>
              <a:gd name="T7" fmla="*/ 0 h 480"/>
              <a:gd name="T8" fmla="*/ 0 w 2736"/>
              <a:gd name="T9" fmla="*/ 0 h 480"/>
              <a:gd name="T10" fmla="*/ 2736 w 2736"/>
              <a:gd name="T11" fmla="*/ 480 h 480"/>
            </a:gdLst>
            <a:ahLst/>
            <a:cxnLst>
              <a:cxn ang="0">
                <a:pos x="T0" y="T1"/>
              </a:cxn>
              <a:cxn ang="0">
                <a:pos x="T2" y="T3"/>
              </a:cxn>
              <a:cxn ang="0">
                <a:pos x="T4" y="T5"/>
              </a:cxn>
              <a:cxn ang="0">
                <a:pos x="T6" y="T7"/>
              </a:cxn>
            </a:cxnLst>
            <a:rect l="T8" t="T9" r="T10" b="T11"/>
            <a:pathLst>
              <a:path w="2736" h="480">
                <a:moveTo>
                  <a:pt x="0" y="0"/>
                </a:moveTo>
                <a:lnTo>
                  <a:pt x="0" y="480"/>
                </a:lnTo>
                <a:lnTo>
                  <a:pt x="2736" y="480"/>
                </a:lnTo>
                <a:lnTo>
                  <a:pt x="2736" y="0"/>
                </a:lnTo>
              </a:path>
            </a:pathLst>
          </a:custGeom>
          <a:noFill/>
          <a:ln w="28575" cap="flat" cmpd="sng">
            <a:solidFill>
              <a:srgbClr val="333399"/>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3421" name="椭圆 273420">
            <a:extLst>
              <a:ext uri="{FF2B5EF4-FFF2-40B4-BE49-F238E27FC236}">
                <a16:creationId xmlns:a16="http://schemas.microsoft.com/office/drawing/2014/main" id="{D438A205-5AAD-4EF1-B66C-C61F6AF3F1C8}"/>
              </a:ext>
            </a:extLst>
          </p:cNvPr>
          <p:cNvSpPr/>
          <p:nvPr/>
        </p:nvSpPr>
        <p:spPr>
          <a:xfrm>
            <a:off x="6084888"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2</a:t>
            </a:r>
          </a:p>
        </p:txBody>
      </p:sp>
      <p:sp>
        <p:nvSpPr>
          <p:cNvPr id="45070" name="下箭头 273421">
            <a:extLst>
              <a:ext uri="{FF2B5EF4-FFF2-40B4-BE49-F238E27FC236}">
                <a16:creationId xmlns:a16="http://schemas.microsoft.com/office/drawing/2014/main" id="{394111F0-9C97-47BA-B593-188E9237B3A6}"/>
              </a:ext>
            </a:extLst>
          </p:cNvPr>
          <p:cNvSpPr>
            <a:spLocks noChangeArrowheads="1"/>
          </p:cNvSpPr>
          <p:nvPr/>
        </p:nvSpPr>
        <p:spPr bwMode="auto">
          <a:xfrm>
            <a:off x="1116013" y="2636838"/>
            <a:ext cx="161925" cy="2160587"/>
          </a:xfrm>
          <a:prstGeom prst="downArrow">
            <a:avLst>
              <a:gd name="adj1" fmla="val 50000"/>
              <a:gd name="adj2" fmla="val 333578"/>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73423" name="椭圆 273422">
            <a:extLst>
              <a:ext uri="{FF2B5EF4-FFF2-40B4-BE49-F238E27FC236}">
                <a16:creationId xmlns:a16="http://schemas.microsoft.com/office/drawing/2014/main" id="{47810228-204B-47B2-84C4-B9306B8D9B9D}"/>
              </a:ext>
            </a:extLst>
          </p:cNvPr>
          <p:cNvSpPr/>
          <p:nvPr/>
        </p:nvSpPr>
        <p:spPr>
          <a:xfrm>
            <a:off x="900113"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1</a:t>
            </a:r>
          </a:p>
        </p:txBody>
      </p:sp>
      <p:sp>
        <p:nvSpPr>
          <p:cNvPr id="45072" name="下箭头 273423">
            <a:extLst>
              <a:ext uri="{FF2B5EF4-FFF2-40B4-BE49-F238E27FC236}">
                <a16:creationId xmlns:a16="http://schemas.microsoft.com/office/drawing/2014/main" id="{17BB4206-8802-41EE-BE7E-DDA3445DA2B4}"/>
              </a:ext>
            </a:extLst>
          </p:cNvPr>
          <p:cNvSpPr>
            <a:spLocks noChangeArrowheads="1"/>
          </p:cNvSpPr>
          <p:nvPr/>
        </p:nvSpPr>
        <p:spPr bwMode="auto">
          <a:xfrm flipV="1">
            <a:off x="6300788" y="2636838"/>
            <a:ext cx="160337" cy="2232025"/>
          </a:xfrm>
          <a:prstGeom prst="downArrow">
            <a:avLst>
              <a:gd name="adj1" fmla="val 50000"/>
              <a:gd name="adj2" fmla="val 348021"/>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5073" name="矩形 273424">
            <a:extLst>
              <a:ext uri="{FF2B5EF4-FFF2-40B4-BE49-F238E27FC236}">
                <a16:creationId xmlns:a16="http://schemas.microsoft.com/office/drawing/2014/main" id="{5856956B-31BB-4B7B-9A01-7DD8D01D39A3}"/>
              </a:ext>
            </a:extLst>
          </p:cNvPr>
          <p:cNvSpPr>
            <a:spLocks noChangeArrowheads="1"/>
          </p:cNvSpPr>
          <p:nvPr/>
        </p:nvSpPr>
        <p:spPr bwMode="auto">
          <a:xfrm>
            <a:off x="715963" y="1052513"/>
            <a:ext cx="11001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发送方</a:t>
            </a:r>
          </a:p>
        </p:txBody>
      </p:sp>
      <p:sp>
        <p:nvSpPr>
          <p:cNvPr id="45074" name="矩形 273425">
            <a:extLst>
              <a:ext uri="{FF2B5EF4-FFF2-40B4-BE49-F238E27FC236}">
                <a16:creationId xmlns:a16="http://schemas.microsoft.com/office/drawing/2014/main" id="{359E26D6-9D70-4A26-9A2F-F76C617C6765}"/>
              </a:ext>
            </a:extLst>
          </p:cNvPr>
          <p:cNvSpPr>
            <a:spLocks noChangeArrowheads="1"/>
          </p:cNvSpPr>
          <p:nvPr/>
        </p:nvSpPr>
        <p:spPr bwMode="auto">
          <a:xfrm>
            <a:off x="5886450" y="1052513"/>
            <a:ext cx="11001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接收方</a:t>
            </a:r>
          </a:p>
        </p:txBody>
      </p:sp>
      <p:sp>
        <p:nvSpPr>
          <p:cNvPr id="45075" name="直接连接符 273426">
            <a:extLst>
              <a:ext uri="{FF2B5EF4-FFF2-40B4-BE49-F238E27FC236}">
                <a16:creationId xmlns:a16="http://schemas.microsoft.com/office/drawing/2014/main" id="{829D7D97-A62C-4405-AEA9-7A90CA789BD4}"/>
              </a:ext>
            </a:extLst>
          </p:cNvPr>
          <p:cNvSpPr>
            <a:spLocks noChangeShapeType="1"/>
          </p:cNvSpPr>
          <p:nvPr/>
        </p:nvSpPr>
        <p:spPr bwMode="auto">
          <a:xfrm>
            <a:off x="7396163" y="4508500"/>
            <a:ext cx="1309687"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6" name="直接连接符 273427">
            <a:extLst>
              <a:ext uri="{FF2B5EF4-FFF2-40B4-BE49-F238E27FC236}">
                <a16:creationId xmlns:a16="http://schemas.microsoft.com/office/drawing/2014/main" id="{7CC2E8ED-C1EE-4CAD-B46F-8517786CCD4B}"/>
              </a:ext>
            </a:extLst>
          </p:cNvPr>
          <p:cNvSpPr>
            <a:spLocks noChangeShapeType="1"/>
          </p:cNvSpPr>
          <p:nvPr/>
        </p:nvSpPr>
        <p:spPr bwMode="auto">
          <a:xfrm>
            <a:off x="7380288" y="1762125"/>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7" name="直接连接符 273428">
            <a:extLst>
              <a:ext uri="{FF2B5EF4-FFF2-40B4-BE49-F238E27FC236}">
                <a16:creationId xmlns:a16="http://schemas.microsoft.com/office/drawing/2014/main" id="{FC44A911-0568-429D-8FA3-F0B9780F0B8C}"/>
              </a:ext>
            </a:extLst>
          </p:cNvPr>
          <p:cNvSpPr>
            <a:spLocks noChangeShapeType="1"/>
          </p:cNvSpPr>
          <p:nvPr/>
        </p:nvSpPr>
        <p:spPr bwMode="auto">
          <a:xfrm>
            <a:off x="7380288" y="6221413"/>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8" name="直接连接符 273429">
            <a:extLst>
              <a:ext uri="{FF2B5EF4-FFF2-40B4-BE49-F238E27FC236}">
                <a16:creationId xmlns:a16="http://schemas.microsoft.com/office/drawing/2014/main" id="{805B359D-5A30-4AFD-8D03-CF4F79C610BD}"/>
              </a:ext>
            </a:extLst>
          </p:cNvPr>
          <p:cNvSpPr>
            <a:spLocks noChangeShapeType="1"/>
          </p:cNvSpPr>
          <p:nvPr/>
        </p:nvSpPr>
        <p:spPr bwMode="auto">
          <a:xfrm>
            <a:off x="8027988" y="1773238"/>
            <a:ext cx="0" cy="273526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5079" name="矩形 273430">
            <a:extLst>
              <a:ext uri="{FF2B5EF4-FFF2-40B4-BE49-F238E27FC236}">
                <a16:creationId xmlns:a16="http://schemas.microsoft.com/office/drawing/2014/main" id="{872A9E6E-5923-48D4-A4C2-C3BDB2A96930}"/>
              </a:ext>
            </a:extLst>
          </p:cNvPr>
          <p:cNvSpPr>
            <a:spLocks noChangeArrowheads="1"/>
          </p:cNvSpPr>
          <p:nvPr/>
        </p:nvSpPr>
        <p:spPr bwMode="auto">
          <a:xfrm>
            <a:off x="7688263" y="3119438"/>
            <a:ext cx="7905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高层</a:t>
            </a:r>
          </a:p>
        </p:txBody>
      </p:sp>
      <p:sp>
        <p:nvSpPr>
          <p:cNvPr id="45080" name="文本框 273431">
            <a:extLst>
              <a:ext uri="{FF2B5EF4-FFF2-40B4-BE49-F238E27FC236}">
                <a16:creationId xmlns:a16="http://schemas.microsoft.com/office/drawing/2014/main" id="{DEF2906D-4033-4211-955C-0B313083CDD4}"/>
              </a:ext>
            </a:extLst>
          </p:cNvPr>
          <p:cNvSpPr txBox="1">
            <a:spLocks noChangeArrowheads="1"/>
          </p:cNvSpPr>
          <p:nvPr/>
        </p:nvSpPr>
        <p:spPr bwMode="auto">
          <a:xfrm>
            <a:off x="2268538" y="2349500"/>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发送速率快</a:t>
            </a:r>
          </a:p>
        </p:txBody>
      </p:sp>
      <p:sp>
        <p:nvSpPr>
          <p:cNvPr id="45081" name="文本框 273432">
            <a:extLst>
              <a:ext uri="{FF2B5EF4-FFF2-40B4-BE49-F238E27FC236}">
                <a16:creationId xmlns:a16="http://schemas.microsoft.com/office/drawing/2014/main" id="{5200071C-98AE-40B1-AABD-B603BDE54258}"/>
              </a:ext>
            </a:extLst>
          </p:cNvPr>
          <p:cNvSpPr txBox="1">
            <a:spLocks noChangeArrowheads="1"/>
          </p:cNvSpPr>
          <p:nvPr/>
        </p:nvSpPr>
        <p:spPr bwMode="auto">
          <a:xfrm>
            <a:off x="4614863" y="2403475"/>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接收速率慢</a:t>
            </a:r>
          </a:p>
        </p:txBody>
      </p:sp>
      <p:sp>
        <p:nvSpPr>
          <p:cNvPr id="273434" name="矩形 273433">
            <a:extLst>
              <a:ext uri="{FF2B5EF4-FFF2-40B4-BE49-F238E27FC236}">
                <a16:creationId xmlns:a16="http://schemas.microsoft.com/office/drawing/2014/main" id="{946391CA-568C-4551-88E5-A8D7C8255C82}"/>
              </a:ext>
            </a:extLst>
          </p:cNvPr>
          <p:cNvSpPr/>
          <p:nvPr/>
        </p:nvSpPr>
        <p:spPr>
          <a:xfrm>
            <a:off x="5407025" y="4856163"/>
            <a:ext cx="1765300" cy="708025"/>
          </a:xfrm>
          <a:prstGeom prst="rect">
            <a:avLst/>
          </a:prstGeom>
          <a:solidFill>
            <a:schemeClr val="hlink"/>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45083" name="标题 273434">
            <a:extLst>
              <a:ext uri="{FF2B5EF4-FFF2-40B4-BE49-F238E27FC236}">
                <a16:creationId xmlns:a16="http://schemas.microsoft.com/office/drawing/2014/main" id="{C1EF183B-29E7-4595-A62B-0BB660362332}"/>
              </a:ext>
            </a:extLst>
          </p:cNvPr>
          <p:cNvSpPr>
            <a:spLocks noGrp="1"/>
          </p:cNvSpPr>
          <p:nvPr>
            <p:ph type="title"/>
          </p:nvPr>
        </p:nvSpPr>
        <p:spPr>
          <a:xfrm>
            <a:off x="468313" y="44450"/>
            <a:ext cx="7793037" cy="911225"/>
          </a:xfrm>
        </p:spPr>
        <p:txBody>
          <a:bodyPr/>
          <a:lstStyle/>
          <a:p>
            <a:pPr algn="ctr"/>
            <a:r>
              <a:rPr lang="en-US" altLang="zh-CN"/>
              <a:t>5.  </a:t>
            </a:r>
            <a:r>
              <a:rPr lang="zh-CN" altLang="en-US"/>
              <a:t>流量控制</a:t>
            </a:r>
          </a:p>
        </p:txBody>
      </p:sp>
      <p:sp>
        <p:nvSpPr>
          <p:cNvPr id="45084" name="矩形 273435">
            <a:extLst>
              <a:ext uri="{FF2B5EF4-FFF2-40B4-BE49-F238E27FC236}">
                <a16:creationId xmlns:a16="http://schemas.microsoft.com/office/drawing/2014/main" id="{A87DB072-A2BD-4917-ACD0-CC7564BDA48C}"/>
              </a:ext>
            </a:extLst>
          </p:cNvPr>
          <p:cNvSpPr>
            <a:spLocks noChangeArrowheads="1"/>
          </p:cNvSpPr>
          <p:nvPr/>
        </p:nvSpPr>
        <p:spPr bwMode="auto">
          <a:xfrm>
            <a:off x="539750" y="3078163"/>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5085" name="矩形 273436">
            <a:extLst>
              <a:ext uri="{FF2B5EF4-FFF2-40B4-BE49-F238E27FC236}">
                <a16:creationId xmlns:a16="http://schemas.microsoft.com/office/drawing/2014/main" id="{EE6C9294-D6E9-4E5F-A910-676C3F0A3A66}"/>
              </a:ext>
            </a:extLst>
          </p:cNvPr>
          <p:cNvSpPr>
            <a:spLocks noChangeArrowheads="1"/>
          </p:cNvSpPr>
          <p:nvPr/>
        </p:nvSpPr>
        <p:spPr bwMode="auto">
          <a:xfrm>
            <a:off x="539750"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5086" name="矩形 273437">
            <a:extLst>
              <a:ext uri="{FF2B5EF4-FFF2-40B4-BE49-F238E27FC236}">
                <a16:creationId xmlns:a16="http://schemas.microsoft.com/office/drawing/2014/main" id="{088493F4-57FC-4463-ABC8-0E2B1D322787}"/>
              </a:ext>
            </a:extLst>
          </p:cNvPr>
          <p:cNvSpPr>
            <a:spLocks noChangeArrowheads="1"/>
          </p:cNvSpPr>
          <p:nvPr/>
        </p:nvSpPr>
        <p:spPr bwMode="auto">
          <a:xfrm>
            <a:off x="539750" y="408622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
        <p:nvSpPr>
          <p:cNvPr id="45087" name="直接连接符 273438">
            <a:extLst>
              <a:ext uri="{FF2B5EF4-FFF2-40B4-BE49-F238E27FC236}">
                <a16:creationId xmlns:a16="http://schemas.microsoft.com/office/drawing/2014/main" id="{B584A28F-A28D-440E-91CE-05B6FB0FAAE1}"/>
              </a:ext>
            </a:extLst>
          </p:cNvPr>
          <p:cNvSpPr>
            <a:spLocks noChangeShapeType="1"/>
          </p:cNvSpPr>
          <p:nvPr/>
        </p:nvSpPr>
        <p:spPr bwMode="auto">
          <a:xfrm>
            <a:off x="5364163" y="465296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8" name="矩形 273439">
            <a:extLst>
              <a:ext uri="{FF2B5EF4-FFF2-40B4-BE49-F238E27FC236}">
                <a16:creationId xmlns:a16="http://schemas.microsoft.com/office/drawing/2014/main" id="{BD9A56B3-BE91-4047-A300-CF51A3B7158E}"/>
              </a:ext>
            </a:extLst>
          </p:cNvPr>
          <p:cNvSpPr>
            <a:spLocks noChangeArrowheads="1"/>
          </p:cNvSpPr>
          <p:nvPr/>
        </p:nvSpPr>
        <p:spPr bwMode="auto">
          <a:xfrm>
            <a:off x="5724525" y="307657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5089" name="矩形 273440">
            <a:extLst>
              <a:ext uri="{FF2B5EF4-FFF2-40B4-BE49-F238E27FC236}">
                <a16:creationId xmlns:a16="http://schemas.microsoft.com/office/drawing/2014/main" id="{3183C758-8EC7-41A3-A0AE-9960CFFA47E6}"/>
              </a:ext>
            </a:extLst>
          </p:cNvPr>
          <p:cNvSpPr>
            <a:spLocks noChangeArrowheads="1"/>
          </p:cNvSpPr>
          <p:nvPr/>
        </p:nvSpPr>
        <p:spPr bwMode="auto">
          <a:xfrm>
            <a:off x="5724525"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5090" name="矩形 273441">
            <a:extLst>
              <a:ext uri="{FF2B5EF4-FFF2-40B4-BE49-F238E27FC236}">
                <a16:creationId xmlns:a16="http://schemas.microsoft.com/office/drawing/2014/main" id="{023056C7-837E-4354-8420-BD2316977944}"/>
              </a:ext>
            </a:extLst>
          </p:cNvPr>
          <p:cNvSpPr>
            <a:spLocks noChangeArrowheads="1"/>
          </p:cNvSpPr>
          <p:nvPr/>
        </p:nvSpPr>
        <p:spPr bwMode="auto">
          <a:xfrm>
            <a:off x="5724525" y="4084638"/>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
        <p:nvSpPr>
          <p:cNvPr id="45091" name="矩形 273442">
            <a:extLst>
              <a:ext uri="{FF2B5EF4-FFF2-40B4-BE49-F238E27FC236}">
                <a16:creationId xmlns:a16="http://schemas.microsoft.com/office/drawing/2014/main" id="{BD273214-E837-4564-B818-5C4A05D4E65B}"/>
              </a:ext>
            </a:extLst>
          </p:cNvPr>
          <p:cNvSpPr>
            <a:spLocks noChangeArrowheads="1"/>
          </p:cNvSpPr>
          <p:nvPr/>
        </p:nvSpPr>
        <p:spPr bwMode="auto">
          <a:xfrm>
            <a:off x="1692275" y="4797425"/>
            <a:ext cx="358775" cy="7191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5092" name="组合 273443">
            <a:extLst>
              <a:ext uri="{FF2B5EF4-FFF2-40B4-BE49-F238E27FC236}">
                <a16:creationId xmlns:a16="http://schemas.microsoft.com/office/drawing/2014/main" id="{F8822AB4-697E-4BB2-8267-6B8FA3D9663D}"/>
              </a:ext>
            </a:extLst>
          </p:cNvPr>
          <p:cNvGrpSpPr>
            <a:grpSpLocks/>
          </p:cNvGrpSpPr>
          <p:nvPr/>
        </p:nvGrpSpPr>
        <p:grpSpPr bwMode="auto">
          <a:xfrm>
            <a:off x="2481263" y="4540250"/>
            <a:ext cx="2738437" cy="1049338"/>
            <a:chOff x="1581" y="2612"/>
            <a:chExt cx="1725" cy="661"/>
          </a:xfrm>
        </p:grpSpPr>
        <p:grpSp>
          <p:nvGrpSpPr>
            <p:cNvPr id="45093" name="组合 273444">
              <a:extLst>
                <a:ext uri="{FF2B5EF4-FFF2-40B4-BE49-F238E27FC236}">
                  <a16:creationId xmlns:a16="http://schemas.microsoft.com/office/drawing/2014/main" id="{22CB0814-0BB4-4E1C-9772-43A8E91AD695}"/>
                </a:ext>
              </a:extLst>
            </p:cNvPr>
            <p:cNvGrpSpPr>
              <a:grpSpLocks/>
            </p:cNvGrpSpPr>
            <p:nvPr/>
          </p:nvGrpSpPr>
          <p:grpSpPr bwMode="auto">
            <a:xfrm>
              <a:off x="1581" y="3104"/>
              <a:ext cx="591" cy="169"/>
              <a:chOff x="1565" y="1570"/>
              <a:chExt cx="482" cy="72"/>
            </a:xfrm>
          </p:grpSpPr>
          <p:sp>
            <p:nvSpPr>
              <p:cNvPr id="45104" name="矩形 273445">
                <a:extLst>
                  <a:ext uri="{FF2B5EF4-FFF2-40B4-BE49-F238E27FC236}">
                    <a16:creationId xmlns:a16="http://schemas.microsoft.com/office/drawing/2014/main" id="{94D4074B-777F-424A-8474-74175A72E1F2}"/>
                  </a:ext>
                </a:extLst>
              </p:cNvPr>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5105" name="组合 273446">
                <a:extLst>
                  <a:ext uri="{FF2B5EF4-FFF2-40B4-BE49-F238E27FC236}">
                    <a16:creationId xmlns:a16="http://schemas.microsoft.com/office/drawing/2014/main" id="{51FB875C-D4E0-4B91-81B9-5B74A6DE4572}"/>
                  </a:ext>
                </a:extLst>
              </p:cNvPr>
              <p:cNvGrpSpPr>
                <a:grpSpLocks/>
              </p:cNvGrpSpPr>
              <p:nvPr/>
            </p:nvGrpSpPr>
            <p:grpSpPr bwMode="auto">
              <a:xfrm>
                <a:off x="1656" y="1570"/>
                <a:ext cx="166" cy="72"/>
                <a:chOff x="2544" y="864"/>
                <a:chExt cx="192" cy="96"/>
              </a:xfrm>
            </p:grpSpPr>
            <p:sp>
              <p:nvSpPr>
                <p:cNvPr id="45107" name="矩形 273447">
                  <a:extLst>
                    <a:ext uri="{FF2B5EF4-FFF2-40B4-BE49-F238E27FC236}">
                      <a16:creationId xmlns:a16="http://schemas.microsoft.com/office/drawing/2014/main" id="{890F7052-44AA-46ED-954F-B0D43AEC4A6D}"/>
                    </a:ext>
                  </a:extLst>
                </p:cNvPr>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5108" name="直接连接符 273448">
                  <a:extLst>
                    <a:ext uri="{FF2B5EF4-FFF2-40B4-BE49-F238E27FC236}">
                      <a16:creationId xmlns:a16="http://schemas.microsoft.com/office/drawing/2014/main" id="{A27AC044-147E-4722-A001-5241733F7056}"/>
                    </a:ext>
                  </a:extLst>
                </p:cNvPr>
                <p:cNvSpPr>
                  <a:spLocks noChangeShapeType="1"/>
                </p:cNvSpPr>
                <p:nvPr/>
              </p:nvSpPr>
              <p:spPr bwMode="auto">
                <a:xfrm>
                  <a:off x="2592"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09" name="直接连接符 273449">
                  <a:extLst>
                    <a:ext uri="{FF2B5EF4-FFF2-40B4-BE49-F238E27FC236}">
                      <a16:creationId xmlns:a16="http://schemas.microsoft.com/office/drawing/2014/main" id="{FB4E36B3-775A-47EC-972A-2F01C84C689A}"/>
                    </a:ext>
                  </a:extLst>
                </p:cNvPr>
                <p:cNvSpPr>
                  <a:spLocks noChangeShapeType="1"/>
                </p:cNvSpPr>
                <p:nvPr/>
              </p:nvSpPr>
              <p:spPr bwMode="auto">
                <a:xfrm>
                  <a:off x="2640"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10" name="直接连接符 273450">
                  <a:extLst>
                    <a:ext uri="{FF2B5EF4-FFF2-40B4-BE49-F238E27FC236}">
                      <a16:creationId xmlns:a16="http://schemas.microsoft.com/office/drawing/2014/main" id="{C1184D41-64BC-4EB7-A6D9-7128A9CC82F1}"/>
                    </a:ext>
                  </a:extLst>
                </p:cNvPr>
                <p:cNvSpPr>
                  <a:spLocks noChangeShapeType="1"/>
                </p:cNvSpPr>
                <p:nvPr/>
              </p:nvSpPr>
              <p:spPr bwMode="auto">
                <a:xfrm>
                  <a:off x="2688"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106" name="下箭头 273451">
                <a:extLst>
                  <a:ext uri="{FF2B5EF4-FFF2-40B4-BE49-F238E27FC236}">
                    <a16:creationId xmlns:a16="http://schemas.microsoft.com/office/drawing/2014/main" id="{9E408E7E-B647-4E0D-84AD-401E1C2C3B32}"/>
                  </a:ext>
                </a:extLst>
              </p:cNvPr>
              <p:cNvSpPr>
                <a:spLocks noChangeArrowheads="1"/>
              </p:cNvSpPr>
              <p:nvPr/>
            </p:nvSpPr>
            <p:spPr bwMode="auto">
              <a:xfrm rot="-5400000">
                <a:off x="1965" y="1556"/>
                <a:ext cx="67" cy="96"/>
              </a:xfrm>
              <a:prstGeom prst="downArrow">
                <a:avLst>
                  <a:gd name="adj1" fmla="val 50000"/>
                  <a:gd name="adj2" fmla="val 35821"/>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sp>
          <p:nvSpPr>
            <p:cNvPr id="45094" name="矩形 273452">
              <a:extLst>
                <a:ext uri="{FF2B5EF4-FFF2-40B4-BE49-F238E27FC236}">
                  <a16:creationId xmlns:a16="http://schemas.microsoft.com/office/drawing/2014/main" id="{F4F36815-E112-490B-B724-FB22D8BD86F1}"/>
                </a:ext>
              </a:extLst>
            </p:cNvPr>
            <p:cNvSpPr>
              <a:spLocks noChangeArrowheads="1"/>
            </p:cNvSpPr>
            <p:nvPr/>
          </p:nvSpPr>
          <p:spPr bwMode="auto">
            <a:xfrm>
              <a:off x="1674" y="2612"/>
              <a:ext cx="30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帧</a:t>
              </a:r>
            </a:p>
          </p:txBody>
        </p:sp>
        <p:grpSp>
          <p:nvGrpSpPr>
            <p:cNvPr id="45095" name="组合 273453">
              <a:extLst>
                <a:ext uri="{FF2B5EF4-FFF2-40B4-BE49-F238E27FC236}">
                  <a16:creationId xmlns:a16="http://schemas.microsoft.com/office/drawing/2014/main" id="{79A53DC9-2245-4209-81AE-90279F2DAA23}"/>
                </a:ext>
              </a:extLst>
            </p:cNvPr>
            <p:cNvGrpSpPr>
              <a:grpSpLocks/>
            </p:cNvGrpSpPr>
            <p:nvPr/>
          </p:nvGrpSpPr>
          <p:grpSpPr bwMode="auto">
            <a:xfrm>
              <a:off x="2714" y="3104"/>
              <a:ext cx="592" cy="169"/>
              <a:chOff x="1565" y="1570"/>
              <a:chExt cx="482" cy="72"/>
            </a:xfrm>
          </p:grpSpPr>
          <p:sp>
            <p:nvSpPr>
              <p:cNvPr id="45097" name="矩形 273454">
                <a:extLst>
                  <a:ext uri="{FF2B5EF4-FFF2-40B4-BE49-F238E27FC236}">
                    <a16:creationId xmlns:a16="http://schemas.microsoft.com/office/drawing/2014/main" id="{E3D94B69-4E92-4CBD-9370-49C9E7203E59}"/>
                  </a:ext>
                </a:extLst>
              </p:cNvPr>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5098" name="组合 273455">
                <a:extLst>
                  <a:ext uri="{FF2B5EF4-FFF2-40B4-BE49-F238E27FC236}">
                    <a16:creationId xmlns:a16="http://schemas.microsoft.com/office/drawing/2014/main" id="{BBEC2601-4FAF-4915-BD76-7AD8CFC8B26C}"/>
                  </a:ext>
                </a:extLst>
              </p:cNvPr>
              <p:cNvGrpSpPr>
                <a:grpSpLocks/>
              </p:cNvGrpSpPr>
              <p:nvPr/>
            </p:nvGrpSpPr>
            <p:grpSpPr bwMode="auto">
              <a:xfrm>
                <a:off x="1656" y="1570"/>
                <a:ext cx="166" cy="72"/>
                <a:chOff x="2544" y="864"/>
                <a:chExt cx="192" cy="96"/>
              </a:xfrm>
            </p:grpSpPr>
            <p:sp>
              <p:nvSpPr>
                <p:cNvPr id="45100" name="矩形 273456">
                  <a:extLst>
                    <a:ext uri="{FF2B5EF4-FFF2-40B4-BE49-F238E27FC236}">
                      <a16:creationId xmlns:a16="http://schemas.microsoft.com/office/drawing/2014/main" id="{E2DCD00E-2E1F-4A07-92BD-1CBEA7871CC2}"/>
                    </a:ext>
                  </a:extLst>
                </p:cNvPr>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5101" name="直接连接符 273457">
                  <a:extLst>
                    <a:ext uri="{FF2B5EF4-FFF2-40B4-BE49-F238E27FC236}">
                      <a16:creationId xmlns:a16="http://schemas.microsoft.com/office/drawing/2014/main" id="{300DE36D-5906-4630-B365-9CDA2E29AA2B}"/>
                    </a:ext>
                  </a:extLst>
                </p:cNvPr>
                <p:cNvSpPr>
                  <a:spLocks noChangeShapeType="1"/>
                </p:cNvSpPr>
                <p:nvPr/>
              </p:nvSpPr>
              <p:spPr bwMode="auto">
                <a:xfrm>
                  <a:off x="2592"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02" name="直接连接符 273458">
                  <a:extLst>
                    <a:ext uri="{FF2B5EF4-FFF2-40B4-BE49-F238E27FC236}">
                      <a16:creationId xmlns:a16="http://schemas.microsoft.com/office/drawing/2014/main" id="{35D4FCC2-56D0-41C7-A369-0BDD0AC983E3}"/>
                    </a:ext>
                  </a:extLst>
                </p:cNvPr>
                <p:cNvSpPr>
                  <a:spLocks noChangeShapeType="1"/>
                </p:cNvSpPr>
                <p:nvPr/>
              </p:nvSpPr>
              <p:spPr bwMode="auto">
                <a:xfrm>
                  <a:off x="2640"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03" name="直接连接符 273459">
                  <a:extLst>
                    <a:ext uri="{FF2B5EF4-FFF2-40B4-BE49-F238E27FC236}">
                      <a16:creationId xmlns:a16="http://schemas.microsoft.com/office/drawing/2014/main" id="{2C268481-4114-42A7-8FAD-9F91BCF16658}"/>
                    </a:ext>
                  </a:extLst>
                </p:cNvPr>
                <p:cNvSpPr>
                  <a:spLocks noChangeShapeType="1"/>
                </p:cNvSpPr>
                <p:nvPr/>
              </p:nvSpPr>
              <p:spPr bwMode="auto">
                <a:xfrm>
                  <a:off x="2688"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099" name="下箭头 273460">
                <a:extLst>
                  <a:ext uri="{FF2B5EF4-FFF2-40B4-BE49-F238E27FC236}">
                    <a16:creationId xmlns:a16="http://schemas.microsoft.com/office/drawing/2014/main" id="{0DD5DA6D-5585-4528-A1B4-48393DE14260}"/>
                  </a:ext>
                </a:extLst>
              </p:cNvPr>
              <p:cNvSpPr>
                <a:spLocks noChangeArrowheads="1"/>
              </p:cNvSpPr>
              <p:nvPr/>
            </p:nvSpPr>
            <p:spPr bwMode="auto">
              <a:xfrm rot="-5400000">
                <a:off x="1965" y="1556"/>
                <a:ext cx="67" cy="96"/>
              </a:xfrm>
              <a:prstGeom prst="downArrow">
                <a:avLst>
                  <a:gd name="adj1" fmla="val 50000"/>
                  <a:gd name="adj2" fmla="val 35821"/>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sp>
          <p:nvSpPr>
            <p:cNvPr id="45096" name="矩形 273461">
              <a:extLst>
                <a:ext uri="{FF2B5EF4-FFF2-40B4-BE49-F238E27FC236}">
                  <a16:creationId xmlns:a16="http://schemas.microsoft.com/office/drawing/2014/main" id="{0A89C1A6-139A-4CB7-B2ED-09F960784533}"/>
                </a:ext>
              </a:extLst>
            </p:cNvPr>
            <p:cNvSpPr>
              <a:spLocks noChangeArrowheads="1"/>
            </p:cNvSpPr>
            <p:nvPr/>
          </p:nvSpPr>
          <p:spPr bwMode="auto">
            <a:xfrm>
              <a:off x="2787" y="2612"/>
              <a:ext cx="30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帧</a:t>
              </a:r>
            </a:p>
          </p:txBody>
        </p:sp>
      </p:grpSp>
    </p:spTree>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直接连接符 274433">
            <a:extLst>
              <a:ext uri="{FF2B5EF4-FFF2-40B4-BE49-F238E27FC236}">
                <a16:creationId xmlns:a16="http://schemas.microsoft.com/office/drawing/2014/main" id="{786DB3A2-37C5-424A-B99C-181E875FDB30}"/>
              </a:ext>
            </a:extLst>
          </p:cNvPr>
          <p:cNvSpPr>
            <a:spLocks noChangeShapeType="1"/>
          </p:cNvSpPr>
          <p:nvPr/>
        </p:nvSpPr>
        <p:spPr bwMode="auto">
          <a:xfrm>
            <a:off x="8027988" y="4508500"/>
            <a:ext cx="0" cy="1700213"/>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6083" name="矩形 274434">
            <a:extLst>
              <a:ext uri="{FF2B5EF4-FFF2-40B4-BE49-F238E27FC236}">
                <a16:creationId xmlns:a16="http://schemas.microsoft.com/office/drawing/2014/main" id="{D5F05ABD-6D09-4B8B-806D-07AD597DBB83}"/>
              </a:ext>
            </a:extLst>
          </p:cNvPr>
          <p:cNvSpPr>
            <a:spLocks noChangeArrowheads="1"/>
          </p:cNvSpPr>
          <p:nvPr/>
        </p:nvSpPr>
        <p:spPr bwMode="auto">
          <a:xfrm>
            <a:off x="7302500" y="5135563"/>
            <a:ext cx="17049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数据链路层</a:t>
            </a:r>
          </a:p>
        </p:txBody>
      </p:sp>
      <p:sp>
        <p:nvSpPr>
          <p:cNvPr id="274436" name="矩形 274435">
            <a:extLst>
              <a:ext uri="{FF2B5EF4-FFF2-40B4-BE49-F238E27FC236}">
                <a16:creationId xmlns:a16="http://schemas.microsoft.com/office/drawing/2014/main" id="{D5064929-E89F-4765-83FD-C46F05921C43}"/>
              </a:ext>
            </a:extLst>
          </p:cNvPr>
          <p:cNvSpPr/>
          <p:nvPr/>
        </p:nvSpPr>
        <p:spPr>
          <a:xfrm>
            <a:off x="179388"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6085" name="矩形 274436">
            <a:extLst>
              <a:ext uri="{FF2B5EF4-FFF2-40B4-BE49-F238E27FC236}">
                <a16:creationId xmlns:a16="http://schemas.microsoft.com/office/drawing/2014/main" id="{2AD8444F-12C3-4E13-BAAF-F26522728944}"/>
              </a:ext>
            </a:extLst>
          </p:cNvPr>
          <p:cNvSpPr>
            <a:spLocks noChangeArrowheads="1"/>
          </p:cNvSpPr>
          <p:nvPr/>
        </p:nvSpPr>
        <p:spPr bwMode="auto">
          <a:xfrm>
            <a:off x="179388" y="1804988"/>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A</a:t>
            </a:r>
          </a:p>
        </p:txBody>
      </p:sp>
      <p:sp>
        <p:nvSpPr>
          <p:cNvPr id="46086" name="直接连接符 274437">
            <a:extLst>
              <a:ext uri="{FF2B5EF4-FFF2-40B4-BE49-F238E27FC236}">
                <a16:creationId xmlns:a16="http://schemas.microsoft.com/office/drawing/2014/main" id="{C4C1896D-F1EC-4F5B-835A-2A31ADEC73F9}"/>
              </a:ext>
            </a:extLst>
          </p:cNvPr>
          <p:cNvSpPr>
            <a:spLocks noChangeShapeType="1"/>
          </p:cNvSpPr>
          <p:nvPr/>
        </p:nvSpPr>
        <p:spPr bwMode="auto">
          <a:xfrm>
            <a:off x="185738" y="463391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4439" name="矩形 274438">
            <a:extLst>
              <a:ext uri="{FF2B5EF4-FFF2-40B4-BE49-F238E27FC236}">
                <a16:creationId xmlns:a16="http://schemas.microsoft.com/office/drawing/2014/main" id="{29CF3D92-597A-400F-920A-2C1495CB279E}"/>
              </a:ext>
            </a:extLst>
          </p:cNvPr>
          <p:cNvSpPr/>
          <p:nvPr/>
        </p:nvSpPr>
        <p:spPr>
          <a:xfrm>
            <a:off x="250825" y="4797425"/>
            <a:ext cx="1765300" cy="708025"/>
          </a:xfrm>
          <a:prstGeom prst="rect">
            <a:avLst/>
          </a:prstGeom>
          <a:solidFill>
            <a:schemeClr val="hlink"/>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274440" name="矩形 274439">
            <a:extLst>
              <a:ext uri="{FF2B5EF4-FFF2-40B4-BE49-F238E27FC236}">
                <a16:creationId xmlns:a16="http://schemas.microsoft.com/office/drawing/2014/main" id="{693BDD21-C943-4A38-A369-6284CD37380E}"/>
              </a:ext>
            </a:extLst>
          </p:cNvPr>
          <p:cNvSpPr/>
          <p:nvPr/>
        </p:nvSpPr>
        <p:spPr>
          <a:xfrm>
            <a:off x="5364163" y="1700213"/>
            <a:ext cx="1916112" cy="4537075"/>
          </a:xfrm>
          <a:prstGeom prst="rect">
            <a:avLst/>
          </a:prstGeom>
          <a:solidFill>
            <a:srgbClr val="FFFF66"/>
          </a:solidFill>
          <a:ln w="12700" cap="flat" cmpd="sng">
            <a:solidFill>
              <a:schemeClr val="tx1"/>
            </a:solidFill>
            <a:prstDash val="solid"/>
            <a:miter/>
            <a:headEnd type="none" w="med" len="med"/>
            <a:tailEnd type="none" w="med" len="med"/>
          </a:ln>
          <a:effectLst>
            <a:outerShdw dist="53882" dir="2699999" algn="ctr" rotWithShape="0">
              <a:schemeClr val="bg2"/>
            </a:outerShdw>
          </a:effectLst>
        </p:spPr>
        <p:txBody>
          <a:bodyPr/>
          <a:lstStyle/>
          <a:p>
            <a:pPr>
              <a:spcBef>
                <a:spcPct val="50000"/>
              </a:spcBef>
              <a:defRPr/>
            </a:pPr>
            <a:endParaRPr lang="zh-CN" altLang="en-US"/>
          </a:p>
        </p:txBody>
      </p:sp>
      <p:sp>
        <p:nvSpPr>
          <p:cNvPr id="46089" name="矩形 274440">
            <a:extLst>
              <a:ext uri="{FF2B5EF4-FFF2-40B4-BE49-F238E27FC236}">
                <a16:creationId xmlns:a16="http://schemas.microsoft.com/office/drawing/2014/main" id="{A0237E87-5390-4B79-BDE8-74ADCB231CE4}"/>
              </a:ext>
            </a:extLst>
          </p:cNvPr>
          <p:cNvSpPr>
            <a:spLocks noChangeArrowheads="1"/>
          </p:cNvSpPr>
          <p:nvPr/>
        </p:nvSpPr>
        <p:spPr bwMode="auto">
          <a:xfrm>
            <a:off x="6854825" y="1782763"/>
            <a:ext cx="4857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主</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机</a:t>
            </a:r>
          </a:p>
          <a:p>
            <a:pPr eaLnBrk="0" hangingPunct="0">
              <a:lnSpc>
                <a:spcPct val="85000"/>
              </a:lnSpc>
              <a:spcBef>
                <a:spcPct val="0"/>
              </a:spcBef>
              <a:buClr>
                <a:srgbClr val="000000"/>
              </a:buClr>
            </a:pPr>
            <a:r>
              <a:rPr lang="zh-CN" altLang="en-US" sz="2400" b="1">
                <a:solidFill>
                  <a:schemeClr val="tx1"/>
                </a:solidFill>
                <a:ea typeface="黑体" panose="02010609060101010101" pitchFamily="49" charset="-122"/>
              </a:rPr>
              <a:t> </a:t>
            </a:r>
            <a:r>
              <a:rPr lang="en-US" altLang="zh-CN" sz="2400" b="1">
                <a:solidFill>
                  <a:schemeClr val="tx1"/>
                </a:solidFill>
                <a:ea typeface="黑体" panose="02010609060101010101" pitchFamily="49" charset="-122"/>
              </a:rPr>
              <a:t>B</a:t>
            </a:r>
          </a:p>
        </p:txBody>
      </p:sp>
      <p:sp>
        <p:nvSpPr>
          <p:cNvPr id="46090" name="直接连接符 274441">
            <a:extLst>
              <a:ext uri="{FF2B5EF4-FFF2-40B4-BE49-F238E27FC236}">
                <a16:creationId xmlns:a16="http://schemas.microsoft.com/office/drawing/2014/main" id="{900AAAFF-D005-4631-B99F-DBAEACB8BCB1}"/>
              </a:ext>
            </a:extLst>
          </p:cNvPr>
          <p:cNvSpPr>
            <a:spLocks noChangeShapeType="1"/>
          </p:cNvSpPr>
          <p:nvPr/>
        </p:nvSpPr>
        <p:spPr bwMode="auto">
          <a:xfrm>
            <a:off x="5346700" y="4652963"/>
            <a:ext cx="195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1" name="矩形 274442">
            <a:extLst>
              <a:ext uri="{FF2B5EF4-FFF2-40B4-BE49-F238E27FC236}">
                <a16:creationId xmlns:a16="http://schemas.microsoft.com/office/drawing/2014/main" id="{524097D8-FCD1-4B2C-9075-29465C320F90}"/>
              </a:ext>
            </a:extLst>
          </p:cNvPr>
          <p:cNvSpPr>
            <a:spLocks noChangeArrowheads="1"/>
          </p:cNvSpPr>
          <p:nvPr/>
        </p:nvSpPr>
        <p:spPr bwMode="auto">
          <a:xfrm>
            <a:off x="3167063" y="5927725"/>
            <a:ext cx="1400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数据链路</a:t>
            </a:r>
          </a:p>
        </p:txBody>
      </p:sp>
      <p:sp>
        <p:nvSpPr>
          <p:cNvPr id="46092" name="任意多边形 274443">
            <a:extLst>
              <a:ext uri="{FF2B5EF4-FFF2-40B4-BE49-F238E27FC236}">
                <a16:creationId xmlns:a16="http://schemas.microsoft.com/office/drawing/2014/main" id="{BC45E3B8-2AB1-4718-BF8A-A1A4C7933AA6}"/>
              </a:ext>
            </a:extLst>
          </p:cNvPr>
          <p:cNvSpPr>
            <a:spLocks/>
          </p:cNvSpPr>
          <p:nvPr/>
        </p:nvSpPr>
        <p:spPr bwMode="auto">
          <a:xfrm>
            <a:off x="1187450" y="5551488"/>
            <a:ext cx="5143500" cy="336550"/>
          </a:xfrm>
          <a:custGeom>
            <a:avLst/>
            <a:gdLst>
              <a:gd name="T0" fmla="*/ 0 w 2736"/>
              <a:gd name="T1" fmla="*/ 0 h 480"/>
              <a:gd name="T2" fmla="*/ 0 w 2736"/>
              <a:gd name="T3" fmla="*/ 480 h 480"/>
              <a:gd name="T4" fmla="*/ 2736 w 2736"/>
              <a:gd name="T5" fmla="*/ 480 h 480"/>
              <a:gd name="T6" fmla="*/ 2736 w 2736"/>
              <a:gd name="T7" fmla="*/ 0 h 480"/>
              <a:gd name="T8" fmla="*/ 0 w 2736"/>
              <a:gd name="T9" fmla="*/ 0 h 480"/>
              <a:gd name="T10" fmla="*/ 2736 w 2736"/>
              <a:gd name="T11" fmla="*/ 480 h 480"/>
            </a:gdLst>
            <a:ahLst/>
            <a:cxnLst>
              <a:cxn ang="0">
                <a:pos x="T0" y="T1"/>
              </a:cxn>
              <a:cxn ang="0">
                <a:pos x="T2" y="T3"/>
              </a:cxn>
              <a:cxn ang="0">
                <a:pos x="T4" y="T5"/>
              </a:cxn>
              <a:cxn ang="0">
                <a:pos x="T6" y="T7"/>
              </a:cxn>
            </a:cxnLst>
            <a:rect l="T8" t="T9" r="T10" b="T11"/>
            <a:pathLst>
              <a:path w="2736" h="480">
                <a:moveTo>
                  <a:pt x="0" y="0"/>
                </a:moveTo>
                <a:lnTo>
                  <a:pt x="0" y="480"/>
                </a:lnTo>
                <a:lnTo>
                  <a:pt x="2736" y="480"/>
                </a:lnTo>
                <a:lnTo>
                  <a:pt x="2736" y="0"/>
                </a:lnTo>
              </a:path>
            </a:pathLst>
          </a:custGeom>
          <a:noFill/>
          <a:ln w="28575" cap="flat" cmpd="sng">
            <a:solidFill>
              <a:srgbClr val="333399"/>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4445" name="椭圆 274444">
            <a:extLst>
              <a:ext uri="{FF2B5EF4-FFF2-40B4-BE49-F238E27FC236}">
                <a16:creationId xmlns:a16="http://schemas.microsoft.com/office/drawing/2014/main" id="{B304E91B-A90D-4666-A702-98A5234A6969}"/>
              </a:ext>
            </a:extLst>
          </p:cNvPr>
          <p:cNvSpPr/>
          <p:nvPr/>
        </p:nvSpPr>
        <p:spPr>
          <a:xfrm>
            <a:off x="6084888"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2</a:t>
            </a:r>
          </a:p>
        </p:txBody>
      </p:sp>
      <p:sp>
        <p:nvSpPr>
          <p:cNvPr id="46094" name="下箭头 274445">
            <a:extLst>
              <a:ext uri="{FF2B5EF4-FFF2-40B4-BE49-F238E27FC236}">
                <a16:creationId xmlns:a16="http://schemas.microsoft.com/office/drawing/2014/main" id="{C7093692-91EA-48EE-A565-C8A7DE44E2E4}"/>
              </a:ext>
            </a:extLst>
          </p:cNvPr>
          <p:cNvSpPr>
            <a:spLocks noChangeArrowheads="1"/>
          </p:cNvSpPr>
          <p:nvPr/>
        </p:nvSpPr>
        <p:spPr bwMode="auto">
          <a:xfrm>
            <a:off x="1116013" y="2636838"/>
            <a:ext cx="161925" cy="2160587"/>
          </a:xfrm>
          <a:prstGeom prst="downArrow">
            <a:avLst>
              <a:gd name="adj1" fmla="val 50000"/>
              <a:gd name="adj2" fmla="val 333578"/>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74447" name="椭圆 274446">
            <a:extLst>
              <a:ext uri="{FF2B5EF4-FFF2-40B4-BE49-F238E27FC236}">
                <a16:creationId xmlns:a16="http://schemas.microsoft.com/office/drawing/2014/main" id="{3471F7A9-E715-4687-B98C-520A7A796BEB}"/>
              </a:ext>
            </a:extLst>
          </p:cNvPr>
          <p:cNvSpPr/>
          <p:nvPr/>
        </p:nvSpPr>
        <p:spPr>
          <a:xfrm>
            <a:off x="900113" y="1773238"/>
            <a:ext cx="593725" cy="884237"/>
          </a:xfrm>
          <a:prstGeom prst="ellipse">
            <a:avLst/>
          </a:prstGeom>
          <a:solidFill>
            <a:srgbClr val="CCECFF"/>
          </a:solidFill>
          <a:ln w="1270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en-US" altLang="zh-CN" sz="2400" b="1">
                <a:solidFill>
                  <a:schemeClr val="tx1"/>
                </a:solidFill>
                <a:ea typeface="黑体" pitchFamily="49" charset="-122"/>
              </a:rPr>
              <a:t>AP</a:t>
            </a:r>
            <a:r>
              <a:rPr lang="en-US" altLang="zh-CN" sz="2400" b="1" baseline="-25000">
                <a:solidFill>
                  <a:schemeClr val="tx1"/>
                </a:solidFill>
                <a:ea typeface="黑体" pitchFamily="49" charset="-122"/>
              </a:rPr>
              <a:t>1</a:t>
            </a:r>
          </a:p>
        </p:txBody>
      </p:sp>
      <p:sp>
        <p:nvSpPr>
          <p:cNvPr id="46096" name="下箭头 274447">
            <a:extLst>
              <a:ext uri="{FF2B5EF4-FFF2-40B4-BE49-F238E27FC236}">
                <a16:creationId xmlns:a16="http://schemas.microsoft.com/office/drawing/2014/main" id="{3D321817-E106-4BCC-8725-DC29F88EC994}"/>
              </a:ext>
            </a:extLst>
          </p:cNvPr>
          <p:cNvSpPr>
            <a:spLocks noChangeArrowheads="1"/>
          </p:cNvSpPr>
          <p:nvPr/>
        </p:nvSpPr>
        <p:spPr bwMode="auto">
          <a:xfrm flipV="1">
            <a:off x="6300788" y="2636838"/>
            <a:ext cx="160337" cy="2232025"/>
          </a:xfrm>
          <a:prstGeom prst="downArrow">
            <a:avLst>
              <a:gd name="adj1" fmla="val 50000"/>
              <a:gd name="adj2" fmla="val 348021"/>
            </a:avLst>
          </a:prstGeom>
          <a:solidFill>
            <a:srgbClr val="00CC00"/>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6097" name="矩形 274448">
            <a:extLst>
              <a:ext uri="{FF2B5EF4-FFF2-40B4-BE49-F238E27FC236}">
                <a16:creationId xmlns:a16="http://schemas.microsoft.com/office/drawing/2014/main" id="{5510D6A5-D811-40E1-99B5-6242CB4B2C81}"/>
              </a:ext>
            </a:extLst>
          </p:cNvPr>
          <p:cNvSpPr>
            <a:spLocks noChangeArrowheads="1"/>
          </p:cNvSpPr>
          <p:nvPr/>
        </p:nvSpPr>
        <p:spPr bwMode="auto">
          <a:xfrm>
            <a:off x="715963" y="1052513"/>
            <a:ext cx="11001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发送方</a:t>
            </a:r>
          </a:p>
        </p:txBody>
      </p:sp>
      <p:sp>
        <p:nvSpPr>
          <p:cNvPr id="46098" name="矩形 274449">
            <a:extLst>
              <a:ext uri="{FF2B5EF4-FFF2-40B4-BE49-F238E27FC236}">
                <a16:creationId xmlns:a16="http://schemas.microsoft.com/office/drawing/2014/main" id="{240EF7FA-CE03-47EF-892D-F3C571A7A244}"/>
              </a:ext>
            </a:extLst>
          </p:cNvPr>
          <p:cNvSpPr>
            <a:spLocks noChangeArrowheads="1"/>
          </p:cNvSpPr>
          <p:nvPr/>
        </p:nvSpPr>
        <p:spPr bwMode="auto">
          <a:xfrm>
            <a:off x="5886450" y="1052513"/>
            <a:ext cx="11001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接收方</a:t>
            </a:r>
          </a:p>
        </p:txBody>
      </p:sp>
      <p:sp>
        <p:nvSpPr>
          <p:cNvPr id="46099" name="直接连接符 274450">
            <a:extLst>
              <a:ext uri="{FF2B5EF4-FFF2-40B4-BE49-F238E27FC236}">
                <a16:creationId xmlns:a16="http://schemas.microsoft.com/office/drawing/2014/main" id="{BB19D304-2C9B-47A7-9469-EAE15802BB94}"/>
              </a:ext>
            </a:extLst>
          </p:cNvPr>
          <p:cNvSpPr>
            <a:spLocks noChangeShapeType="1"/>
          </p:cNvSpPr>
          <p:nvPr/>
        </p:nvSpPr>
        <p:spPr bwMode="auto">
          <a:xfrm>
            <a:off x="7396163" y="4508500"/>
            <a:ext cx="1309687"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0" name="直接连接符 274451">
            <a:extLst>
              <a:ext uri="{FF2B5EF4-FFF2-40B4-BE49-F238E27FC236}">
                <a16:creationId xmlns:a16="http://schemas.microsoft.com/office/drawing/2014/main" id="{AD9509C6-8C9A-403C-8617-0900C5BFAC63}"/>
              </a:ext>
            </a:extLst>
          </p:cNvPr>
          <p:cNvSpPr>
            <a:spLocks noChangeShapeType="1"/>
          </p:cNvSpPr>
          <p:nvPr/>
        </p:nvSpPr>
        <p:spPr bwMode="auto">
          <a:xfrm>
            <a:off x="7380288" y="1762125"/>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1" name="直接连接符 274452">
            <a:extLst>
              <a:ext uri="{FF2B5EF4-FFF2-40B4-BE49-F238E27FC236}">
                <a16:creationId xmlns:a16="http://schemas.microsoft.com/office/drawing/2014/main" id="{978029D0-72CC-4FDB-AA00-C99FC0367797}"/>
              </a:ext>
            </a:extLst>
          </p:cNvPr>
          <p:cNvSpPr>
            <a:spLocks noChangeShapeType="1"/>
          </p:cNvSpPr>
          <p:nvPr/>
        </p:nvSpPr>
        <p:spPr bwMode="auto">
          <a:xfrm>
            <a:off x="7380288" y="6221413"/>
            <a:ext cx="130810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2" name="直接连接符 274453">
            <a:extLst>
              <a:ext uri="{FF2B5EF4-FFF2-40B4-BE49-F238E27FC236}">
                <a16:creationId xmlns:a16="http://schemas.microsoft.com/office/drawing/2014/main" id="{50AFDEB1-8813-40F9-9226-42B801B17B39}"/>
              </a:ext>
            </a:extLst>
          </p:cNvPr>
          <p:cNvSpPr>
            <a:spLocks noChangeShapeType="1"/>
          </p:cNvSpPr>
          <p:nvPr/>
        </p:nvSpPr>
        <p:spPr bwMode="auto">
          <a:xfrm>
            <a:off x="8027988" y="1773238"/>
            <a:ext cx="0" cy="273526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6103" name="矩形 274454">
            <a:extLst>
              <a:ext uri="{FF2B5EF4-FFF2-40B4-BE49-F238E27FC236}">
                <a16:creationId xmlns:a16="http://schemas.microsoft.com/office/drawing/2014/main" id="{B5A52BD5-5C4C-4287-AFC6-DBEE8D5B2646}"/>
              </a:ext>
            </a:extLst>
          </p:cNvPr>
          <p:cNvSpPr>
            <a:spLocks noChangeArrowheads="1"/>
          </p:cNvSpPr>
          <p:nvPr/>
        </p:nvSpPr>
        <p:spPr bwMode="auto">
          <a:xfrm>
            <a:off x="7688263" y="3119438"/>
            <a:ext cx="790575" cy="4540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高层</a:t>
            </a:r>
          </a:p>
        </p:txBody>
      </p:sp>
      <p:sp>
        <p:nvSpPr>
          <p:cNvPr id="46104" name="文本框 274455">
            <a:extLst>
              <a:ext uri="{FF2B5EF4-FFF2-40B4-BE49-F238E27FC236}">
                <a16:creationId xmlns:a16="http://schemas.microsoft.com/office/drawing/2014/main" id="{28146136-CC8C-404B-AFFB-C0BACFECDE8F}"/>
              </a:ext>
            </a:extLst>
          </p:cNvPr>
          <p:cNvSpPr txBox="1">
            <a:spLocks noChangeArrowheads="1"/>
          </p:cNvSpPr>
          <p:nvPr/>
        </p:nvSpPr>
        <p:spPr bwMode="auto">
          <a:xfrm>
            <a:off x="2268538" y="2349500"/>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发送速率快</a:t>
            </a:r>
          </a:p>
        </p:txBody>
      </p:sp>
      <p:sp>
        <p:nvSpPr>
          <p:cNvPr id="46105" name="文本框 274456">
            <a:extLst>
              <a:ext uri="{FF2B5EF4-FFF2-40B4-BE49-F238E27FC236}">
                <a16:creationId xmlns:a16="http://schemas.microsoft.com/office/drawing/2014/main" id="{59F85671-6F8A-4669-8375-F47CE040D0F0}"/>
              </a:ext>
            </a:extLst>
          </p:cNvPr>
          <p:cNvSpPr txBox="1">
            <a:spLocks noChangeArrowheads="1"/>
          </p:cNvSpPr>
          <p:nvPr/>
        </p:nvSpPr>
        <p:spPr bwMode="auto">
          <a:xfrm>
            <a:off x="4614863" y="2403475"/>
            <a:ext cx="503237"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b="1">
                <a:solidFill>
                  <a:schemeClr val="hlink"/>
                </a:solidFill>
                <a:latin typeface="Tahoma" panose="020B0604030504040204" pitchFamily="34" charset="0"/>
              </a:rPr>
              <a:t>接收速率慢</a:t>
            </a:r>
          </a:p>
        </p:txBody>
      </p:sp>
      <p:sp>
        <p:nvSpPr>
          <p:cNvPr id="274458" name="矩形 274457">
            <a:extLst>
              <a:ext uri="{FF2B5EF4-FFF2-40B4-BE49-F238E27FC236}">
                <a16:creationId xmlns:a16="http://schemas.microsoft.com/office/drawing/2014/main" id="{B0047FF6-AD97-43EE-939A-CFE55EE4AB74}"/>
              </a:ext>
            </a:extLst>
          </p:cNvPr>
          <p:cNvSpPr/>
          <p:nvPr/>
        </p:nvSpPr>
        <p:spPr>
          <a:xfrm>
            <a:off x="5407025" y="4856163"/>
            <a:ext cx="1765300" cy="708025"/>
          </a:xfrm>
          <a:prstGeom prst="rect">
            <a:avLst/>
          </a:prstGeom>
          <a:solidFill>
            <a:schemeClr val="hlink"/>
          </a:solidFill>
          <a:ln w="12700"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lstStyle/>
          <a:p>
            <a:pPr algn="ctr" defTabSz="762000" eaLnBrk="0" hangingPunct="0">
              <a:buClr>
                <a:srgbClr val="000000"/>
              </a:buClr>
              <a:defRPr/>
            </a:pPr>
            <a:r>
              <a:rPr lang="zh-CN" altLang="en-US" sz="2400" b="1" dirty="0">
                <a:solidFill>
                  <a:schemeClr val="tx1"/>
                </a:solidFill>
                <a:ea typeface="黑体" pitchFamily="49" charset="-122"/>
              </a:rPr>
              <a:t>缓存</a:t>
            </a:r>
          </a:p>
        </p:txBody>
      </p:sp>
      <p:sp>
        <p:nvSpPr>
          <p:cNvPr id="46107" name="标题 274458">
            <a:extLst>
              <a:ext uri="{FF2B5EF4-FFF2-40B4-BE49-F238E27FC236}">
                <a16:creationId xmlns:a16="http://schemas.microsoft.com/office/drawing/2014/main" id="{F7C784AE-7579-47D2-98F1-510F279D5A0D}"/>
              </a:ext>
            </a:extLst>
          </p:cNvPr>
          <p:cNvSpPr>
            <a:spLocks noGrp="1"/>
          </p:cNvSpPr>
          <p:nvPr>
            <p:ph type="title"/>
          </p:nvPr>
        </p:nvSpPr>
        <p:spPr>
          <a:xfrm>
            <a:off x="468313" y="44450"/>
            <a:ext cx="7793037" cy="911225"/>
          </a:xfrm>
        </p:spPr>
        <p:txBody>
          <a:bodyPr/>
          <a:lstStyle/>
          <a:p>
            <a:pPr algn="ctr"/>
            <a:r>
              <a:rPr lang="en-US" altLang="zh-CN"/>
              <a:t>5.  </a:t>
            </a:r>
            <a:r>
              <a:rPr lang="zh-CN" altLang="en-US"/>
              <a:t>流量控制</a:t>
            </a:r>
          </a:p>
        </p:txBody>
      </p:sp>
      <p:sp>
        <p:nvSpPr>
          <p:cNvPr id="46108" name="矩形 274459">
            <a:extLst>
              <a:ext uri="{FF2B5EF4-FFF2-40B4-BE49-F238E27FC236}">
                <a16:creationId xmlns:a16="http://schemas.microsoft.com/office/drawing/2014/main" id="{DA2A1C51-06D2-49C3-B345-A0C0F7D097B0}"/>
              </a:ext>
            </a:extLst>
          </p:cNvPr>
          <p:cNvSpPr>
            <a:spLocks noChangeArrowheads="1"/>
          </p:cNvSpPr>
          <p:nvPr/>
        </p:nvSpPr>
        <p:spPr bwMode="auto">
          <a:xfrm>
            <a:off x="539750" y="3078163"/>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6109" name="矩形 274460">
            <a:extLst>
              <a:ext uri="{FF2B5EF4-FFF2-40B4-BE49-F238E27FC236}">
                <a16:creationId xmlns:a16="http://schemas.microsoft.com/office/drawing/2014/main" id="{4FF12A06-18AC-416F-A0F5-8CEAE88AF997}"/>
              </a:ext>
            </a:extLst>
          </p:cNvPr>
          <p:cNvSpPr>
            <a:spLocks noChangeArrowheads="1"/>
          </p:cNvSpPr>
          <p:nvPr/>
        </p:nvSpPr>
        <p:spPr bwMode="auto">
          <a:xfrm>
            <a:off x="539750"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6110" name="矩形 274461">
            <a:extLst>
              <a:ext uri="{FF2B5EF4-FFF2-40B4-BE49-F238E27FC236}">
                <a16:creationId xmlns:a16="http://schemas.microsoft.com/office/drawing/2014/main" id="{1FC35825-6092-476A-8CB7-9834B71AAC43}"/>
              </a:ext>
            </a:extLst>
          </p:cNvPr>
          <p:cNvSpPr>
            <a:spLocks noChangeArrowheads="1"/>
          </p:cNvSpPr>
          <p:nvPr/>
        </p:nvSpPr>
        <p:spPr bwMode="auto">
          <a:xfrm>
            <a:off x="539750" y="408622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
        <p:nvSpPr>
          <p:cNvPr id="46111" name="直接连接符 274462">
            <a:extLst>
              <a:ext uri="{FF2B5EF4-FFF2-40B4-BE49-F238E27FC236}">
                <a16:creationId xmlns:a16="http://schemas.microsoft.com/office/drawing/2014/main" id="{270FDD94-8DAA-424A-B7AD-CD033D602191}"/>
              </a:ext>
            </a:extLst>
          </p:cNvPr>
          <p:cNvSpPr>
            <a:spLocks noChangeShapeType="1"/>
          </p:cNvSpPr>
          <p:nvPr/>
        </p:nvSpPr>
        <p:spPr bwMode="auto">
          <a:xfrm>
            <a:off x="5364163" y="4652963"/>
            <a:ext cx="19542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12" name="矩形 274463">
            <a:extLst>
              <a:ext uri="{FF2B5EF4-FFF2-40B4-BE49-F238E27FC236}">
                <a16:creationId xmlns:a16="http://schemas.microsoft.com/office/drawing/2014/main" id="{56FAFA59-A0CA-4A44-ACB6-FCD287F22749}"/>
              </a:ext>
            </a:extLst>
          </p:cNvPr>
          <p:cNvSpPr>
            <a:spLocks noChangeArrowheads="1"/>
          </p:cNvSpPr>
          <p:nvPr/>
        </p:nvSpPr>
        <p:spPr bwMode="auto">
          <a:xfrm>
            <a:off x="5724525" y="3076575"/>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应用层</a:t>
            </a:r>
          </a:p>
        </p:txBody>
      </p:sp>
      <p:sp>
        <p:nvSpPr>
          <p:cNvPr id="46113" name="矩形 274464">
            <a:extLst>
              <a:ext uri="{FF2B5EF4-FFF2-40B4-BE49-F238E27FC236}">
                <a16:creationId xmlns:a16="http://schemas.microsoft.com/office/drawing/2014/main" id="{A3DC4D37-2F3A-472D-8E62-0A42EC941EA7}"/>
              </a:ext>
            </a:extLst>
          </p:cNvPr>
          <p:cNvSpPr>
            <a:spLocks noChangeArrowheads="1"/>
          </p:cNvSpPr>
          <p:nvPr/>
        </p:nvSpPr>
        <p:spPr bwMode="auto">
          <a:xfrm>
            <a:off x="5724525" y="3581400"/>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运输层</a:t>
            </a:r>
          </a:p>
        </p:txBody>
      </p:sp>
      <p:sp>
        <p:nvSpPr>
          <p:cNvPr id="46114" name="矩形 274465">
            <a:extLst>
              <a:ext uri="{FF2B5EF4-FFF2-40B4-BE49-F238E27FC236}">
                <a16:creationId xmlns:a16="http://schemas.microsoft.com/office/drawing/2014/main" id="{74485D0B-0BD1-4E47-AF7D-77B5E2BDB892}"/>
              </a:ext>
            </a:extLst>
          </p:cNvPr>
          <p:cNvSpPr>
            <a:spLocks noChangeArrowheads="1"/>
          </p:cNvSpPr>
          <p:nvPr/>
        </p:nvSpPr>
        <p:spPr bwMode="auto">
          <a:xfrm>
            <a:off x="5724525" y="4084638"/>
            <a:ext cx="1223963" cy="431800"/>
          </a:xfrm>
          <a:prstGeom prst="rect">
            <a:avLst/>
          </a:prstGeom>
          <a:solidFill>
            <a:schemeClr val="tx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a:latin typeface="Tahoma" panose="020B0604030504040204" pitchFamily="34" charset="0"/>
              </a:rPr>
              <a:t>网络层</a:t>
            </a:r>
          </a:p>
        </p:txBody>
      </p:sp>
      <p:sp>
        <p:nvSpPr>
          <p:cNvPr id="46115" name="矩形 274466">
            <a:extLst>
              <a:ext uri="{FF2B5EF4-FFF2-40B4-BE49-F238E27FC236}">
                <a16:creationId xmlns:a16="http://schemas.microsoft.com/office/drawing/2014/main" id="{4B5F4C6A-0152-4277-A593-623E5C96B2AE}"/>
              </a:ext>
            </a:extLst>
          </p:cNvPr>
          <p:cNvSpPr>
            <a:spLocks noChangeArrowheads="1"/>
          </p:cNvSpPr>
          <p:nvPr/>
        </p:nvSpPr>
        <p:spPr bwMode="auto">
          <a:xfrm>
            <a:off x="1692275" y="4797425"/>
            <a:ext cx="358775" cy="7191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6116" name="组合 274467">
            <a:extLst>
              <a:ext uri="{FF2B5EF4-FFF2-40B4-BE49-F238E27FC236}">
                <a16:creationId xmlns:a16="http://schemas.microsoft.com/office/drawing/2014/main" id="{2471A96B-4D2A-4423-B74D-8D2560558883}"/>
              </a:ext>
            </a:extLst>
          </p:cNvPr>
          <p:cNvGrpSpPr>
            <a:grpSpLocks/>
          </p:cNvGrpSpPr>
          <p:nvPr/>
        </p:nvGrpSpPr>
        <p:grpSpPr bwMode="auto">
          <a:xfrm>
            <a:off x="2481263" y="4540250"/>
            <a:ext cx="2738437" cy="1049338"/>
            <a:chOff x="1581" y="2612"/>
            <a:chExt cx="1725" cy="661"/>
          </a:xfrm>
        </p:grpSpPr>
        <p:grpSp>
          <p:nvGrpSpPr>
            <p:cNvPr id="46118" name="组合 274468">
              <a:extLst>
                <a:ext uri="{FF2B5EF4-FFF2-40B4-BE49-F238E27FC236}">
                  <a16:creationId xmlns:a16="http://schemas.microsoft.com/office/drawing/2014/main" id="{324EB8AC-D831-4F06-8E08-BBE442E26EFB}"/>
                </a:ext>
              </a:extLst>
            </p:cNvPr>
            <p:cNvGrpSpPr>
              <a:grpSpLocks/>
            </p:cNvGrpSpPr>
            <p:nvPr/>
          </p:nvGrpSpPr>
          <p:grpSpPr bwMode="auto">
            <a:xfrm>
              <a:off x="1581" y="3104"/>
              <a:ext cx="591" cy="169"/>
              <a:chOff x="1565" y="1570"/>
              <a:chExt cx="482" cy="72"/>
            </a:xfrm>
          </p:grpSpPr>
          <p:sp>
            <p:nvSpPr>
              <p:cNvPr id="46129" name="矩形 274469">
                <a:extLst>
                  <a:ext uri="{FF2B5EF4-FFF2-40B4-BE49-F238E27FC236}">
                    <a16:creationId xmlns:a16="http://schemas.microsoft.com/office/drawing/2014/main" id="{17F241D5-FA09-4B0D-B8D9-31599A0499B3}"/>
                  </a:ext>
                </a:extLst>
              </p:cNvPr>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6130" name="组合 274470">
                <a:extLst>
                  <a:ext uri="{FF2B5EF4-FFF2-40B4-BE49-F238E27FC236}">
                    <a16:creationId xmlns:a16="http://schemas.microsoft.com/office/drawing/2014/main" id="{6690D3AA-B797-46C1-B476-630F1FB15207}"/>
                  </a:ext>
                </a:extLst>
              </p:cNvPr>
              <p:cNvGrpSpPr>
                <a:grpSpLocks/>
              </p:cNvGrpSpPr>
              <p:nvPr/>
            </p:nvGrpSpPr>
            <p:grpSpPr bwMode="auto">
              <a:xfrm>
                <a:off x="1656" y="1570"/>
                <a:ext cx="166" cy="72"/>
                <a:chOff x="2544" y="864"/>
                <a:chExt cx="192" cy="96"/>
              </a:xfrm>
            </p:grpSpPr>
            <p:sp>
              <p:nvSpPr>
                <p:cNvPr id="46132" name="矩形 274471">
                  <a:extLst>
                    <a:ext uri="{FF2B5EF4-FFF2-40B4-BE49-F238E27FC236}">
                      <a16:creationId xmlns:a16="http://schemas.microsoft.com/office/drawing/2014/main" id="{F19214F3-682D-47DB-8E26-33EA47EB28EE}"/>
                    </a:ext>
                  </a:extLst>
                </p:cNvPr>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6133" name="直接连接符 274472">
                  <a:extLst>
                    <a:ext uri="{FF2B5EF4-FFF2-40B4-BE49-F238E27FC236}">
                      <a16:creationId xmlns:a16="http://schemas.microsoft.com/office/drawing/2014/main" id="{59A031B8-2D46-480E-91E9-2580A82B4228}"/>
                    </a:ext>
                  </a:extLst>
                </p:cNvPr>
                <p:cNvSpPr>
                  <a:spLocks noChangeShapeType="1"/>
                </p:cNvSpPr>
                <p:nvPr/>
              </p:nvSpPr>
              <p:spPr bwMode="auto">
                <a:xfrm>
                  <a:off x="2592"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4" name="直接连接符 274473">
                  <a:extLst>
                    <a:ext uri="{FF2B5EF4-FFF2-40B4-BE49-F238E27FC236}">
                      <a16:creationId xmlns:a16="http://schemas.microsoft.com/office/drawing/2014/main" id="{0F40A955-ECFA-41FA-9920-6227486D806C}"/>
                    </a:ext>
                  </a:extLst>
                </p:cNvPr>
                <p:cNvSpPr>
                  <a:spLocks noChangeShapeType="1"/>
                </p:cNvSpPr>
                <p:nvPr/>
              </p:nvSpPr>
              <p:spPr bwMode="auto">
                <a:xfrm>
                  <a:off x="2640"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35" name="直接连接符 274474">
                  <a:extLst>
                    <a:ext uri="{FF2B5EF4-FFF2-40B4-BE49-F238E27FC236}">
                      <a16:creationId xmlns:a16="http://schemas.microsoft.com/office/drawing/2014/main" id="{14BBA3DB-29C7-494A-84A4-D5DC40FB7BE0}"/>
                    </a:ext>
                  </a:extLst>
                </p:cNvPr>
                <p:cNvSpPr>
                  <a:spLocks noChangeShapeType="1"/>
                </p:cNvSpPr>
                <p:nvPr/>
              </p:nvSpPr>
              <p:spPr bwMode="auto">
                <a:xfrm>
                  <a:off x="2688"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6131" name="下箭头 274475">
                <a:extLst>
                  <a:ext uri="{FF2B5EF4-FFF2-40B4-BE49-F238E27FC236}">
                    <a16:creationId xmlns:a16="http://schemas.microsoft.com/office/drawing/2014/main" id="{2D6CC98A-A535-4B68-8CF4-BBFAA9BCF4CF}"/>
                  </a:ext>
                </a:extLst>
              </p:cNvPr>
              <p:cNvSpPr>
                <a:spLocks noChangeArrowheads="1"/>
              </p:cNvSpPr>
              <p:nvPr/>
            </p:nvSpPr>
            <p:spPr bwMode="auto">
              <a:xfrm rot="-5400000">
                <a:off x="1965" y="1556"/>
                <a:ext cx="67" cy="96"/>
              </a:xfrm>
              <a:prstGeom prst="downArrow">
                <a:avLst>
                  <a:gd name="adj1" fmla="val 50000"/>
                  <a:gd name="adj2" fmla="val 35821"/>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sp>
          <p:nvSpPr>
            <p:cNvPr id="46119" name="矩形 274476">
              <a:extLst>
                <a:ext uri="{FF2B5EF4-FFF2-40B4-BE49-F238E27FC236}">
                  <a16:creationId xmlns:a16="http://schemas.microsoft.com/office/drawing/2014/main" id="{8C5299DB-5BE7-4691-9840-511869ED8BEE}"/>
                </a:ext>
              </a:extLst>
            </p:cNvPr>
            <p:cNvSpPr>
              <a:spLocks noChangeArrowheads="1"/>
            </p:cNvSpPr>
            <p:nvPr/>
          </p:nvSpPr>
          <p:spPr bwMode="auto">
            <a:xfrm>
              <a:off x="1674" y="2612"/>
              <a:ext cx="30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帧</a:t>
              </a:r>
            </a:p>
          </p:txBody>
        </p:sp>
        <p:grpSp>
          <p:nvGrpSpPr>
            <p:cNvPr id="46120" name="组合 274477">
              <a:extLst>
                <a:ext uri="{FF2B5EF4-FFF2-40B4-BE49-F238E27FC236}">
                  <a16:creationId xmlns:a16="http://schemas.microsoft.com/office/drawing/2014/main" id="{CBD90326-94CA-4BD9-B71D-D6FEF9736D84}"/>
                </a:ext>
              </a:extLst>
            </p:cNvPr>
            <p:cNvGrpSpPr>
              <a:grpSpLocks/>
            </p:cNvGrpSpPr>
            <p:nvPr/>
          </p:nvGrpSpPr>
          <p:grpSpPr bwMode="auto">
            <a:xfrm>
              <a:off x="2714" y="3104"/>
              <a:ext cx="592" cy="169"/>
              <a:chOff x="1565" y="1570"/>
              <a:chExt cx="482" cy="72"/>
            </a:xfrm>
          </p:grpSpPr>
          <p:sp>
            <p:nvSpPr>
              <p:cNvPr id="46122" name="矩形 274478">
                <a:extLst>
                  <a:ext uri="{FF2B5EF4-FFF2-40B4-BE49-F238E27FC236}">
                    <a16:creationId xmlns:a16="http://schemas.microsoft.com/office/drawing/2014/main" id="{F9BCA325-A102-4A8D-B1F0-A8658CC599AF}"/>
                  </a:ext>
                </a:extLst>
              </p:cNvPr>
              <p:cNvSpPr>
                <a:spLocks noChangeArrowheads="1"/>
              </p:cNvSpPr>
              <p:nvPr/>
            </p:nvSpPr>
            <p:spPr bwMode="auto">
              <a:xfrm>
                <a:off x="1565" y="1570"/>
                <a:ext cx="379" cy="72"/>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nvGrpSpPr>
              <p:cNvPr id="46123" name="组合 274479">
                <a:extLst>
                  <a:ext uri="{FF2B5EF4-FFF2-40B4-BE49-F238E27FC236}">
                    <a16:creationId xmlns:a16="http://schemas.microsoft.com/office/drawing/2014/main" id="{D2E399DC-5CE2-47EB-8BD9-B92949EB1DB2}"/>
                  </a:ext>
                </a:extLst>
              </p:cNvPr>
              <p:cNvGrpSpPr>
                <a:grpSpLocks/>
              </p:cNvGrpSpPr>
              <p:nvPr/>
            </p:nvGrpSpPr>
            <p:grpSpPr bwMode="auto">
              <a:xfrm>
                <a:off x="1656" y="1570"/>
                <a:ext cx="166" cy="72"/>
                <a:chOff x="2544" y="864"/>
                <a:chExt cx="192" cy="96"/>
              </a:xfrm>
            </p:grpSpPr>
            <p:sp>
              <p:nvSpPr>
                <p:cNvPr id="46125" name="矩形 274480">
                  <a:extLst>
                    <a:ext uri="{FF2B5EF4-FFF2-40B4-BE49-F238E27FC236}">
                      <a16:creationId xmlns:a16="http://schemas.microsoft.com/office/drawing/2014/main" id="{4EF3CD6B-48A2-46D7-B1F9-02483DBCEC76}"/>
                    </a:ext>
                  </a:extLst>
                </p:cNvPr>
                <p:cNvSpPr>
                  <a:spLocks noChangeArrowheads="1"/>
                </p:cNvSpPr>
                <p:nvPr/>
              </p:nvSpPr>
              <p:spPr bwMode="auto">
                <a:xfrm>
                  <a:off x="2544" y="864"/>
                  <a:ext cx="192" cy="96"/>
                </a:xfrm>
                <a:prstGeom prst="rect">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46126" name="直接连接符 274481">
                  <a:extLst>
                    <a:ext uri="{FF2B5EF4-FFF2-40B4-BE49-F238E27FC236}">
                      <a16:creationId xmlns:a16="http://schemas.microsoft.com/office/drawing/2014/main" id="{A377ACC6-D43F-4FB1-B877-973AADB18F99}"/>
                    </a:ext>
                  </a:extLst>
                </p:cNvPr>
                <p:cNvSpPr>
                  <a:spLocks noChangeShapeType="1"/>
                </p:cNvSpPr>
                <p:nvPr/>
              </p:nvSpPr>
              <p:spPr bwMode="auto">
                <a:xfrm>
                  <a:off x="2592"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7" name="直接连接符 274482">
                  <a:extLst>
                    <a:ext uri="{FF2B5EF4-FFF2-40B4-BE49-F238E27FC236}">
                      <a16:creationId xmlns:a16="http://schemas.microsoft.com/office/drawing/2014/main" id="{A4401DBA-DADD-4483-B262-11A23D59E44E}"/>
                    </a:ext>
                  </a:extLst>
                </p:cNvPr>
                <p:cNvSpPr>
                  <a:spLocks noChangeShapeType="1"/>
                </p:cNvSpPr>
                <p:nvPr/>
              </p:nvSpPr>
              <p:spPr bwMode="auto">
                <a:xfrm>
                  <a:off x="2640"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8" name="直接连接符 274483">
                  <a:extLst>
                    <a:ext uri="{FF2B5EF4-FFF2-40B4-BE49-F238E27FC236}">
                      <a16:creationId xmlns:a16="http://schemas.microsoft.com/office/drawing/2014/main" id="{EB5A981B-6015-47CF-A1ED-CC0EB14624ED}"/>
                    </a:ext>
                  </a:extLst>
                </p:cNvPr>
                <p:cNvSpPr>
                  <a:spLocks noChangeShapeType="1"/>
                </p:cNvSpPr>
                <p:nvPr/>
              </p:nvSpPr>
              <p:spPr bwMode="auto">
                <a:xfrm>
                  <a:off x="2688" y="86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6124" name="下箭头 274484">
                <a:extLst>
                  <a:ext uri="{FF2B5EF4-FFF2-40B4-BE49-F238E27FC236}">
                    <a16:creationId xmlns:a16="http://schemas.microsoft.com/office/drawing/2014/main" id="{073726BF-EF7C-49E3-B073-0A2E65DC4FEF}"/>
                  </a:ext>
                </a:extLst>
              </p:cNvPr>
              <p:cNvSpPr>
                <a:spLocks noChangeArrowheads="1"/>
              </p:cNvSpPr>
              <p:nvPr/>
            </p:nvSpPr>
            <p:spPr bwMode="auto">
              <a:xfrm rot="-5400000">
                <a:off x="1965" y="1556"/>
                <a:ext cx="67" cy="96"/>
              </a:xfrm>
              <a:prstGeom prst="downArrow">
                <a:avLst>
                  <a:gd name="adj1" fmla="val 50000"/>
                  <a:gd name="adj2" fmla="val 35821"/>
                </a:avLst>
              </a:prstGeom>
              <a:solidFill>
                <a:srgbClr val="FF99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sp>
          <p:nvSpPr>
            <p:cNvPr id="46121" name="矩形 274485">
              <a:extLst>
                <a:ext uri="{FF2B5EF4-FFF2-40B4-BE49-F238E27FC236}">
                  <a16:creationId xmlns:a16="http://schemas.microsoft.com/office/drawing/2014/main" id="{59C6F99F-6C9F-48BF-A43B-5A3B242F4FF2}"/>
                </a:ext>
              </a:extLst>
            </p:cNvPr>
            <p:cNvSpPr>
              <a:spLocks noChangeArrowheads="1"/>
            </p:cNvSpPr>
            <p:nvPr/>
          </p:nvSpPr>
          <p:spPr bwMode="auto">
            <a:xfrm>
              <a:off x="2787" y="2612"/>
              <a:ext cx="30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400" b="1">
                  <a:solidFill>
                    <a:schemeClr val="tx1"/>
                  </a:solidFill>
                  <a:ea typeface="黑体" panose="02010609060101010101" pitchFamily="49" charset="-122"/>
                </a:rPr>
                <a:t>帧</a:t>
              </a:r>
            </a:p>
          </p:txBody>
        </p:sp>
      </p:grpSp>
      <p:sp>
        <p:nvSpPr>
          <p:cNvPr id="274487" name="爆炸形 1 274486">
            <a:extLst>
              <a:ext uri="{FF2B5EF4-FFF2-40B4-BE49-F238E27FC236}">
                <a16:creationId xmlns:a16="http://schemas.microsoft.com/office/drawing/2014/main" id="{53368C72-604E-4C75-8B34-08FC438710CD}"/>
              </a:ext>
            </a:extLst>
          </p:cNvPr>
          <p:cNvSpPr>
            <a:spLocks noChangeArrowheads="1"/>
          </p:cNvSpPr>
          <p:nvPr/>
        </p:nvSpPr>
        <p:spPr bwMode="auto">
          <a:xfrm>
            <a:off x="4859338" y="5229225"/>
            <a:ext cx="2808287" cy="1584325"/>
          </a:xfrm>
          <a:prstGeom prst="irregularSeal1">
            <a:avLst/>
          </a:prstGeom>
          <a:solidFill>
            <a:srgbClr val="66FF66"/>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400" b="1">
                <a:solidFill>
                  <a:schemeClr val="tx1"/>
                </a:solidFill>
                <a:latin typeface="Tahoma" panose="020B0604030504040204" pitchFamily="34" charset="0"/>
              </a:rPr>
              <a:t>缓存溢出</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487"/>
                                        </p:tgtEl>
                                        <p:attrNameLst>
                                          <p:attrName>style.visibility</p:attrName>
                                        </p:attrNameLst>
                                      </p:cBhvr>
                                      <p:to>
                                        <p:strVal val="visible"/>
                                      </p:to>
                                    </p:set>
                                    <p:animEffect transition="in" filter="blinds(horizontal)">
                                      <p:cBhvr>
                                        <p:cTn id="7" dur="500"/>
                                        <p:tgtEl>
                                          <p:spTgt spid="274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8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文本占位符 275457">
            <a:extLst>
              <a:ext uri="{FF2B5EF4-FFF2-40B4-BE49-F238E27FC236}">
                <a16:creationId xmlns:a16="http://schemas.microsoft.com/office/drawing/2014/main" id="{C0850518-933A-4AE9-B6EE-6DE81388481E}"/>
              </a:ext>
            </a:extLst>
          </p:cNvPr>
          <p:cNvSpPr>
            <a:spLocks noGrp="1"/>
          </p:cNvSpPr>
          <p:nvPr>
            <p:ph type="body" idx="1"/>
          </p:nvPr>
        </p:nvSpPr>
        <p:spPr>
          <a:xfrm>
            <a:off x="539750" y="1340768"/>
            <a:ext cx="8353177" cy="4762648"/>
          </a:xfrm>
        </p:spPr>
        <p:txBody>
          <a:bodyPr/>
          <a:lstStyle/>
          <a:p>
            <a:r>
              <a:rPr lang="zh-CN" altLang="en-US" sz="3200" dirty="0"/>
              <a:t>不能保证接收端向主机交付数据的速率永远不低于发送端发送数据的速率；</a:t>
            </a:r>
            <a:endParaRPr lang="en-US" altLang="zh-CN" sz="3200" dirty="0"/>
          </a:p>
          <a:p>
            <a:endParaRPr lang="zh-CN" altLang="en-US" sz="3200" dirty="0"/>
          </a:p>
          <a:p>
            <a:r>
              <a:rPr lang="zh-CN" altLang="en-US" sz="3200" dirty="0">
                <a:solidFill>
                  <a:srgbClr val="0000FF"/>
                </a:solidFill>
              </a:rPr>
              <a:t>流量控制</a:t>
            </a:r>
            <a:r>
              <a:rPr lang="zh-CN" altLang="en-US" sz="3200" dirty="0"/>
              <a:t>：当接收方来不及接收时，就必须及时控制发送方发送数据的速率；</a:t>
            </a:r>
            <a:endParaRPr lang="en-US" altLang="zh-CN" sz="3200" dirty="0"/>
          </a:p>
          <a:p>
            <a:endParaRPr lang="en-US" altLang="zh-CN" sz="3200" dirty="0"/>
          </a:p>
          <a:p>
            <a:r>
              <a:rPr lang="zh-CN" altLang="en-US" sz="3200" dirty="0">
                <a:solidFill>
                  <a:srgbClr val="0000FF"/>
                </a:solidFill>
                <a:ea typeface="仿宋_GB2312" pitchFamily="49" charset="-122"/>
              </a:rPr>
              <a:t>流量控制：</a:t>
            </a:r>
            <a:r>
              <a:rPr lang="zh-CN" altLang="en-US" sz="3200" dirty="0">
                <a:latin typeface="宋体" panose="02010600030101010101" pitchFamily="2" charset="-122"/>
                <a:ea typeface="仿宋_GB2312" pitchFamily="49" charset="-122"/>
              </a:rPr>
              <a:t>最重要的就是高速发送者与低速接收者之间的流量控制的问题</a:t>
            </a:r>
            <a:r>
              <a:rPr lang="zh-CN" altLang="en-US" sz="3200" dirty="0"/>
              <a:t> 。</a:t>
            </a:r>
          </a:p>
        </p:txBody>
      </p:sp>
      <p:sp>
        <p:nvSpPr>
          <p:cNvPr id="47107" name="标题 275458">
            <a:extLst>
              <a:ext uri="{FF2B5EF4-FFF2-40B4-BE49-F238E27FC236}">
                <a16:creationId xmlns:a16="http://schemas.microsoft.com/office/drawing/2014/main" id="{E3E421CA-9247-4E34-9E33-BB3E3071EA79}"/>
              </a:ext>
            </a:extLst>
          </p:cNvPr>
          <p:cNvSpPr>
            <a:spLocks noGrp="1"/>
          </p:cNvSpPr>
          <p:nvPr>
            <p:ph type="title"/>
          </p:nvPr>
        </p:nvSpPr>
        <p:spPr/>
        <p:txBody>
          <a:bodyPr/>
          <a:lstStyle/>
          <a:p>
            <a:pPr algn="ctr"/>
            <a:r>
              <a:rPr lang="en-US" altLang="zh-CN"/>
              <a:t>5.  </a:t>
            </a:r>
            <a:r>
              <a:rPr lang="zh-CN" altLang="en-US"/>
              <a:t>流量控制</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75458">
                                            <p:txEl>
                                              <p:pRg st="2" end="2"/>
                                            </p:txEl>
                                          </p:spTgt>
                                        </p:tgtEl>
                                        <p:attrNameLst>
                                          <p:attrName>style.visibility</p:attrName>
                                        </p:attrNameLst>
                                      </p:cBhvr>
                                      <p:to>
                                        <p:strVal val="visible"/>
                                      </p:to>
                                    </p:set>
                                    <p:animEffect transition="in" filter="blinds(horizontal)">
                                      <p:cBhvr>
                                        <p:cTn id="7" dur="500"/>
                                        <p:tgtEl>
                                          <p:spTgt spid="275458">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75458">
                                            <p:txEl>
                                              <p:pRg st="4" end="4"/>
                                            </p:txEl>
                                          </p:spTgt>
                                        </p:tgtEl>
                                        <p:attrNameLst>
                                          <p:attrName>style.visibility</p:attrName>
                                        </p:attrNameLst>
                                      </p:cBhvr>
                                      <p:to>
                                        <p:strVal val="visible"/>
                                      </p:to>
                                    </p:set>
                                    <p:animEffect transition="in" filter="blinds(horizontal)">
                                      <p:cBhvr>
                                        <p:cTn id="12" dur="500"/>
                                        <p:tgtEl>
                                          <p:spTgt spid="2754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284673">
            <a:extLst>
              <a:ext uri="{FF2B5EF4-FFF2-40B4-BE49-F238E27FC236}">
                <a16:creationId xmlns:a16="http://schemas.microsoft.com/office/drawing/2014/main" id="{FF066403-3BBA-4A85-A012-30CEAB50F5DD}"/>
              </a:ext>
            </a:extLst>
          </p:cNvPr>
          <p:cNvSpPr>
            <a:spLocks noGrp="1"/>
          </p:cNvSpPr>
          <p:nvPr>
            <p:ph type="title"/>
          </p:nvPr>
        </p:nvSpPr>
        <p:spPr/>
        <p:txBody>
          <a:bodyPr/>
          <a:lstStyle/>
          <a:p>
            <a:r>
              <a:rPr lang="en-US" altLang="zh-CN"/>
              <a:t>3.3</a:t>
            </a:r>
            <a:r>
              <a:rPr lang="zh-CN" altLang="en-US"/>
              <a:t>基本链路层规程</a:t>
            </a:r>
            <a:endParaRPr lang="en-US" altLang="zh-CN"/>
          </a:p>
        </p:txBody>
      </p:sp>
      <p:sp>
        <p:nvSpPr>
          <p:cNvPr id="58371" name="文本占位符 358402">
            <a:extLst>
              <a:ext uri="{FF2B5EF4-FFF2-40B4-BE49-F238E27FC236}">
                <a16:creationId xmlns:a16="http://schemas.microsoft.com/office/drawing/2014/main" id="{88062A03-2AFA-4C30-9E91-4822A1CE8634}"/>
              </a:ext>
            </a:extLst>
          </p:cNvPr>
          <p:cNvSpPr txBox="1">
            <a:spLocks/>
          </p:cNvSpPr>
          <p:nvPr/>
        </p:nvSpPr>
        <p:spPr bwMode="auto">
          <a:xfrm>
            <a:off x="393700" y="1512888"/>
            <a:ext cx="8642350" cy="436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50000"/>
              </a:spcBef>
              <a:defRPr>
                <a:solidFill>
                  <a:schemeClr val="bg1"/>
                </a:solidFill>
                <a:latin typeface="Arial" panose="020B0604020202020204" pitchFamily="34" charset="0"/>
                <a:ea typeface="宋体" panose="02010600030101010101" pitchFamily="2" charset="-122"/>
              </a:defRPr>
            </a:lvl1pPr>
            <a:lvl2pPr marL="908050" indent="-434975">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nSpc>
                <a:spcPct val="90000"/>
              </a:lnSpc>
              <a:spcBef>
                <a:spcPct val="20000"/>
              </a:spcBef>
              <a:buClr>
                <a:schemeClr val="accent2"/>
              </a:buClr>
              <a:buFont typeface="Wingdings" panose="05000000000000000000" pitchFamily="2" charset="2"/>
              <a:buChar char="o"/>
            </a:pPr>
            <a:r>
              <a:rPr lang="zh-CN" altLang="en-US" sz="3000" dirty="0">
                <a:solidFill>
                  <a:schemeClr val="tx1"/>
                </a:solidFill>
              </a:rPr>
              <a:t>在以下条件下不需要数据链路层协议：</a:t>
            </a:r>
            <a:endParaRPr lang="en-US" altLang="zh-CN" sz="3000" dirty="0">
              <a:solidFill>
                <a:schemeClr val="tx1"/>
              </a:solidFill>
            </a:endParaRPr>
          </a:p>
          <a:p>
            <a:pPr lvl="1">
              <a:lnSpc>
                <a:spcPct val="90000"/>
              </a:lnSpc>
              <a:spcBef>
                <a:spcPct val="20000"/>
              </a:spcBef>
              <a:buClr>
                <a:schemeClr val="accent2"/>
              </a:buClr>
              <a:buFont typeface="Wingdings" panose="05000000000000000000" pitchFamily="2" charset="2"/>
              <a:buChar char="n"/>
            </a:pPr>
            <a:r>
              <a:rPr lang="zh-CN" altLang="en-US" sz="2600" dirty="0">
                <a:solidFill>
                  <a:schemeClr val="tx1"/>
                </a:solidFill>
              </a:rPr>
              <a:t>假定</a:t>
            </a:r>
            <a:r>
              <a:rPr lang="en-US" altLang="zh-CN" sz="2600" dirty="0">
                <a:solidFill>
                  <a:schemeClr val="tx1"/>
                </a:solidFill>
              </a:rPr>
              <a:t>1</a:t>
            </a:r>
            <a:r>
              <a:rPr lang="zh-CN" altLang="en-US" sz="2600" dirty="0">
                <a:solidFill>
                  <a:schemeClr val="tx1"/>
                </a:solidFill>
              </a:rPr>
              <a:t>：链路是理想的传输信道，所传输的任何数据既不会出差错也不会丢失。</a:t>
            </a:r>
          </a:p>
          <a:p>
            <a:pPr lvl="1">
              <a:lnSpc>
                <a:spcPct val="90000"/>
              </a:lnSpc>
              <a:spcBef>
                <a:spcPct val="20000"/>
              </a:spcBef>
              <a:buClr>
                <a:schemeClr val="accent2"/>
              </a:buClr>
              <a:buFont typeface="Wingdings" panose="05000000000000000000" pitchFamily="2" charset="2"/>
              <a:buChar char="n"/>
            </a:pPr>
            <a:r>
              <a:rPr lang="zh-CN" altLang="en-US" sz="2600" dirty="0">
                <a:solidFill>
                  <a:schemeClr val="tx1"/>
                </a:solidFill>
              </a:rPr>
              <a:t>假定</a:t>
            </a:r>
            <a:r>
              <a:rPr lang="en-US" altLang="zh-CN" sz="2600" dirty="0">
                <a:solidFill>
                  <a:schemeClr val="tx1"/>
                </a:solidFill>
              </a:rPr>
              <a:t>2</a:t>
            </a:r>
            <a:r>
              <a:rPr lang="zh-CN" altLang="en-US" sz="2600" dirty="0">
                <a:solidFill>
                  <a:schemeClr val="tx1"/>
                </a:solidFill>
              </a:rPr>
              <a:t>：不管发方以多快的速率发送数据，收方总是来得及接收，并及时上交主机。</a:t>
            </a:r>
            <a:endParaRPr lang="en-US" altLang="zh-CN" sz="2600" dirty="0">
              <a:solidFill>
                <a:schemeClr val="tx1"/>
              </a:solidFill>
            </a:endParaRPr>
          </a:p>
          <a:p>
            <a:pPr lvl="1">
              <a:lnSpc>
                <a:spcPct val="90000"/>
              </a:lnSpc>
              <a:spcBef>
                <a:spcPct val="20000"/>
              </a:spcBef>
              <a:buClr>
                <a:schemeClr val="accent2"/>
              </a:buClr>
              <a:buFont typeface="Wingdings" panose="05000000000000000000" pitchFamily="2" charset="2"/>
              <a:buChar char="n"/>
            </a:pPr>
            <a:endParaRPr lang="en-US" altLang="zh-CN" sz="2600" dirty="0">
              <a:solidFill>
                <a:schemeClr val="tx1"/>
              </a:solidFill>
            </a:endParaRPr>
          </a:p>
          <a:p>
            <a:pPr>
              <a:lnSpc>
                <a:spcPct val="90000"/>
              </a:lnSpc>
              <a:spcBef>
                <a:spcPct val="20000"/>
              </a:spcBef>
              <a:buClr>
                <a:schemeClr val="accent2"/>
              </a:buClr>
              <a:buFont typeface="Wingdings" panose="05000000000000000000" pitchFamily="2" charset="2"/>
              <a:buChar char="o"/>
            </a:pPr>
            <a:r>
              <a:rPr lang="zh-CN" altLang="en-US" sz="3000" dirty="0">
                <a:solidFill>
                  <a:schemeClr val="tx1"/>
                </a:solidFill>
              </a:rPr>
              <a:t>满足上述第二个条件的代价是：</a:t>
            </a:r>
            <a:endParaRPr lang="en-US" altLang="zh-CN" sz="3000" dirty="0">
              <a:solidFill>
                <a:schemeClr val="tx1"/>
              </a:solidFill>
            </a:endParaRPr>
          </a:p>
          <a:p>
            <a:pPr lvl="1">
              <a:lnSpc>
                <a:spcPct val="90000"/>
              </a:lnSpc>
              <a:spcBef>
                <a:spcPct val="20000"/>
              </a:spcBef>
              <a:buClr>
                <a:schemeClr val="accent2"/>
              </a:buClr>
              <a:buFont typeface="Wingdings" panose="05000000000000000000" pitchFamily="2" charset="2"/>
              <a:buChar char="n"/>
            </a:pPr>
            <a:r>
              <a:rPr lang="zh-CN" altLang="en-US" sz="2600" dirty="0">
                <a:solidFill>
                  <a:schemeClr val="tx1"/>
                </a:solidFill>
              </a:rPr>
              <a:t>接收缓冲区的容量为无限大；</a:t>
            </a:r>
            <a:endParaRPr lang="en-US" altLang="zh-CN" sz="2600" dirty="0">
              <a:solidFill>
                <a:schemeClr val="tx1"/>
              </a:solidFill>
            </a:endParaRPr>
          </a:p>
          <a:p>
            <a:pPr lvl="1">
              <a:lnSpc>
                <a:spcPct val="90000"/>
              </a:lnSpc>
              <a:spcBef>
                <a:spcPct val="20000"/>
              </a:spcBef>
              <a:buClr>
                <a:schemeClr val="accent2"/>
              </a:buClr>
              <a:buFont typeface="Wingdings" panose="05000000000000000000" pitchFamily="2" charset="2"/>
              <a:buChar char="n"/>
            </a:pPr>
            <a:r>
              <a:rPr lang="zh-CN" altLang="en-US" sz="2600" dirty="0">
                <a:solidFill>
                  <a:schemeClr val="tx1"/>
                </a:solidFill>
              </a:rPr>
              <a:t>或者是接收速率与发送速率绝对精确相等；</a:t>
            </a:r>
            <a:endParaRPr lang="en-US" altLang="zh-CN" sz="2600" dirty="0">
              <a:solidFill>
                <a:schemeClr val="tx1"/>
              </a:solidFill>
            </a:endParaRPr>
          </a:p>
          <a:p>
            <a:pPr lvl="1">
              <a:lnSpc>
                <a:spcPct val="90000"/>
              </a:lnSpc>
              <a:spcBef>
                <a:spcPct val="20000"/>
              </a:spcBef>
              <a:buClr>
                <a:schemeClr val="accent2"/>
              </a:buClr>
              <a:buFont typeface="Wingdings" panose="05000000000000000000" pitchFamily="2" charset="2"/>
              <a:buChar char="n"/>
            </a:pPr>
            <a:r>
              <a:rPr lang="zh-CN" altLang="en-US" sz="2600" dirty="0">
                <a:solidFill>
                  <a:schemeClr val="tx1"/>
                </a:solidFill>
              </a:rPr>
              <a:t>实际情况很难做到。</a:t>
            </a:r>
            <a:endParaRPr lang="en-US" altLang="zh-CN" sz="2600" dirty="0">
              <a:solidFill>
                <a:schemeClr val="tx1"/>
              </a:solidFill>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8371">
                                            <p:txEl>
                                              <p:pRg st="4" end="4"/>
                                            </p:txEl>
                                          </p:spTgt>
                                        </p:tgtEl>
                                        <p:attrNameLst>
                                          <p:attrName>style.visibility</p:attrName>
                                        </p:attrNameLst>
                                      </p:cBhvr>
                                      <p:to>
                                        <p:strVal val="visible"/>
                                      </p:to>
                                    </p:set>
                                    <p:animEffect transition="in" filter="circle(in)">
                                      <p:cBhvr>
                                        <p:cTn id="7" dur="2000"/>
                                        <p:tgtEl>
                                          <p:spTgt spid="58371">
                                            <p:txEl>
                                              <p:pRg st="4" end="4"/>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8371">
                                            <p:txEl>
                                              <p:pRg st="5" end="5"/>
                                            </p:txEl>
                                          </p:spTgt>
                                        </p:tgtEl>
                                        <p:attrNameLst>
                                          <p:attrName>style.visibility</p:attrName>
                                        </p:attrNameLst>
                                      </p:cBhvr>
                                      <p:to>
                                        <p:strVal val="visible"/>
                                      </p:to>
                                    </p:set>
                                    <p:animEffect transition="in" filter="circle(in)">
                                      <p:cBhvr>
                                        <p:cTn id="10" dur="2000"/>
                                        <p:tgtEl>
                                          <p:spTgt spid="58371">
                                            <p:txEl>
                                              <p:pRg st="5" end="5"/>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58371">
                                            <p:txEl>
                                              <p:pRg st="6" end="6"/>
                                            </p:txEl>
                                          </p:spTgt>
                                        </p:tgtEl>
                                        <p:attrNameLst>
                                          <p:attrName>style.visibility</p:attrName>
                                        </p:attrNameLst>
                                      </p:cBhvr>
                                      <p:to>
                                        <p:strVal val="visible"/>
                                      </p:to>
                                    </p:set>
                                    <p:animEffect transition="in" filter="circle(in)">
                                      <p:cBhvr>
                                        <p:cTn id="13" dur="2000"/>
                                        <p:tgtEl>
                                          <p:spTgt spid="58371">
                                            <p:txEl>
                                              <p:pRg st="6" end="6"/>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58371">
                                            <p:txEl>
                                              <p:pRg st="7" end="7"/>
                                            </p:txEl>
                                          </p:spTgt>
                                        </p:tgtEl>
                                        <p:attrNameLst>
                                          <p:attrName>style.visibility</p:attrName>
                                        </p:attrNameLst>
                                      </p:cBhvr>
                                      <p:to>
                                        <p:strVal val="visible"/>
                                      </p:to>
                                    </p:set>
                                    <p:animEffect transition="in" filter="circle(in)">
                                      <p:cBhvr>
                                        <p:cTn id="16" dur="2000"/>
                                        <p:tgtEl>
                                          <p:spTgt spid="583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85697">
            <a:extLst>
              <a:ext uri="{FF2B5EF4-FFF2-40B4-BE49-F238E27FC236}">
                <a16:creationId xmlns:a16="http://schemas.microsoft.com/office/drawing/2014/main" id="{D5A0EE91-EEBD-4A3D-A87C-C7DDB041D524}"/>
              </a:ext>
            </a:extLst>
          </p:cNvPr>
          <p:cNvSpPr>
            <a:spLocks noGrp="1"/>
          </p:cNvSpPr>
          <p:nvPr>
            <p:ph type="title"/>
          </p:nvPr>
        </p:nvSpPr>
        <p:spPr/>
        <p:txBody>
          <a:bodyPr/>
          <a:lstStyle/>
          <a:p>
            <a:r>
              <a:rPr lang="en-US" altLang="zh-CN"/>
              <a:t>1.</a:t>
            </a:r>
            <a:r>
              <a:rPr lang="zh-CN" altLang="en-US"/>
              <a:t>停止等待协议</a:t>
            </a:r>
            <a:endParaRPr lang="en-US" altLang="zh-CN"/>
          </a:p>
        </p:txBody>
      </p:sp>
      <p:sp>
        <p:nvSpPr>
          <p:cNvPr id="59395" name="文本占位符 285698">
            <a:extLst>
              <a:ext uri="{FF2B5EF4-FFF2-40B4-BE49-F238E27FC236}">
                <a16:creationId xmlns:a16="http://schemas.microsoft.com/office/drawing/2014/main" id="{7149E181-4F27-4B9D-B732-C510A4235D0C}"/>
              </a:ext>
            </a:extLst>
          </p:cNvPr>
          <p:cNvSpPr>
            <a:spLocks noGrp="1"/>
          </p:cNvSpPr>
          <p:nvPr>
            <p:ph type="body" idx="1"/>
          </p:nvPr>
        </p:nvSpPr>
        <p:spPr/>
        <p:txBody>
          <a:bodyPr/>
          <a:lstStyle/>
          <a:p>
            <a:r>
              <a:rPr lang="zh-CN" altLang="en-US"/>
              <a:t>单工停止等待协议（具有最简单流量控制的数据链路层协议）</a:t>
            </a:r>
          </a:p>
          <a:p>
            <a:r>
              <a:rPr lang="zh-CN" altLang="en-US"/>
              <a:t>基于有噪声信道的停止等待协议</a:t>
            </a:r>
            <a:endParaRPr lang="en-US" altLang="zh-CN"/>
          </a:p>
          <a:p>
            <a:endParaRPr lang="zh-CN" altLang="en-US"/>
          </a:p>
          <a:p>
            <a:endParaRPr lang="en-US" altLang="zh-CN"/>
          </a:p>
        </p:txBody>
      </p:sp>
    </p:spTree>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86721">
            <a:extLst>
              <a:ext uri="{FF2B5EF4-FFF2-40B4-BE49-F238E27FC236}">
                <a16:creationId xmlns:a16="http://schemas.microsoft.com/office/drawing/2014/main" id="{78C46422-829A-481A-AC66-C40138691044}"/>
              </a:ext>
            </a:extLst>
          </p:cNvPr>
          <p:cNvSpPr>
            <a:spLocks noGrp="1"/>
          </p:cNvSpPr>
          <p:nvPr>
            <p:ph type="title"/>
          </p:nvPr>
        </p:nvSpPr>
        <p:spPr/>
        <p:txBody>
          <a:bodyPr/>
          <a:lstStyle/>
          <a:p>
            <a:pPr algn="ctr"/>
            <a:r>
              <a:rPr lang="zh-CN" altLang="en-US" dirty="0"/>
              <a:t>单工停止等待协议</a:t>
            </a:r>
            <a:endParaRPr lang="en-US" altLang="zh-CN" dirty="0"/>
          </a:p>
        </p:txBody>
      </p:sp>
      <p:sp>
        <p:nvSpPr>
          <p:cNvPr id="286723" name="文本占位符 286722">
            <a:extLst>
              <a:ext uri="{FF2B5EF4-FFF2-40B4-BE49-F238E27FC236}">
                <a16:creationId xmlns:a16="http://schemas.microsoft.com/office/drawing/2014/main" id="{99E67AA2-29AC-4CDC-8CEA-D0989502D77D}"/>
              </a:ext>
            </a:extLst>
          </p:cNvPr>
          <p:cNvSpPr>
            <a:spLocks noGrp="1"/>
          </p:cNvSpPr>
          <p:nvPr>
            <p:ph type="body" idx="1"/>
          </p:nvPr>
        </p:nvSpPr>
        <p:spPr>
          <a:xfrm>
            <a:off x="323850" y="1341438"/>
            <a:ext cx="8353425" cy="4608512"/>
          </a:xfrm>
        </p:spPr>
        <p:txBody>
          <a:bodyPr/>
          <a:lstStyle/>
          <a:p>
            <a:pPr>
              <a:defRPr/>
            </a:pPr>
            <a:r>
              <a:rPr lang="zh-CN" altLang="en-US" b="1" dirty="0"/>
              <a:t>保留第一个假定</a:t>
            </a:r>
            <a:r>
              <a:rPr lang="zh-CN" altLang="en-US" dirty="0"/>
              <a:t>，</a:t>
            </a:r>
            <a:r>
              <a:rPr lang="zh-CN" altLang="en-US" b="1" dirty="0"/>
              <a:t>去掉第二个假设</a:t>
            </a:r>
            <a:r>
              <a:rPr lang="zh-CN" altLang="en-US" dirty="0"/>
              <a:t>。为了使接收方的接收缓冲区在任何情况下都不会产生溢出，</a:t>
            </a:r>
            <a:r>
              <a:rPr lang="zh-CN" altLang="en-US" b="1" dirty="0"/>
              <a:t>就是发方每发送一幀就暂停下来，等待接收方发来的确认信号</a:t>
            </a:r>
            <a:r>
              <a:rPr lang="zh-CN" altLang="en-US" dirty="0"/>
              <a:t>，</a:t>
            </a:r>
            <a:r>
              <a:rPr lang="zh-CN" altLang="en-US" b="1" dirty="0"/>
              <a:t>然后才发下一幀。 </a:t>
            </a:r>
            <a:endParaRPr lang="en-US" altLang="zh-CN" b="1" dirty="0"/>
          </a:p>
          <a:p>
            <a:pPr marL="0" indent="0">
              <a:buFont typeface="Wingdings" panose="05000000000000000000" pitchFamily="2" charset="2"/>
              <a:buNone/>
              <a:defRPr/>
            </a:pPr>
            <a:r>
              <a:rPr lang="zh-CN" altLang="en-US" b="1" dirty="0"/>
              <a:t> </a:t>
            </a:r>
          </a:p>
          <a:p>
            <a:pPr>
              <a:defRPr/>
            </a:pPr>
            <a:r>
              <a:rPr lang="zh-CN" altLang="en-US" b="1" dirty="0">
                <a:solidFill>
                  <a:srgbClr val="0000FF"/>
                </a:solidFill>
              </a:rPr>
              <a:t>这种方法的流量控制是由收方控制的，也是计算机网络中流量控制的一个基本方法。</a:t>
            </a:r>
            <a:endParaRPr lang="en-US" altLang="zh-CN" b="1" dirty="0">
              <a:solidFill>
                <a:srgbClr val="0000FF"/>
              </a:solidFill>
            </a:endParaRPr>
          </a:p>
          <a:p>
            <a:pPr>
              <a:defRPr/>
            </a:pPr>
            <a:endParaRPr lang="zh-CN" altLang="en-US" b="1" dirty="0">
              <a:solidFill>
                <a:srgbClr val="0000FF"/>
              </a:solidFill>
            </a:endParaRPr>
          </a:p>
          <a:p>
            <a:pPr>
              <a:defRPr/>
            </a:pPr>
            <a:r>
              <a:rPr lang="zh-CN" altLang="en-US" dirty="0"/>
              <a:t>协议简单，但是效率也低。</a:t>
            </a:r>
          </a:p>
        </p:txBody>
      </p:sp>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80577">
            <a:extLst>
              <a:ext uri="{FF2B5EF4-FFF2-40B4-BE49-F238E27FC236}">
                <a16:creationId xmlns:a16="http://schemas.microsoft.com/office/drawing/2014/main" id="{EA6381A3-5E01-4AA0-B37F-9E7103B0A8D1}"/>
              </a:ext>
            </a:extLst>
          </p:cNvPr>
          <p:cNvSpPr>
            <a:spLocks noGrp="1"/>
          </p:cNvSpPr>
          <p:nvPr>
            <p:ph type="title"/>
          </p:nvPr>
        </p:nvSpPr>
        <p:spPr>
          <a:xfrm>
            <a:off x="1065213" y="419100"/>
            <a:ext cx="7216775" cy="603250"/>
          </a:xfrm>
        </p:spPr>
        <p:txBody>
          <a:bodyPr/>
          <a:lstStyle/>
          <a:p>
            <a:pPr algn="ctr"/>
            <a:r>
              <a:rPr lang="zh-CN" altLang="en-US" sz="3000"/>
              <a:t>两种情况的对比（传输均无差错）</a:t>
            </a:r>
          </a:p>
        </p:txBody>
      </p:sp>
      <p:sp>
        <p:nvSpPr>
          <p:cNvPr id="61443" name="任意多边形 280578">
            <a:extLst>
              <a:ext uri="{FF2B5EF4-FFF2-40B4-BE49-F238E27FC236}">
                <a16:creationId xmlns:a16="http://schemas.microsoft.com/office/drawing/2014/main" id="{9C4FFF73-ACA1-43A6-A916-398F8858359F}"/>
              </a:ext>
            </a:extLst>
          </p:cNvPr>
          <p:cNvSpPr>
            <a:spLocks/>
          </p:cNvSpPr>
          <p:nvPr/>
        </p:nvSpPr>
        <p:spPr bwMode="auto">
          <a:xfrm>
            <a:off x="5541963" y="2276475"/>
            <a:ext cx="1835150" cy="781050"/>
          </a:xfrm>
          <a:custGeom>
            <a:avLst/>
            <a:gdLst>
              <a:gd name="T0" fmla="*/ 0 w 1033"/>
              <a:gd name="T1" fmla="*/ 0 h 463"/>
              <a:gd name="T2" fmla="*/ 1032 w 1033"/>
              <a:gd name="T3" fmla="*/ 144 h 463"/>
              <a:gd name="T4" fmla="*/ 1032 w 1033"/>
              <a:gd name="T5" fmla="*/ 462 h 463"/>
              <a:gd name="T6" fmla="*/ 0 w 1033"/>
              <a:gd name="T7" fmla="*/ 318 h 463"/>
              <a:gd name="T8" fmla="*/ 0 w 1033"/>
              <a:gd name="T9" fmla="*/ 0 h 463"/>
              <a:gd name="T10" fmla="*/ 0 w 1033"/>
              <a:gd name="T11" fmla="*/ 0 h 463"/>
              <a:gd name="T12" fmla="*/ 1033 w 1033"/>
              <a:gd name="T13" fmla="*/ 463 h 463"/>
            </a:gdLst>
            <a:ahLst/>
            <a:cxnLst>
              <a:cxn ang="0">
                <a:pos x="T0" y="T1"/>
              </a:cxn>
              <a:cxn ang="0">
                <a:pos x="T2" y="T3"/>
              </a:cxn>
              <a:cxn ang="0">
                <a:pos x="T4" y="T5"/>
              </a:cxn>
              <a:cxn ang="0">
                <a:pos x="T6" y="T7"/>
              </a:cxn>
              <a:cxn ang="0">
                <a:pos x="T8" y="T9"/>
              </a:cxn>
            </a:cxnLst>
            <a:rect l="T10" t="T11" r="T12" b="T13"/>
            <a:pathLst>
              <a:path w="1033" h="463">
                <a:moveTo>
                  <a:pt x="0" y="0"/>
                </a:moveTo>
                <a:lnTo>
                  <a:pt x="1032" y="144"/>
                </a:lnTo>
                <a:lnTo>
                  <a:pt x="1032" y="462"/>
                </a:lnTo>
                <a:lnTo>
                  <a:pt x="0" y="318"/>
                </a:lnTo>
                <a:lnTo>
                  <a:pt x="0" y="0"/>
                </a:lnTo>
              </a:path>
            </a:pathLst>
          </a:custGeom>
          <a:solidFill>
            <a:srgbClr val="FFFF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61444" name="直接连接符 280579">
            <a:extLst>
              <a:ext uri="{FF2B5EF4-FFF2-40B4-BE49-F238E27FC236}">
                <a16:creationId xmlns:a16="http://schemas.microsoft.com/office/drawing/2014/main" id="{1EA915A8-BC87-40FE-A67C-1E4090A81FD4}"/>
              </a:ext>
            </a:extLst>
          </p:cNvPr>
          <p:cNvSpPr>
            <a:spLocks noChangeShapeType="1"/>
          </p:cNvSpPr>
          <p:nvPr/>
        </p:nvSpPr>
        <p:spPr bwMode="auto">
          <a:xfrm>
            <a:off x="1212850" y="2130425"/>
            <a:ext cx="0" cy="3179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5" name="直接连接符 280580">
            <a:extLst>
              <a:ext uri="{FF2B5EF4-FFF2-40B4-BE49-F238E27FC236}">
                <a16:creationId xmlns:a16="http://schemas.microsoft.com/office/drawing/2014/main" id="{F9F50D47-2C70-4A23-8D71-D9DD61C147E0}"/>
              </a:ext>
            </a:extLst>
          </p:cNvPr>
          <p:cNvSpPr>
            <a:spLocks noChangeShapeType="1"/>
          </p:cNvSpPr>
          <p:nvPr/>
        </p:nvSpPr>
        <p:spPr bwMode="auto">
          <a:xfrm>
            <a:off x="3090863" y="2130425"/>
            <a:ext cx="0" cy="31607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6" name="矩形 280581">
            <a:extLst>
              <a:ext uri="{FF2B5EF4-FFF2-40B4-BE49-F238E27FC236}">
                <a16:creationId xmlns:a16="http://schemas.microsoft.com/office/drawing/2014/main" id="{E63D85A3-EC02-4D99-9AC7-55F9EDEB9277}"/>
              </a:ext>
            </a:extLst>
          </p:cNvPr>
          <p:cNvSpPr>
            <a:spLocks noChangeArrowheads="1"/>
          </p:cNvSpPr>
          <p:nvPr/>
        </p:nvSpPr>
        <p:spPr bwMode="auto">
          <a:xfrm>
            <a:off x="1038225" y="1819275"/>
            <a:ext cx="35083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A</a:t>
            </a:r>
          </a:p>
        </p:txBody>
      </p:sp>
      <p:sp>
        <p:nvSpPr>
          <p:cNvPr id="61447" name="矩形 280582">
            <a:extLst>
              <a:ext uri="{FF2B5EF4-FFF2-40B4-BE49-F238E27FC236}">
                <a16:creationId xmlns:a16="http://schemas.microsoft.com/office/drawing/2014/main" id="{CDF77DE4-4B62-4224-8C07-EFCC2C1AB4F0}"/>
              </a:ext>
            </a:extLst>
          </p:cNvPr>
          <p:cNvSpPr>
            <a:spLocks noChangeArrowheads="1"/>
          </p:cNvSpPr>
          <p:nvPr/>
        </p:nvSpPr>
        <p:spPr bwMode="auto">
          <a:xfrm>
            <a:off x="2903538" y="1819275"/>
            <a:ext cx="3508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B</a:t>
            </a:r>
          </a:p>
        </p:txBody>
      </p:sp>
      <p:sp>
        <p:nvSpPr>
          <p:cNvPr id="61448" name="直接连接符 280583">
            <a:extLst>
              <a:ext uri="{FF2B5EF4-FFF2-40B4-BE49-F238E27FC236}">
                <a16:creationId xmlns:a16="http://schemas.microsoft.com/office/drawing/2014/main" id="{A8752056-A622-43C9-8836-04F48E89876E}"/>
              </a:ext>
            </a:extLst>
          </p:cNvPr>
          <p:cNvSpPr>
            <a:spLocks noChangeShapeType="1"/>
          </p:cNvSpPr>
          <p:nvPr/>
        </p:nvSpPr>
        <p:spPr bwMode="auto">
          <a:xfrm>
            <a:off x="1219200" y="2282825"/>
            <a:ext cx="1862138" cy="2143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9" name="直接连接符 280584">
            <a:extLst>
              <a:ext uri="{FF2B5EF4-FFF2-40B4-BE49-F238E27FC236}">
                <a16:creationId xmlns:a16="http://schemas.microsoft.com/office/drawing/2014/main" id="{986CBA7C-5E96-405E-AE84-13D29C38F0DB}"/>
              </a:ext>
            </a:extLst>
          </p:cNvPr>
          <p:cNvSpPr>
            <a:spLocks noChangeShapeType="1"/>
          </p:cNvSpPr>
          <p:nvPr/>
        </p:nvSpPr>
        <p:spPr bwMode="auto">
          <a:xfrm>
            <a:off x="1219200" y="2824163"/>
            <a:ext cx="1862138"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0" name="任意多边形 280585">
            <a:extLst>
              <a:ext uri="{FF2B5EF4-FFF2-40B4-BE49-F238E27FC236}">
                <a16:creationId xmlns:a16="http://schemas.microsoft.com/office/drawing/2014/main" id="{4DC8595E-83AF-4616-B90C-F9AB2AC0E39F}"/>
              </a:ext>
            </a:extLst>
          </p:cNvPr>
          <p:cNvSpPr>
            <a:spLocks/>
          </p:cNvSpPr>
          <p:nvPr/>
        </p:nvSpPr>
        <p:spPr bwMode="auto">
          <a:xfrm>
            <a:off x="1233488" y="2305050"/>
            <a:ext cx="1835150" cy="712788"/>
          </a:xfrm>
          <a:custGeom>
            <a:avLst/>
            <a:gdLst>
              <a:gd name="T0" fmla="*/ 0 w 1033"/>
              <a:gd name="T1" fmla="*/ 0 h 451"/>
              <a:gd name="T2" fmla="*/ 1032 w 1033"/>
              <a:gd name="T3" fmla="*/ 140 h 451"/>
              <a:gd name="T4" fmla="*/ 1032 w 1033"/>
              <a:gd name="T5" fmla="*/ 450 h 451"/>
              <a:gd name="T6" fmla="*/ 0 w 1033"/>
              <a:gd name="T7" fmla="*/ 310 h 451"/>
              <a:gd name="T8" fmla="*/ 0 w 1033"/>
              <a:gd name="T9" fmla="*/ 0 h 451"/>
              <a:gd name="T10" fmla="*/ 0 w 1033"/>
              <a:gd name="T11" fmla="*/ 0 h 451"/>
              <a:gd name="T12" fmla="*/ 1033 w 1033"/>
              <a:gd name="T13" fmla="*/ 451 h 451"/>
            </a:gdLst>
            <a:ahLst/>
            <a:cxnLst>
              <a:cxn ang="0">
                <a:pos x="T0" y="T1"/>
              </a:cxn>
              <a:cxn ang="0">
                <a:pos x="T2" y="T3"/>
              </a:cxn>
              <a:cxn ang="0">
                <a:pos x="T4" y="T5"/>
              </a:cxn>
              <a:cxn ang="0">
                <a:pos x="T6" y="T7"/>
              </a:cxn>
              <a:cxn ang="0">
                <a:pos x="T8" y="T9"/>
              </a:cxn>
            </a:cxnLst>
            <a:rect l="T10" t="T11" r="T12" b="T13"/>
            <a:pathLst>
              <a:path w="1033" h="451">
                <a:moveTo>
                  <a:pt x="0" y="0"/>
                </a:moveTo>
                <a:lnTo>
                  <a:pt x="1032" y="140"/>
                </a:lnTo>
                <a:lnTo>
                  <a:pt x="1032" y="450"/>
                </a:lnTo>
                <a:lnTo>
                  <a:pt x="0" y="310"/>
                </a:lnTo>
                <a:lnTo>
                  <a:pt x="0" y="0"/>
                </a:lnTo>
              </a:path>
            </a:pathLst>
          </a:custGeom>
          <a:solidFill>
            <a:srgbClr val="FFFF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61451" name="右箭头 280586">
            <a:extLst>
              <a:ext uri="{FF2B5EF4-FFF2-40B4-BE49-F238E27FC236}">
                <a16:creationId xmlns:a16="http://schemas.microsoft.com/office/drawing/2014/main" id="{A9D306B9-72D0-4DE7-A530-FC468095E522}"/>
              </a:ext>
            </a:extLst>
          </p:cNvPr>
          <p:cNvSpPr>
            <a:spLocks noChangeArrowheads="1"/>
          </p:cNvSpPr>
          <p:nvPr/>
        </p:nvSpPr>
        <p:spPr bwMode="auto">
          <a:xfrm rot="480000">
            <a:off x="2382838" y="2633663"/>
            <a:ext cx="496887" cy="158750"/>
          </a:xfrm>
          <a:prstGeom prst="rightArrow">
            <a:avLst>
              <a:gd name="adj1" fmla="val 50000"/>
              <a:gd name="adj2" fmla="val 156514"/>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61452" name="矩形 280587">
            <a:extLst>
              <a:ext uri="{FF2B5EF4-FFF2-40B4-BE49-F238E27FC236}">
                <a16:creationId xmlns:a16="http://schemas.microsoft.com/office/drawing/2014/main" id="{7EB92C33-38C2-43B1-9928-6D799BF8A84F}"/>
              </a:ext>
            </a:extLst>
          </p:cNvPr>
          <p:cNvSpPr>
            <a:spLocks noChangeArrowheads="1"/>
          </p:cNvSpPr>
          <p:nvPr/>
        </p:nvSpPr>
        <p:spPr bwMode="auto">
          <a:xfrm rot="540000">
            <a:off x="1368425" y="2398713"/>
            <a:ext cx="8604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DATA</a:t>
            </a:r>
          </a:p>
        </p:txBody>
      </p:sp>
      <p:sp>
        <p:nvSpPr>
          <p:cNvPr id="61453" name="直接连接符 280588">
            <a:extLst>
              <a:ext uri="{FF2B5EF4-FFF2-40B4-BE49-F238E27FC236}">
                <a16:creationId xmlns:a16="http://schemas.microsoft.com/office/drawing/2014/main" id="{24A91B7D-6D69-4590-82EE-093121768823}"/>
              </a:ext>
            </a:extLst>
          </p:cNvPr>
          <p:cNvSpPr>
            <a:spLocks noChangeShapeType="1"/>
          </p:cNvSpPr>
          <p:nvPr/>
        </p:nvSpPr>
        <p:spPr bwMode="auto">
          <a:xfrm>
            <a:off x="1219200" y="2947988"/>
            <a:ext cx="1862138"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4" name="直接连接符 280589">
            <a:extLst>
              <a:ext uri="{FF2B5EF4-FFF2-40B4-BE49-F238E27FC236}">
                <a16:creationId xmlns:a16="http://schemas.microsoft.com/office/drawing/2014/main" id="{A55D4BBA-FC7A-4DEF-8C0C-A25733431A2E}"/>
              </a:ext>
            </a:extLst>
          </p:cNvPr>
          <p:cNvSpPr>
            <a:spLocks noChangeShapeType="1"/>
          </p:cNvSpPr>
          <p:nvPr/>
        </p:nvSpPr>
        <p:spPr bwMode="auto">
          <a:xfrm>
            <a:off x="1219200" y="3490913"/>
            <a:ext cx="1862138"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5" name="任意多边形 280590">
            <a:extLst>
              <a:ext uri="{FF2B5EF4-FFF2-40B4-BE49-F238E27FC236}">
                <a16:creationId xmlns:a16="http://schemas.microsoft.com/office/drawing/2014/main" id="{3C11BD4C-26C9-4C83-9573-5D070EDD97B8}"/>
              </a:ext>
            </a:extLst>
          </p:cNvPr>
          <p:cNvSpPr>
            <a:spLocks/>
          </p:cNvSpPr>
          <p:nvPr/>
        </p:nvSpPr>
        <p:spPr bwMode="auto">
          <a:xfrm>
            <a:off x="1233488" y="2970213"/>
            <a:ext cx="1835150" cy="714375"/>
          </a:xfrm>
          <a:custGeom>
            <a:avLst/>
            <a:gdLst>
              <a:gd name="T0" fmla="*/ 0 w 1033"/>
              <a:gd name="T1" fmla="*/ 0 h 451"/>
              <a:gd name="T2" fmla="*/ 1032 w 1033"/>
              <a:gd name="T3" fmla="*/ 140 h 451"/>
              <a:gd name="T4" fmla="*/ 1032 w 1033"/>
              <a:gd name="T5" fmla="*/ 450 h 451"/>
              <a:gd name="T6" fmla="*/ 0 w 1033"/>
              <a:gd name="T7" fmla="*/ 310 h 451"/>
              <a:gd name="T8" fmla="*/ 0 w 1033"/>
              <a:gd name="T9" fmla="*/ 0 h 451"/>
              <a:gd name="T10" fmla="*/ 0 w 1033"/>
              <a:gd name="T11" fmla="*/ 0 h 451"/>
              <a:gd name="T12" fmla="*/ 1033 w 1033"/>
              <a:gd name="T13" fmla="*/ 451 h 451"/>
            </a:gdLst>
            <a:ahLst/>
            <a:cxnLst>
              <a:cxn ang="0">
                <a:pos x="T0" y="T1"/>
              </a:cxn>
              <a:cxn ang="0">
                <a:pos x="T2" y="T3"/>
              </a:cxn>
              <a:cxn ang="0">
                <a:pos x="T4" y="T5"/>
              </a:cxn>
              <a:cxn ang="0">
                <a:pos x="T6" y="T7"/>
              </a:cxn>
              <a:cxn ang="0">
                <a:pos x="T8" y="T9"/>
              </a:cxn>
            </a:cxnLst>
            <a:rect l="T10" t="T11" r="T12" b="T13"/>
            <a:pathLst>
              <a:path w="1033" h="451">
                <a:moveTo>
                  <a:pt x="0" y="0"/>
                </a:moveTo>
                <a:lnTo>
                  <a:pt x="1032" y="140"/>
                </a:lnTo>
                <a:lnTo>
                  <a:pt x="1032" y="450"/>
                </a:lnTo>
                <a:lnTo>
                  <a:pt x="0" y="310"/>
                </a:lnTo>
                <a:lnTo>
                  <a:pt x="0" y="0"/>
                </a:lnTo>
              </a:path>
            </a:pathLst>
          </a:custGeom>
          <a:solidFill>
            <a:srgbClr val="FFFF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61456" name="右箭头 280591">
            <a:extLst>
              <a:ext uri="{FF2B5EF4-FFF2-40B4-BE49-F238E27FC236}">
                <a16:creationId xmlns:a16="http://schemas.microsoft.com/office/drawing/2014/main" id="{927AAFC9-A584-4046-86ED-EC140B98BAFA}"/>
              </a:ext>
            </a:extLst>
          </p:cNvPr>
          <p:cNvSpPr>
            <a:spLocks noChangeArrowheads="1"/>
          </p:cNvSpPr>
          <p:nvPr/>
        </p:nvSpPr>
        <p:spPr bwMode="auto">
          <a:xfrm rot="480000">
            <a:off x="2382838" y="3300413"/>
            <a:ext cx="496887" cy="157162"/>
          </a:xfrm>
          <a:prstGeom prst="rightArrow">
            <a:avLst>
              <a:gd name="adj1" fmla="val 50000"/>
              <a:gd name="adj2" fmla="val 158096"/>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61457" name="矩形 280592">
            <a:extLst>
              <a:ext uri="{FF2B5EF4-FFF2-40B4-BE49-F238E27FC236}">
                <a16:creationId xmlns:a16="http://schemas.microsoft.com/office/drawing/2014/main" id="{C2882CF5-BC7B-4629-AF78-A6E9423C2B75}"/>
              </a:ext>
            </a:extLst>
          </p:cNvPr>
          <p:cNvSpPr>
            <a:spLocks noChangeArrowheads="1"/>
          </p:cNvSpPr>
          <p:nvPr/>
        </p:nvSpPr>
        <p:spPr bwMode="auto">
          <a:xfrm rot="540000">
            <a:off x="1365250" y="3063875"/>
            <a:ext cx="8604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DATA</a:t>
            </a:r>
          </a:p>
        </p:txBody>
      </p:sp>
      <p:sp>
        <p:nvSpPr>
          <p:cNvPr id="61458" name="直接连接符 280593">
            <a:extLst>
              <a:ext uri="{FF2B5EF4-FFF2-40B4-BE49-F238E27FC236}">
                <a16:creationId xmlns:a16="http://schemas.microsoft.com/office/drawing/2014/main" id="{3CD3896E-8950-4A93-B9EA-6CAECA7D1175}"/>
              </a:ext>
            </a:extLst>
          </p:cNvPr>
          <p:cNvSpPr>
            <a:spLocks noChangeShapeType="1"/>
          </p:cNvSpPr>
          <p:nvPr/>
        </p:nvSpPr>
        <p:spPr bwMode="auto">
          <a:xfrm>
            <a:off x="1219200" y="3613150"/>
            <a:ext cx="1862138"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9" name="直接连接符 280594">
            <a:extLst>
              <a:ext uri="{FF2B5EF4-FFF2-40B4-BE49-F238E27FC236}">
                <a16:creationId xmlns:a16="http://schemas.microsoft.com/office/drawing/2014/main" id="{A3C93443-CE2D-4545-885C-6A1A9941E678}"/>
              </a:ext>
            </a:extLst>
          </p:cNvPr>
          <p:cNvSpPr>
            <a:spLocks noChangeShapeType="1"/>
          </p:cNvSpPr>
          <p:nvPr/>
        </p:nvSpPr>
        <p:spPr bwMode="auto">
          <a:xfrm>
            <a:off x="1219200" y="4156075"/>
            <a:ext cx="1862138" cy="212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0" name="任意多边形 280595">
            <a:extLst>
              <a:ext uri="{FF2B5EF4-FFF2-40B4-BE49-F238E27FC236}">
                <a16:creationId xmlns:a16="http://schemas.microsoft.com/office/drawing/2014/main" id="{1D01D5B4-474F-4432-A029-365163A5CE54}"/>
              </a:ext>
            </a:extLst>
          </p:cNvPr>
          <p:cNvSpPr>
            <a:spLocks/>
          </p:cNvSpPr>
          <p:nvPr/>
        </p:nvSpPr>
        <p:spPr bwMode="auto">
          <a:xfrm>
            <a:off x="1233488" y="3627438"/>
            <a:ext cx="1835150" cy="722312"/>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 name="T10" fmla="*/ 0 w 1033"/>
              <a:gd name="T11" fmla="*/ 0 h 457"/>
              <a:gd name="T12" fmla="*/ 1033 w 1033"/>
              <a:gd name="T13" fmla="*/ 457 h 457"/>
            </a:gdLst>
            <a:ahLst/>
            <a:cxnLst>
              <a:cxn ang="0">
                <a:pos x="T0" y="T1"/>
              </a:cxn>
              <a:cxn ang="0">
                <a:pos x="T2" y="T3"/>
              </a:cxn>
              <a:cxn ang="0">
                <a:pos x="T4" y="T5"/>
              </a:cxn>
              <a:cxn ang="0">
                <a:pos x="T6" y="T7"/>
              </a:cxn>
              <a:cxn ang="0">
                <a:pos x="T8" y="T9"/>
              </a:cxn>
            </a:cxnLst>
            <a:rect l="T10" t="T11" r="T12" b="T13"/>
            <a:pathLst>
              <a:path w="1033" h="457">
                <a:moveTo>
                  <a:pt x="0" y="0"/>
                </a:moveTo>
                <a:lnTo>
                  <a:pt x="1032" y="142"/>
                </a:lnTo>
                <a:lnTo>
                  <a:pt x="1032" y="456"/>
                </a:lnTo>
                <a:lnTo>
                  <a:pt x="0" y="314"/>
                </a:lnTo>
                <a:lnTo>
                  <a:pt x="0" y="0"/>
                </a:lnTo>
              </a:path>
            </a:pathLst>
          </a:custGeom>
          <a:solidFill>
            <a:srgbClr val="FFFF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61461" name="右箭头 280596">
            <a:extLst>
              <a:ext uri="{FF2B5EF4-FFF2-40B4-BE49-F238E27FC236}">
                <a16:creationId xmlns:a16="http://schemas.microsoft.com/office/drawing/2014/main" id="{800A27D3-5C29-4484-9E74-B00B28D6BFCA}"/>
              </a:ext>
            </a:extLst>
          </p:cNvPr>
          <p:cNvSpPr>
            <a:spLocks noChangeArrowheads="1"/>
          </p:cNvSpPr>
          <p:nvPr/>
        </p:nvSpPr>
        <p:spPr bwMode="auto">
          <a:xfrm rot="480000">
            <a:off x="2382838" y="3965575"/>
            <a:ext cx="496887" cy="158750"/>
          </a:xfrm>
          <a:prstGeom prst="rightArrow">
            <a:avLst>
              <a:gd name="adj1" fmla="val 50000"/>
              <a:gd name="adj2" fmla="val 156514"/>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61462" name="矩形 280597">
            <a:extLst>
              <a:ext uri="{FF2B5EF4-FFF2-40B4-BE49-F238E27FC236}">
                <a16:creationId xmlns:a16="http://schemas.microsoft.com/office/drawing/2014/main" id="{5787D32D-3C68-4DAE-B4B9-70ABB609B6F9}"/>
              </a:ext>
            </a:extLst>
          </p:cNvPr>
          <p:cNvSpPr>
            <a:spLocks noChangeArrowheads="1"/>
          </p:cNvSpPr>
          <p:nvPr/>
        </p:nvSpPr>
        <p:spPr bwMode="auto">
          <a:xfrm rot="540000">
            <a:off x="1368425" y="3727450"/>
            <a:ext cx="8604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DATA</a:t>
            </a:r>
          </a:p>
        </p:txBody>
      </p:sp>
      <p:sp>
        <p:nvSpPr>
          <p:cNvPr id="61463" name="直接连接符 280598">
            <a:extLst>
              <a:ext uri="{FF2B5EF4-FFF2-40B4-BE49-F238E27FC236}">
                <a16:creationId xmlns:a16="http://schemas.microsoft.com/office/drawing/2014/main" id="{7961BF36-6C4A-4BD0-A945-63CBC52716FB}"/>
              </a:ext>
            </a:extLst>
          </p:cNvPr>
          <p:cNvSpPr>
            <a:spLocks noChangeShapeType="1"/>
          </p:cNvSpPr>
          <p:nvPr/>
        </p:nvSpPr>
        <p:spPr bwMode="auto">
          <a:xfrm>
            <a:off x="1219200" y="4278313"/>
            <a:ext cx="1862138" cy="214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4" name="直接连接符 280599">
            <a:extLst>
              <a:ext uri="{FF2B5EF4-FFF2-40B4-BE49-F238E27FC236}">
                <a16:creationId xmlns:a16="http://schemas.microsoft.com/office/drawing/2014/main" id="{3E5B3430-016D-4535-BE16-EE9717DF027B}"/>
              </a:ext>
            </a:extLst>
          </p:cNvPr>
          <p:cNvSpPr>
            <a:spLocks noChangeShapeType="1"/>
          </p:cNvSpPr>
          <p:nvPr/>
        </p:nvSpPr>
        <p:spPr bwMode="auto">
          <a:xfrm>
            <a:off x="1219200" y="4819650"/>
            <a:ext cx="1862138"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5" name="任意多边形 280600">
            <a:extLst>
              <a:ext uri="{FF2B5EF4-FFF2-40B4-BE49-F238E27FC236}">
                <a16:creationId xmlns:a16="http://schemas.microsoft.com/office/drawing/2014/main" id="{CF28FB86-B9CC-4CE4-BE03-6A3C9FB7CE61}"/>
              </a:ext>
            </a:extLst>
          </p:cNvPr>
          <p:cNvSpPr>
            <a:spLocks/>
          </p:cNvSpPr>
          <p:nvPr/>
        </p:nvSpPr>
        <p:spPr bwMode="auto">
          <a:xfrm>
            <a:off x="1233488" y="4291013"/>
            <a:ext cx="1835150" cy="725487"/>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 name="T10" fmla="*/ 0 w 1033"/>
              <a:gd name="T11" fmla="*/ 0 h 457"/>
              <a:gd name="T12" fmla="*/ 1033 w 1033"/>
              <a:gd name="T13" fmla="*/ 457 h 457"/>
            </a:gdLst>
            <a:ahLst/>
            <a:cxnLst>
              <a:cxn ang="0">
                <a:pos x="T0" y="T1"/>
              </a:cxn>
              <a:cxn ang="0">
                <a:pos x="T2" y="T3"/>
              </a:cxn>
              <a:cxn ang="0">
                <a:pos x="T4" y="T5"/>
              </a:cxn>
              <a:cxn ang="0">
                <a:pos x="T6" y="T7"/>
              </a:cxn>
              <a:cxn ang="0">
                <a:pos x="T8" y="T9"/>
              </a:cxn>
            </a:cxnLst>
            <a:rect l="T10" t="T11" r="T12" b="T13"/>
            <a:pathLst>
              <a:path w="1033" h="457">
                <a:moveTo>
                  <a:pt x="0" y="0"/>
                </a:moveTo>
                <a:lnTo>
                  <a:pt x="1032" y="142"/>
                </a:lnTo>
                <a:lnTo>
                  <a:pt x="1032" y="456"/>
                </a:lnTo>
                <a:lnTo>
                  <a:pt x="0" y="314"/>
                </a:lnTo>
                <a:lnTo>
                  <a:pt x="0" y="0"/>
                </a:lnTo>
              </a:path>
            </a:pathLst>
          </a:custGeom>
          <a:solidFill>
            <a:srgbClr val="FFFF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61466" name="右箭头 280601">
            <a:extLst>
              <a:ext uri="{FF2B5EF4-FFF2-40B4-BE49-F238E27FC236}">
                <a16:creationId xmlns:a16="http://schemas.microsoft.com/office/drawing/2014/main" id="{54F1E73C-DB36-42DE-B3DF-C29F176E8556}"/>
              </a:ext>
            </a:extLst>
          </p:cNvPr>
          <p:cNvSpPr>
            <a:spLocks noChangeArrowheads="1"/>
          </p:cNvSpPr>
          <p:nvPr/>
        </p:nvSpPr>
        <p:spPr bwMode="auto">
          <a:xfrm rot="480000">
            <a:off x="2382838" y="4629150"/>
            <a:ext cx="496887" cy="158750"/>
          </a:xfrm>
          <a:prstGeom prst="rightArrow">
            <a:avLst>
              <a:gd name="adj1" fmla="val 50000"/>
              <a:gd name="adj2" fmla="val 156514"/>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61467" name="矩形 280602">
            <a:extLst>
              <a:ext uri="{FF2B5EF4-FFF2-40B4-BE49-F238E27FC236}">
                <a16:creationId xmlns:a16="http://schemas.microsoft.com/office/drawing/2014/main" id="{6402B94E-F9F7-40C7-9400-F6E65802827C}"/>
              </a:ext>
            </a:extLst>
          </p:cNvPr>
          <p:cNvSpPr>
            <a:spLocks noChangeArrowheads="1"/>
          </p:cNvSpPr>
          <p:nvPr/>
        </p:nvSpPr>
        <p:spPr bwMode="auto">
          <a:xfrm rot="540000">
            <a:off x="1365250" y="4395788"/>
            <a:ext cx="8604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DATA</a:t>
            </a:r>
          </a:p>
        </p:txBody>
      </p:sp>
      <p:sp>
        <p:nvSpPr>
          <p:cNvPr id="61468" name="直接连接符 280603">
            <a:extLst>
              <a:ext uri="{FF2B5EF4-FFF2-40B4-BE49-F238E27FC236}">
                <a16:creationId xmlns:a16="http://schemas.microsoft.com/office/drawing/2014/main" id="{B64BBAFE-A529-419B-BFA3-6987AB410E9C}"/>
              </a:ext>
            </a:extLst>
          </p:cNvPr>
          <p:cNvSpPr>
            <a:spLocks noChangeShapeType="1"/>
          </p:cNvSpPr>
          <p:nvPr/>
        </p:nvSpPr>
        <p:spPr bwMode="auto">
          <a:xfrm>
            <a:off x="3097213" y="3084513"/>
            <a:ext cx="390525"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69" name="矩形 280604">
            <a:extLst>
              <a:ext uri="{FF2B5EF4-FFF2-40B4-BE49-F238E27FC236}">
                <a16:creationId xmlns:a16="http://schemas.microsoft.com/office/drawing/2014/main" id="{C9A4E10D-03E0-401F-AC4F-00F5C8BA4492}"/>
              </a:ext>
            </a:extLst>
          </p:cNvPr>
          <p:cNvSpPr>
            <a:spLocks noChangeArrowheads="1"/>
          </p:cNvSpPr>
          <p:nvPr/>
        </p:nvSpPr>
        <p:spPr bwMode="auto">
          <a:xfrm>
            <a:off x="3444875" y="2940050"/>
            <a:ext cx="11826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送主机 </a:t>
            </a:r>
            <a:r>
              <a:rPr lang="en-US" altLang="zh-CN" sz="2000">
                <a:solidFill>
                  <a:schemeClr val="tx1"/>
                </a:solidFill>
                <a:ea typeface="黑体" panose="02010609060101010101" pitchFamily="49" charset="-122"/>
              </a:rPr>
              <a:t>B</a:t>
            </a:r>
          </a:p>
        </p:txBody>
      </p:sp>
      <p:sp>
        <p:nvSpPr>
          <p:cNvPr id="61470" name="直接连接符 280605">
            <a:extLst>
              <a:ext uri="{FF2B5EF4-FFF2-40B4-BE49-F238E27FC236}">
                <a16:creationId xmlns:a16="http://schemas.microsoft.com/office/drawing/2014/main" id="{8851C403-DDF8-4C79-893F-0D3E5E08CEC1}"/>
              </a:ext>
            </a:extLst>
          </p:cNvPr>
          <p:cNvSpPr>
            <a:spLocks noChangeShapeType="1"/>
          </p:cNvSpPr>
          <p:nvPr/>
        </p:nvSpPr>
        <p:spPr bwMode="auto">
          <a:xfrm>
            <a:off x="3106738" y="3767138"/>
            <a:ext cx="390525"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71" name="矩形 280606">
            <a:extLst>
              <a:ext uri="{FF2B5EF4-FFF2-40B4-BE49-F238E27FC236}">
                <a16:creationId xmlns:a16="http://schemas.microsoft.com/office/drawing/2014/main" id="{97EDCA0F-8F13-4AE4-97B1-2F241BBA5534}"/>
              </a:ext>
            </a:extLst>
          </p:cNvPr>
          <p:cNvSpPr>
            <a:spLocks noChangeArrowheads="1"/>
          </p:cNvSpPr>
          <p:nvPr/>
        </p:nvSpPr>
        <p:spPr bwMode="auto">
          <a:xfrm>
            <a:off x="3457575" y="3622675"/>
            <a:ext cx="11826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送主机 </a:t>
            </a:r>
            <a:r>
              <a:rPr lang="en-US" altLang="zh-CN" sz="2000">
                <a:solidFill>
                  <a:schemeClr val="tx1"/>
                </a:solidFill>
                <a:ea typeface="黑体" panose="02010609060101010101" pitchFamily="49" charset="-122"/>
              </a:rPr>
              <a:t>B</a:t>
            </a:r>
          </a:p>
        </p:txBody>
      </p:sp>
      <p:sp>
        <p:nvSpPr>
          <p:cNvPr id="61472" name="直接连接符 280607">
            <a:extLst>
              <a:ext uri="{FF2B5EF4-FFF2-40B4-BE49-F238E27FC236}">
                <a16:creationId xmlns:a16="http://schemas.microsoft.com/office/drawing/2014/main" id="{EC00CA0F-DEA8-455D-9466-05685ED8FECD}"/>
              </a:ext>
            </a:extLst>
          </p:cNvPr>
          <p:cNvSpPr>
            <a:spLocks noChangeShapeType="1"/>
          </p:cNvSpPr>
          <p:nvPr/>
        </p:nvSpPr>
        <p:spPr bwMode="auto">
          <a:xfrm>
            <a:off x="3106738" y="4433888"/>
            <a:ext cx="390525"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73" name="矩形 280608">
            <a:extLst>
              <a:ext uri="{FF2B5EF4-FFF2-40B4-BE49-F238E27FC236}">
                <a16:creationId xmlns:a16="http://schemas.microsoft.com/office/drawing/2014/main" id="{99CA9532-5C7E-4692-BB05-AC5629DB8C90}"/>
              </a:ext>
            </a:extLst>
          </p:cNvPr>
          <p:cNvSpPr>
            <a:spLocks noChangeArrowheads="1"/>
          </p:cNvSpPr>
          <p:nvPr/>
        </p:nvSpPr>
        <p:spPr bwMode="auto">
          <a:xfrm>
            <a:off x="3457575" y="4291013"/>
            <a:ext cx="11826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送主机 </a:t>
            </a:r>
            <a:r>
              <a:rPr lang="en-US" altLang="zh-CN" sz="2000">
                <a:solidFill>
                  <a:schemeClr val="tx1"/>
                </a:solidFill>
                <a:ea typeface="黑体" panose="02010609060101010101" pitchFamily="49" charset="-122"/>
              </a:rPr>
              <a:t>B</a:t>
            </a:r>
          </a:p>
        </p:txBody>
      </p:sp>
      <p:sp>
        <p:nvSpPr>
          <p:cNvPr id="61474" name="直接连接符 280609">
            <a:extLst>
              <a:ext uri="{FF2B5EF4-FFF2-40B4-BE49-F238E27FC236}">
                <a16:creationId xmlns:a16="http://schemas.microsoft.com/office/drawing/2014/main" id="{16DCF9AA-25E8-4F6F-914E-61F3AB246BB8}"/>
              </a:ext>
            </a:extLst>
          </p:cNvPr>
          <p:cNvSpPr>
            <a:spLocks noChangeShapeType="1"/>
          </p:cNvSpPr>
          <p:nvPr/>
        </p:nvSpPr>
        <p:spPr bwMode="auto">
          <a:xfrm>
            <a:off x="3106738" y="5099050"/>
            <a:ext cx="390525"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75" name="矩形 280610">
            <a:extLst>
              <a:ext uri="{FF2B5EF4-FFF2-40B4-BE49-F238E27FC236}">
                <a16:creationId xmlns:a16="http://schemas.microsoft.com/office/drawing/2014/main" id="{3DC99315-520A-46DD-A920-341FF6905C3E}"/>
              </a:ext>
            </a:extLst>
          </p:cNvPr>
          <p:cNvSpPr>
            <a:spLocks noChangeArrowheads="1"/>
          </p:cNvSpPr>
          <p:nvPr/>
        </p:nvSpPr>
        <p:spPr bwMode="auto">
          <a:xfrm>
            <a:off x="3457575" y="4954588"/>
            <a:ext cx="11826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送主机 </a:t>
            </a:r>
            <a:r>
              <a:rPr lang="en-US" altLang="zh-CN" sz="2000">
                <a:solidFill>
                  <a:schemeClr val="tx1"/>
                </a:solidFill>
                <a:ea typeface="黑体" panose="02010609060101010101" pitchFamily="49" charset="-122"/>
              </a:rPr>
              <a:t>B</a:t>
            </a:r>
          </a:p>
        </p:txBody>
      </p:sp>
      <p:sp>
        <p:nvSpPr>
          <p:cNvPr id="61476" name="直接连接符 280611">
            <a:extLst>
              <a:ext uri="{FF2B5EF4-FFF2-40B4-BE49-F238E27FC236}">
                <a16:creationId xmlns:a16="http://schemas.microsoft.com/office/drawing/2014/main" id="{A611A530-7D47-4B76-A989-7F13FBD84934}"/>
              </a:ext>
            </a:extLst>
          </p:cNvPr>
          <p:cNvSpPr>
            <a:spLocks noChangeShapeType="1"/>
          </p:cNvSpPr>
          <p:nvPr/>
        </p:nvSpPr>
        <p:spPr bwMode="auto">
          <a:xfrm>
            <a:off x="7397750" y="2149475"/>
            <a:ext cx="0" cy="3179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7" name="矩形 280612">
            <a:extLst>
              <a:ext uri="{FF2B5EF4-FFF2-40B4-BE49-F238E27FC236}">
                <a16:creationId xmlns:a16="http://schemas.microsoft.com/office/drawing/2014/main" id="{C6CF4082-3C63-4E07-A744-4E0CCF9F5231}"/>
              </a:ext>
            </a:extLst>
          </p:cNvPr>
          <p:cNvSpPr>
            <a:spLocks noChangeArrowheads="1"/>
          </p:cNvSpPr>
          <p:nvPr/>
        </p:nvSpPr>
        <p:spPr bwMode="auto">
          <a:xfrm>
            <a:off x="5346700" y="1838325"/>
            <a:ext cx="35083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A</a:t>
            </a:r>
          </a:p>
        </p:txBody>
      </p:sp>
      <p:sp>
        <p:nvSpPr>
          <p:cNvPr id="61478" name="矩形 280613">
            <a:extLst>
              <a:ext uri="{FF2B5EF4-FFF2-40B4-BE49-F238E27FC236}">
                <a16:creationId xmlns:a16="http://schemas.microsoft.com/office/drawing/2014/main" id="{11FFEC0E-630D-456C-8999-D465943B7116}"/>
              </a:ext>
            </a:extLst>
          </p:cNvPr>
          <p:cNvSpPr>
            <a:spLocks noChangeArrowheads="1"/>
          </p:cNvSpPr>
          <p:nvPr/>
        </p:nvSpPr>
        <p:spPr bwMode="auto">
          <a:xfrm>
            <a:off x="7210425" y="1838325"/>
            <a:ext cx="35083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B</a:t>
            </a:r>
          </a:p>
        </p:txBody>
      </p:sp>
      <p:sp>
        <p:nvSpPr>
          <p:cNvPr id="61479" name="直接连接符 280614">
            <a:extLst>
              <a:ext uri="{FF2B5EF4-FFF2-40B4-BE49-F238E27FC236}">
                <a16:creationId xmlns:a16="http://schemas.microsoft.com/office/drawing/2014/main" id="{8F0B473B-FE42-4DEA-8D45-FB9AA9A6F9FE}"/>
              </a:ext>
            </a:extLst>
          </p:cNvPr>
          <p:cNvSpPr>
            <a:spLocks noChangeShapeType="1"/>
          </p:cNvSpPr>
          <p:nvPr/>
        </p:nvSpPr>
        <p:spPr bwMode="auto">
          <a:xfrm>
            <a:off x="5529263" y="2282825"/>
            <a:ext cx="1860550" cy="2143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0" name="直接连接符 280615">
            <a:extLst>
              <a:ext uri="{FF2B5EF4-FFF2-40B4-BE49-F238E27FC236}">
                <a16:creationId xmlns:a16="http://schemas.microsoft.com/office/drawing/2014/main" id="{0BB2627A-8C0E-4C5A-A254-2841E8C42A0E}"/>
              </a:ext>
            </a:extLst>
          </p:cNvPr>
          <p:cNvSpPr>
            <a:spLocks noChangeShapeType="1"/>
          </p:cNvSpPr>
          <p:nvPr/>
        </p:nvSpPr>
        <p:spPr bwMode="auto">
          <a:xfrm>
            <a:off x="5529263" y="2843213"/>
            <a:ext cx="1860550"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1" name="右箭头 280616">
            <a:extLst>
              <a:ext uri="{FF2B5EF4-FFF2-40B4-BE49-F238E27FC236}">
                <a16:creationId xmlns:a16="http://schemas.microsoft.com/office/drawing/2014/main" id="{0AFDEBEA-B784-4E20-BCF1-121DEA544FD7}"/>
              </a:ext>
            </a:extLst>
          </p:cNvPr>
          <p:cNvSpPr>
            <a:spLocks noChangeArrowheads="1"/>
          </p:cNvSpPr>
          <p:nvPr/>
        </p:nvSpPr>
        <p:spPr bwMode="auto">
          <a:xfrm rot="480000">
            <a:off x="6689725" y="2654300"/>
            <a:ext cx="498475" cy="157163"/>
          </a:xfrm>
          <a:prstGeom prst="rightArrow">
            <a:avLst>
              <a:gd name="adj1" fmla="val 50000"/>
              <a:gd name="adj2" fmla="val 158600"/>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61482" name="矩形 280617">
            <a:extLst>
              <a:ext uri="{FF2B5EF4-FFF2-40B4-BE49-F238E27FC236}">
                <a16:creationId xmlns:a16="http://schemas.microsoft.com/office/drawing/2014/main" id="{C9E5C93B-22A5-4B1C-B269-2F831D77BD26}"/>
              </a:ext>
            </a:extLst>
          </p:cNvPr>
          <p:cNvSpPr>
            <a:spLocks noChangeArrowheads="1"/>
          </p:cNvSpPr>
          <p:nvPr/>
        </p:nvSpPr>
        <p:spPr bwMode="auto">
          <a:xfrm rot="540000">
            <a:off x="5676900" y="2419350"/>
            <a:ext cx="8604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DATA</a:t>
            </a:r>
          </a:p>
        </p:txBody>
      </p:sp>
      <p:sp>
        <p:nvSpPr>
          <p:cNvPr id="61483" name="直接连接符 280618">
            <a:extLst>
              <a:ext uri="{FF2B5EF4-FFF2-40B4-BE49-F238E27FC236}">
                <a16:creationId xmlns:a16="http://schemas.microsoft.com/office/drawing/2014/main" id="{489C0123-07BF-4758-8A12-32BC4C7432CB}"/>
              </a:ext>
            </a:extLst>
          </p:cNvPr>
          <p:cNvSpPr>
            <a:spLocks noChangeShapeType="1"/>
          </p:cNvSpPr>
          <p:nvPr/>
        </p:nvSpPr>
        <p:spPr bwMode="auto">
          <a:xfrm>
            <a:off x="7404100" y="3122613"/>
            <a:ext cx="390525"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84" name="矩形 280619">
            <a:extLst>
              <a:ext uri="{FF2B5EF4-FFF2-40B4-BE49-F238E27FC236}">
                <a16:creationId xmlns:a16="http://schemas.microsoft.com/office/drawing/2014/main" id="{43D3E26A-73D9-41FF-802B-FEAB1F6ABFD3}"/>
              </a:ext>
            </a:extLst>
          </p:cNvPr>
          <p:cNvSpPr>
            <a:spLocks noChangeArrowheads="1"/>
          </p:cNvSpPr>
          <p:nvPr/>
        </p:nvSpPr>
        <p:spPr bwMode="auto">
          <a:xfrm>
            <a:off x="7754938" y="2955925"/>
            <a:ext cx="11826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送主机 </a:t>
            </a:r>
            <a:r>
              <a:rPr lang="en-US" altLang="zh-CN" sz="2000">
                <a:solidFill>
                  <a:schemeClr val="tx1"/>
                </a:solidFill>
                <a:ea typeface="黑体" panose="02010609060101010101" pitchFamily="49" charset="-122"/>
              </a:rPr>
              <a:t>B</a:t>
            </a:r>
          </a:p>
        </p:txBody>
      </p:sp>
      <p:sp>
        <p:nvSpPr>
          <p:cNvPr id="61485" name="直接连接符 280620">
            <a:extLst>
              <a:ext uri="{FF2B5EF4-FFF2-40B4-BE49-F238E27FC236}">
                <a16:creationId xmlns:a16="http://schemas.microsoft.com/office/drawing/2014/main" id="{B8B2AB2A-A765-4636-AD40-B41A20939D8A}"/>
              </a:ext>
            </a:extLst>
          </p:cNvPr>
          <p:cNvSpPr>
            <a:spLocks noChangeShapeType="1"/>
          </p:cNvSpPr>
          <p:nvPr/>
        </p:nvSpPr>
        <p:spPr bwMode="auto">
          <a:xfrm flipH="1">
            <a:off x="5513388" y="3176588"/>
            <a:ext cx="1890712" cy="21590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86" name="直接连接符 280621">
            <a:extLst>
              <a:ext uri="{FF2B5EF4-FFF2-40B4-BE49-F238E27FC236}">
                <a16:creationId xmlns:a16="http://schemas.microsoft.com/office/drawing/2014/main" id="{7254DC7A-9FA7-41F9-8687-3E6A371C4868}"/>
              </a:ext>
            </a:extLst>
          </p:cNvPr>
          <p:cNvSpPr>
            <a:spLocks noChangeShapeType="1"/>
          </p:cNvSpPr>
          <p:nvPr/>
        </p:nvSpPr>
        <p:spPr bwMode="auto">
          <a:xfrm>
            <a:off x="5529263" y="3505200"/>
            <a:ext cx="1860550" cy="212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7" name="直接连接符 280622">
            <a:extLst>
              <a:ext uri="{FF2B5EF4-FFF2-40B4-BE49-F238E27FC236}">
                <a16:creationId xmlns:a16="http://schemas.microsoft.com/office/drawing/2014/main" id="{25BFF780-8EF6-4F7C-AF4A-BD11B834B743}"/>
              </a:ext>
            </a:extLst>
          </p:cNvPr>
          <p:cNvSpPr>
            <a:spLocks noChangeShapeType="1"/>
          </p:cNvSpPr>
          <p:nvPr/>
        </p:nvSpPr>
        <p:spPr bwMode="auto">
          <a:xfrm>
            <a:off x="5529263" y="4044950"/>
            <a:ext cx="1860550" cy="215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8" name="任意多边形 280623">
            <a:extLst>
              <a:ext uri="{FF2B5EF4-FFF2-40B4-BE49-F238E27FC236}">
                <a16:creationId xmlns:a16="http://schemas.microsoft.com/office/drawing/2014/main" id="{050F8BE9-B952-451E-AFC6-16340A9B63B9}"/>
              </a:ext>
            </a:extLst>
          </p:cNvPr>
          <p:cNvSpPr>
            <a:spLocks/>
          </p:cNvSpPr>
          <p:nvPr/>
        </p:nvSpPr>
        <p:spPr bwMode="auto">
          <a:xfrm>
            <a:off x="5541963" y="3511550"/>
            <a:ext cx="1835150" cy="733425"/>
          </a:xfrm>
          <a:custGeom>
            <a:avLst/>
            <a:gdLst>
              <a:gd name="T0" fmla="*/ 0 w 1033"/>
              <a:gd name="T1" fmla="*/ 0 h 463"/>
              <a:gd name="T2" fmla="*/ 1032 w 1033"/>
              <a:gd name="T3" fmla="*/ 144 h 463"/>
              <a:gd name="T4" fmla="*/ 1032 w 1033"/>
              <a:gd name="T5" fmla="*/ 462 h 463"/>
              <a:gd name="T6" fmla="*/ 0 w 1033"/>
              <a:gd name="T7" fmla="*/ 318 h 463"/>
              <a:gd name="T8" fmla="*/ 0 w 1033"/>
              <a:gd name="T9" fmla="*/ 0 h 463"/>
              <a:gd name="T10" fmla="*/ 0 w 1033"/>
              <a:gd name="T11" fmla="*/ 0 h 463"/>
              <a:gd name="T12" fmla="*/ 1033 w 1033"/>
              <a:gd name="T13" fmla="*/ 463 h 463"/>
            </a:gdLst>
            <a:ahLst/>
            <a:cxnLst>
              <a:cxn ang="0">
                <a:pos x="T0" y="T1"/>
              </a:cxn>
              <a:cxn ang="0">
                <a:pos x="T2" y="T3"/>
              </a:cxn>
              <a:cxn ang="0">
                <a:pos x="T4" y="T5"/>
              </a:cxn>
              <a:cxn ang="0">
                <a:pos x="T6" y="T7"/>
              </a:cxn>
              <a:cxn ang="0">
                <a:pos x="T8" y="T9"/>
              </a:cxn>
            </a:cxnLst>
            <a:rect l="T10" t="T11" r="T12" b="T13"/>
            <a:pathLst>
              <a:path w="1033" h="463">
                <a:moveTo>
                  <a:pt x="0" y="0"/>
                </a:moveTo>
                <a:lnTo>
                  <a:pt x="1032" y="144"/>
                </a:lnTo>
                <a:lnTo>
                  <a:pt x="1032" y="462"/>
                </a:lnTo>
                <a:lnTo>
                  <a:pt x="0" y="318"/>
                </a:lnTo>
                <a:lnTo>
                  <a:pt x="0" y="0"/>
                </a:lnTo>
              </a:path>
            </a:pathLst>
          </a:custGeom>
          <a:solidFill>
            <a:srgbClr val="FFFF66"/>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61489" name="右箭头 280624">
            <a:extLst>
              <a:ext uri="{FF2B5EF4-FFF2-40B4-BE49-F238E27FC236}">
                <a16:creationId xmlns:a16="http://schemas.microsoft.com/office/drawing/2014/main" id="{60200B7A-C741-476D-9B86-F804F6A9A5A6}"/>
              </a:ext>
            </a:extLst>
          </p:cNvPr>
          <p:cNvSpPr>
            <a:spLocks noChangeArrowheads="1"/>
          </p:cNvSpPr>
          <p:nvPr/>
        </p:nvSpPr>
        <p:spPr bwMode="auto">
          <a:xfrm rot="480000">
            <a:off x="6689725" y="3870325"/>
            <a:ext cx="498475" cy="157163"/>
          </a:xfrm>
          <a:prstGeom prst="rightArrow">
            <a:avLst>
              <a:gd name="adj1" fmla="val 50000"/>
              <a:gd name="adj2" fmla="val 158600"/>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61490" name="矩形 280625">
            <a:extLst>
              <a:ext uri="{FF2B5EF4-FFF2-40B4-BE49-F238E27FC236}">
                <a16:creationId xmlns:a16="http://schemas.microsoft.com/office/drawing/2014/main" id="{9E0F3C2A-103D-4B36-8C70-B17060CEB53B}"/>
              </a:ext>
            </a:extLst>
          </p:cNvPr>
          <p:cNvSpPr>
            <a:spLocks noChangeArrowheads="1"/>
          </p:cNvSpPr>
          <p:nvPr/>
        </p:nvSpPr>
        <p:spPr bwMode="auto">
          <a:xfrm rot="540000">
            <a:off x="5675313" y="3636963"/>
            <a:ext cx="8604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DATA</a:t>
            </a:r>
          </a:p>
        </p:txBody>
      </p:sp>
      <p:sp>
        <p:nvSpPr>
          <p:cNvPr id="61491" name="直接连接符 280626">
            <a:extLst>
              <a:ext uri="{FF2B5EF4-FFF2-40B4-BE49-F238E27FC236}">
                <a16:creationId xmlns:a16="http://schemas.microsoft.com/office/drawing/2014/main" id="{2292426C-FD0D-49E5-BC41-3FCE9741CA6A}"/>
              </a:ext>
            </a:extLst>
          </p:cNvPr>
          <p:cNvSpPr>
            <a:spLocks noChangeShapeType="1"/>
          </p:cNvSpPr>
          <p:nvPr/>
        </p:nvSpPr>
        <p:spPr bwMode="auto">
          <a:xfrm>
            <a:off x="7404100" y="4338638"/>
            <a:ext cx="390525" cy="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92" name="矩形 280627">
            <a:extLst>
              <a:ext uri="{FF2B5EF4-FFF2-40B4-BE49-F238E27FC236}">
                <a16:creationId xmlns:a16="http://schemas.microsoft.com/office/drawing/2014/main" id="{27E7765E-DD23-4EDD-878D-0AF33093BAA1}"/>
              </a:ext>
            </a:extLst>
          </p:cNvPr>
          <p:cNvSpPr>
            <a:spLocks noChangeArrowheads="1"/>
          </p:cNvSpPr>
          <p:nvPr/>
        </p:nvSpPr>
        <p:spPr bwMode="auto">
          <a:xfrm>
            <a:off x="7753350" y="4171950"/>
            <a:ext cx="11826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送主机 </a:t>
            </a:r>
            <a:r>
              <a:rPr lang="en-US" altLang="zh-CN" sz="2000">
                <a:solidFill>
                  <a:schemeClr val="tx1"/>
                </a:solidFill>
                <a:ea typeface="黑体" panose="02010609060101010101" pitchFamily="49" charset="-122"/>
              </a:rPr>
              <a:t>B</a:t>
            </a:r>
          </a:p>
        </p:txBody>
      </p:sp>
      <p:sp>
        <p:nvSpPr>
          <p:cNvPr id="61493" name="直接连接符 280628">
            <a:extLst>
              <a:ext uri="{FF2B5EF4-FFF2-40B4-BE49-F238E27FC236}">
                <a16:creationId xmlns:a16="http://schemas.microsoft.com/office/drawing/2014/main" id="{5FD6027B-0829-4C0B-96A1-62960948C8BB}"/>
              </a:ext>
            </a:extLst>
          </p:cNvPr>
          <p:cNvSpPr>
            <a:spLocks noChangeShapeType="1"/>
          </p:cNvSpPr>
          <p:nvPr/>
        </p:nvSpPr>
        <p:spPr bwMode="auto">
          <a:xfrm flipH="1">
            <a:off x="5513388" y="4392613"/>
            <a:ext cx="1890712" cy="21590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94" name="直接连接符 280629">
            <a:extLst>
              <a:ext uri="{FF2B5EF4-FFF2-40B4-BE49-F238E27FC236}">
                <a16:creationId xmlns:a16="http://schemas.microsoft.com/office/drawing/2014/main" id="{1770A432-F4A7-44FE-95EB-2A1253DD5362}"/>
              </a:ext>
            </a:extLst>
          </p:cNvPr>
          <p:cNvSpPr>
            <a:spLocks noChangeShapeType="1"/>
          </p:cNvSpPr>
          <p:nvPr/>
        </p:nvSpPr>
        <p:spPr bwMode="auto">
          <a:xfrm>
            <a:off x="787400" y="2339975"/>
            <a:ext cx="0" cy="224948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1495" name="矩形 280630">
            <a:extLst>
              <a:ext uri="{FF2B5EF4-FFF2-40B4-BE49-F238E27FC236}">
                <a16:creationId xmlns:a16="http://schemas.microsoft.com/office/drawing/2014/main" id="{FBCA791A-F300-4E40-9532-67C1C5481EE8}"/>
              </a:ext>
            </a:extLst>
          </p:cNvPr>
          <p:cNvSpPr>
            <a:spLocks noChangeArrowheads="1"/>
          </p:cNvSpPr>
          <p:nvPr/>
        </p:nvSpPr>
        <p:spPr bwMode="auto">
          <a:xfrm>
            <a:off x="555625" y="4665663"/>
            <a:ext cx="43497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时</a:t>
            </a:r>
          </a:p>
          <a:p>
            <a:pPr eaLnBrk="0" hangingPunct="0">
              <a:spcBef>
                <a:spcPct val="0"/>
              </a:spcBef>
              <a:buClr>
                <a:srgbClr val="000000"/>
              </a:buClr>
            </a:pPr>
            <a:r>
              <a:rPr lang="zh-CN" altLang="en-US" sz="2000">
                <a:solidFill>
                  <a:schemeClr val="tx1"/>
                </a:solidFill>
                <a:ea typeface="黑体" panose="02010609060101010101" pitchFamily="49" charset="-122"/>
              </a:rPr>
              <a:t>间</a:t>
            </a:r>
          </a:p>
        </p:txBody>
      </p:sp>
      <p:sp>
        <p:nvSpPr>
          <p:cNvPr id="61496" name="直接连接符 280631">
            <a:extLst>
              <a:ext uri="{FF2B5EF4-FFF2-40B4-BE49-F238E27FC236}">
                <a16:creationId xmlns:a16="http://schemas.microsoft.com/office/drawing/2014/main" id="{AC4611FB-B808-4029-966E-F140F391C82B}"/>
              </a:ext>
            </a:extLst>
          </p:cNvPr>
          <p:cNvSpPr>
            <a:spLocks noChangeShapeType="1"/>
          </p:cNvSpPr>
          <p:nvPr/>
        </p:nvSpPr>
        <p:spPr bwMode="auto">
          <a:xfrm>
            <a:off x="5519738" y="2149475"/>
            <a:ext cx="0" cy="3179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7" name="文本框 280632">
            <a:extLst>
              <a:ext uri="{FF2B5EF4-FFF2-40B4-BE49-F238E27FC236}">
                <a16:creationId xmlns:a16="http://schemas.microsoft.com/office/drawing/2014/main" id="{435FA238-B154-4E6C-AC53-B1BEC4BF3A28}"/>
              </a:ext>
            </a:extLst>
          </p:cNvPr>
          <p:cNvSpPr txBox="1">
            <a:spLocks noChangeArrowheads="1"/>
          </p:cNvSpPr>
          <p:nvPr/>
        </p:nvSpPr>
        <p:spPr bwMode="auto">
          <a:xfrm>
            <a:off x="827088" y="1285875"/>
            <a:ext cx="2673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2800">
                <a:solidFill>
                  <a:schemeClr val="tx1"/>
                </a:solidFill>
                <a:latin typeface="Tahoma" panose="020B0604030504040204" pitchFamily="34" charset="0"/>
                <a:ea typeface="黑体" panose="02010609060101010101" pitchFamily="49" charset="-122"/>
              </a:rPr>
              <a:t>不需要流量控制</a:t>
            </a:r>
          </a:p>
        </p:txBody>
      </p:sp>
      <p:sp>
        <p:nvSpPr>
          <p:cNvPr id="61498" name="文本框 280633">
            <a:extLst>
              <a:ext uri="{FF2B5EF4-FFF2-40B4-BE49-F238E27FC236}">
                <a16:creationId xmlns:a16="http://schemas.microsoft.com/office/drawing/2014/main" id="{4E766EFD-09E3-403D-BB2D-B66063F34F57}"/>
              </a:ext>
            </a:extLst>
          </p:cNvPr>
          <p:cNvSpPr txBox="1">
            <a:spLocks noChangeArrowheads="1"/>
          </p:cNvSpPr>
          <p:nvPr/>
        </p:nvSpPr>
        <p:spPr bwMode="auto">
          <a:xfrm>
            <a:off x="5260975" y="1268413"/>
            <a:ext cx="2317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2800">
                <a:solidFill>
                  <a:schemeClr val="tx1"/>
                </a:solidFill>
                <a:latin typeface="Tahoma" panose="020B0604030504040204" pitchFamily="34" charset="0"/>
                <a:ea typeface="黑体" panose="02010609060101010101" pitchFamily="49" charset="-122"/>
              </a:rPr>
              <a:t>需要流量控制</a:t>
            </a:r>
          </a:p>
        </p:txBody>
      </p:sp>
    </p:spTree>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占位符 281601">
            <a:extLst>
              <a:ext uri="{FF2B5EF4-FFF2-40B4-BE49-F238E27FC236}">
                <a16:creationId xmlns:a16="http://schemas.microsoft.com/office/drawing/2014/main" id="{4573539E-E71B-455C-859E-8E853DFF08B5}"/>
              </a:ext>
            </a:extLst>
          </p:cNvPr>
          <p:cNvSpPr>
            <a:spLocks noGrp="1"/>
          </p:cNvSpPr>
          <p:nvPr>
            <p:ph type="body" idx="1"/>
          </p:nvPr>
        </p:nvSpPr>
        <p:spPr>
          <a:xfrm>
            <a:off x="34925" y="1341439"/>
            <a:ext cx="4392613" cy="4391818"/>
          </a:xfrm>
          <a:solidFill>
            <a:srgbClr val="FFFF66"/>
          </a:solidFill>
        </p:spPr>
        <p:txBody>
          <a:bodyPr/>
          <a:lstStyle/>
          <a:p>
            <a:pPr>
              <a:lnSpc>
                <a:spcPct val="80000"/>
              </a:lnSpc>
              <a:buFont typeface="Wingdings" panose="05000000000000000000" pitchFamily="2" charset="2"/>
              <a:buNone/>
            </a:pPr>
            <a:r>
              <a:rPr lang="zh-CN" altLang="en-US" sz="2600" b="1" dirty="0">
                <a:solidFill>
                  <a:srgbClr val="0000FF"/>
                </a:solidFill>
              </a:rPr>
              <a:t>在发送结点</a:t>
            </a:r>
            <a:r>
              <a:rPr lang="zh-CN" altLang="en-US" sz="2600" dirty="0"/>
              <a:t>：</a:t>
            </a:r>
          </a:p>
          <a:p>
            <a:pPr>
              <a:lnSpc>
                <a:spcPct val="80000"/>
              </a:lnSpc>
              <a:buFont typeface="Wingdings" panose="05000000000000000000" pitchFamily="2" charset="2"/>
              <a:buNone/>
            </a:pPr>
            <a:r>
              <a:rPr lang="en-US" altLang="zh-CN" sz="2600" dirty="0"/>
              <a:t>(1) </a:t>
            </a:r>
            <a:r>
              <a:rPr lang="zh-CN" altLang="en-US" sz="2600" dirty="0"/>
              <a:t>从主机取一个数据帧。</a:t>
            </a:r>
          </a:p>
          <a:p>
            <a:pPr>
              <a:lnSpc>
                <a:spcPct val="80000"/>
              </a:lnSpc>
              <a:buFont typeface="Wingdings" panose="05000000000000000000" pitchFamily="2" charset="2"/>
              <a:buNone/>
            </a:pPr>
            <a:r>
              <a:rPr lang="en-US" altLang="zh-CN" sz="2600" dirty="0"/>
              <a:t>(2) </a:t>
            </a:r>
            <a:r>
              <a:rPr lang="zh-CN" altLang="en-US" sz="2600" dirty="0"/>
              <a:t>将数据帧送到数据链路层的发送缓存。</a:t>
            </a:r>
          </a:p>
          <a:p>
            <a:pPr>
              <a:lnSpc>
                <a:spcPct val="80000"/>
              </a:lnSpc>
              <a:buFont typeface="Wingdings" panose="05000000000000000000" pitchFamily="2" charset="2"/>
              <a:buNone/>
            </a:pPr>
            <a:r>
              <a:rPr lang="en-US" altLang="zh-CN" sz="2600" dirty="0"/>
              <a:t>(3) </a:t>
            </a:r>
            <a:r>
              <a:rPr lang="zh-CN" altLang="en-US" sz="2600" dirty="0"/>
              <a:t>将发送缓存中的数据帧发送出去。</a:t>
            </a:r>
          </a:p>
          <a:p>
            <a:pPr>
              <a:lnSpc>
                <a:spcPct val="80000"/>
              </a:lnSpc>
              <a:buFont typeface="Wingdings" panose="05000000000000000000" pitchFamily="2" charset="2"/>
              <a:buNone/>
            </a:pPr>
            <a:r>
              <a:rPr lang="en-US" altLang="zh-CN" sz="2600" dirty="0"/>
              <a:t>(4) </a:t>
            </a:r>
            <a:r>
              <a:rPr lang="zh-CN" altLang="en-US" sz="2600" dirty="0"/>
              <a:t>等待。</a:t>
            </a:r>
          </a:p>
          <a:p>
            <a:pPr>
              <a:lnSpc>
                <a:spcPct val="80000"/>
              </a:lnSpc>
              <a:buFont typeface="Wingdings" panose="05000000000000000000" pitchFamily="2" charset="2"/>
              <a:buNone/>
            </a:pPr>
            <a:r>
              <a:rPr lang="en-US" altLang="zh-CN" sz="2600" dirty="0"/>
              <a:t>(5) </a:t>
            </a:r>
            <a:r>
              <a:rPr lang="zh-CN" altLang="en-US" sz="2600" dirty="0"/>
              <a:t>若收到由接收结点发过来的信息</a:t>
            </a:r>
            <a:r>
              <a:rPr lang="en-US" altLang="zh-CN" sz="2600" dirty="0"/>
              <a:t>(</a:t>
            </a:r>
            <a:r>
              <a:rPr lang="zh-CN" altLang="en-US" sz="2600" dirty="0"/>
              <a:t>此信息的格式与内容可由双方事先商定好</a:t>
            </a:r>
            <a:r>
              <a:rPr lang="en-US" altLang="zh-CN" sz="2600" dirty="0"/>
              <a:t>)</a:t>
            </a:r>
            <a:r>
              <a:rPr lang="zh-CN" altLang="en-US" sz="2600" dirty="0"/>
              <a:t>，则从主机取一个新的数据帧，然后转到</a:t>
            </a:r>
            <a:r>
              <a:rPr lang="en-US" altLang="zh-CN" sz="2600" dirty="0"/>
              <a:t>(2)</a:t>
            </a:r>
            <a:r>
              <a:rPr lang="zh-CN" altLang="en-US" sz="2600" dirty="0"/>
              <a:t>。</a:t>
            </a:r>
          </a:p>
        </p:txBody>
      </p:sp>
      <p:sp>
        <p:nvSpPr>
          <p:cNvPr id="62467" name="矩形 281602">
            <a:extLst>
              <a:ext uri="{FF2B5EF4-FFF2-40B4-BE49-F238E27FC236}">
                <a16:creationId xmlns:a16="http://schemas.microsoft.com/office/drawing/2014/main" id="{D1AE515D-B134-4A8A-A891-33E2879A84CF}"/>
              </a:ext>
            </a:extLst>
          </p:cNvPr>
          <p:cNvSpPr>
            <a:spLocks noChangeArrowheads="1"/>
          </p:cNvSpPr>
          <p:nvPr/>
        </p:nvSpPr>
        <p:spPr bwMode="auto">
          <a:xfrm>
            <a:off x="4499992" y="1340768"/>
            <a:ext cx="4392613" cy="428270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nSpc>
                <a:spcPct val="80000"/>
              </a:lnSpc>
              <a:spcBef>
                <a:spcPct val="20000"/>
              </a:spcBef>
              <a:buClr>
                <a:schemeClr val="accent2"/>
              </a:buClr>
              <a:buFont typeface="Wingdings" panose="05000000000000000000" pitchFamily="2" charset="2"/>
              <a:buNone/>
            </a:pPr>
            <a:r>
              <a:rPr lang="zh-CN" altLang="en-US" sz="2600" b="1" dirty="0">
                <a:solidFill>
                  <a:srgbClr val="0000FF"/>
                </a:solidFill>
                <a:latin typeface="+mn-lt"/>
                <a:ea typeface="+mn-ea"/>
              </a:rPr>
              <a:t>在接收结点</a:t>
            </a:r>
            <a:r>
              <a:rPr lang="zh-CN" altLang="en-US" sz="2600" dirty="0">
                <a:solidFill>
                  <a:schemeClr val="tx1"/>
                </a:solidFill>
                <a:latin typeface="+mn-lt"/>
                <a:ea typeface="+mn-ea"/>
              </a:rPr>
              <a:t>：</a:t>
            </a:r>
          </a:p>
          <a:p>
            <a:pPr>
              <a:lnSpc>
                <a:spcPct val="80000"/>
              </a:lnSpc>
              <a:spcBef>
                <a:spcPct val="20000"/>
              </a:spcBef>
              <a:buClr>
                <a:schemeClr val="accent2"/>
              </a:buClr>
              <a:buFont typeface="Wingdings" panose="05000000000000000000" pitchFamily="2" charset="2"/>
              <a:buNone/>
            </a:pPr>
            <a:r>
              <a:rPr lang="zh-CN" altLang="en-US" sz="2600" dirty="0">
                <a:solidFill>
                  <a:schemeClr val="tx1"/>
                </a:solidFill>
                <a:latin typeface="+mn-lt"/>
                <a:ea typeface="+mn-ea"/>
              </a:rPr>
              <a:t> </a:t>
            </a:r>
            <a:r>
              <a:rPr lang="en-US" altLang="zh-CN" sz="2600" dirty="0">
                <a:solidFill>
                  <a:schemeClr val="tx1"/>
                </a:solidFill>
                <a:latin typeface="+mn-lt"/>
                <a:ea typeface="+mn-ea"/>
              </a:rPr>
              <a:t>(1) </a:t>
            </a:r>
            <a:r>
              <a:rPr lang="zh-CN" altLang="en-US" sz="2600" dirty="0">
                <a:solidFill>
                  <a:schemeClr val="tx1"/>
                </a:solidFill>
                <a:latin typeface="+mn-lt"/>
                <a:ea typeface="+mn-ea"/>
              </a:rPr>
              <a:t>等待。</a:t>
            </a:r>
          </a:p>
          <a:p>
            <a:pPr>
              <a:lnSpc>
                <a:spcPct val="80000"/>
              </a:lnSpc>
              <a:spcBef>
                <a:spcPct val="20000"/>
              </a:spcBef>
              <a:buClr>
                <a:schemeClr val="accent2"/>
              </a:buClr>
              <a:buFont typeface="Wingdings" panose="05000000000000000000" pitchFamily="2" charset="2"/>
              <a:buNone/>
            </a:pPr>
            <a:r>
              <a:rPr lang="zh-CN" altLang="en-US" sz="2600" dirty="0">
                <a:solidFill>
                  <a:schemeClr val="tx1"/>
                </a:solidFill>
                <a:latin typeface="+mn-lt"/>
                <a:ea typeface="+mn-ea"/>
              </a:rPr>
              <a:t> </a:t>
            </a:r>
            <a:r>
              <a:rPr lang="en-US" altLang="zh-CN" sz="2600" dirty="0">
                <a:solidFill>
                  <a:schemeClr val="tx1"/>
                </a:solidFill>
                <a:latin typeface="+mn-lt"/>
                <a:ea typeface="+mn-ea"/>
              </a:rPr>
              <a:t>(2) </a:t>
            </a:r>
            <a:r>
              <a:rPr lang="zh-CN" altLang="en-US" sz="2600" dirty="0">
                <a:solidFill>
                  <a:schemeClr val="tx1"/>
                </a:solidFill>
                <a:latin typeface="+mn-lt"/>
                <a:ea typeface="+mn-ea"/>
              </a:rPr>
              <a:t>若收到由发送结点发过来的数据帧，则将其放入数据链路层的接收缓存。</a:t>
            </a:r>
          </a:p>
          <a:p>
            <a:pPr>
              <a:lnSpc>
                <a:spcPct val="80000"/>
              </a:lnSpc>
              <a:spcBef>
                <a:spcPct val="20000"/>
              </a:spcBef>
              <a:buClr>
                <a:schemeClr val="accent2"/>
              </a:buClr>
              <a:buFont typeface="Wingdings" panose="05000000000000000000" pitchFamily="2" charset="2"/>
              <a:buNone/>
            </a:pPr>
            <a:r>
              <a:rPr lang="zh-CN" altLang="en-US" sz="2600" dirty="0">
                <a:solidFill>
                  <a:schemeClr val="tx1"/>
                </a:solidFill>
                <a:latin typeface="+mn-lt"/>
                <a:ea typeface="+mn-ea"/>
              </a:rPr>
              <a:t> </a:t>
            </a:r>
            <a:r>
              <a:rPr lang="en-US" altLang="zh-CN" sz="2600" dirty="0">
                <a:solidFill>
                  <a:schemeClr val="tx1"/>
                </a:solidFill>
                <a:latin typeface="+mn-lt"/>
                <a:ea typeface="+mn-ea"/>
              </a:rPr>
              <a:t>(3) </a:t>
            </a:r>
            <a:r>
              <a:rPr lang="zh-CN" altLang="en-US" sz="2600" dirty="0">
                <a:solidFill>
                  <a:schemeClr val="tx1"/>
                </a:solidFill>
                <a:latin typeface="+mn-lt"/>
                <a:ea typeface="+mn-ea"/>
              </a:rPr>
              <a:t>将接收缓存中的数据帧上交主机。</a:t>
            </a:r>
          </a:p>
          <a:p>
            <a:pPr>
              <a:lnSpc>
                <a:spcPct val="80000"/>
              </a:lnSpc>
              <a:spcBef>
                <a:spcPct val="20000"/>
              </a:spcBef>
              <a:buClr>
                <a:schemeClr val="accent2"/>
              </a:buClr>
              <a:buFont typeface="Wingdings" panose="05000000000000000000" pitchFamily="2" charset="2"/>
              <a:buNone/>
            </a:pPr>
            <a:r>
              <a:rPr lang="zh-CN" altLang="en-US" sz="2600" dirty="0">
                <a:solidFill>
                  <a:schemeClr val="tx1"/>
                </a:solidFill>
                <a:latin typeface="+mn-lt"/>
                <a:ea typeface="+mn-ea"/>
              </a:rPr>
              <a:t> </a:t>
            </a:r>
            <a:r>
              <a:rPr lang="en-US" altLang="zh-CN" sz="2600" dirty="0">
                <a:solidFill>
                  <a:schemeClr val="tx1"/>
                </a:solidFill>
                <a:latin typeface="+mn-lt"/>
                <a:ea typeface="+mn-ea"/>
              </a:rPr>
              <a:t>(4) </a:t>
            </a:r>
            <a:r>
              <a:rPr lang="zh-CN" altLang="en-US" sz="2600" dirty="0">
                <a:solidFill>
                  <a:schemeClr val="tx1"/>
                </a:solidFill>
                <a:latin typeface="+mn-lt"/>
                <a:ea typeface="+mn-ea"/>
              </a:rPr>
              <a:t>向发送结点发一信息，表示数据帧已经上交给主机。</a:t>
            </a:r>
          </a:p>
          <a:p>
            <a:pPr>
              <a:lnSpc>
                <a:spcPct val="80000"/>
              </a:lnSpc>
              <a:spcBef>
                <a:spcPct val="20000"/>
              </a:spcBef>
              <a:buClr>
                <a:schemeClr val="accent2"/>
              </a:buClr>
              <a:buFont typeface="Wingdings" panose="05000000000000000000" pitchFamily="2" charset="2"/>
              <a:buNone/>
            </a:pPr>
            <a:r>
              <a:rPr lang="zh-CN" altLang="en-US" sz="2600" dirty="0">
                <a:solidFill>
                  <a:schemeClr val="tx1"/>
                </a:solidFill>
                <a:latin typeface="+mn-lt"/>
                <a:ea typeface="+mn-ea"/>
              </a:rPr>
              <a:t> </a:t>
            </a:r>
            <a:r>
              <a:rPr lang="en-US" altLang="zh-CN" sz="2600" dirty="0">
                <a:solidFill>
                  <a:schemeClr val="tx1"/>
                </a:solidFill>
                <a:latin typeface="+mn-lt"/>
                <a:ea typeface="+mn-ea"/>
              </a:rPr>
              <a:t>(5) </a:t>
            </a:r>
            <a:r>
              <a:rPr lang="zh-CN" altLang="en-US" sz="2600" dirty="0">
                <a:solidFill>
                  <a:schemeClr val="tx1"/>
                </a:solidFill>
                <a:latin typeface="+mn-lt"/>
                <a:ea typeface="+mn-ea"/>
              </a:rPr>
              <a:t>转到</a:t>
            </a:r>
            <a:r>
              <a:rPr lang="en-US" altLang="zh-CN" sz="2600" dirty="0">
                <a:solidFill>
                  <a:schemeClr val="tx1"/>
                </a:solidFill>
                <a:latin typeface="+mn-lt"/>
                <a:ea typeface="+mn-ea"/>
              </a:rPr>
              <a:t>(1)</a:t>
            </a:r>
            <a:r>
              <a:rPr lang="zh-CN" altLang="en-US" sz="2600" dirty="0">
                <a:solidFill>
                  <a:schemeClr val="tx1"/>
                </a:solidFill>
                <a:latin typeface="+mn-lt"/>
                <a:ea typeface="+mn-ea"/>
              </a:rPr>
              <a:t>。</a:t>
            </a:r>
          </a:p>
        </p:txBody>
      </p:sp>
      <p:sp>
        <p:nvSpPr>
          <p:cNvPr id="2" name="矩形 1">
            <a:extLst>
              <a:ext uri="{FF2B5EF4-FFF2-40B4-BE49-F238E27FC236}">
                <a16:creationId xmlns:a16="http://schemas.microsoft.com/office/drawing/2014/main" id="{23008D0E-B501-43CD-9052-B70A757FDD15}"/>
              </a:ext>
            </a:extLst>
          </p:cNvPr>
          <p:cNvSpPr/>
          <p:nvPr/>
        </p:nvSpPr>
        <p:spPr>
          <a:xfrm>
            <a:off x="1835696" y="404664"/>
            <a:ext cx="5262979" cy="646331"/>
          </a:xfrm>
          <a:prstGeom prst="rect">
            <a:avLst/>
          </a:prstGeom>
        </p:spPr>
        <p:txBody>
          <a:bodyPr wrap="none">
            <a:spAutoFit/>
          </a:bodyPr>
          <a:lstStyle/>
          <a:p>
            <a:r>
              <a:rPr lang="zh-CN" altLang="en-US" sz="3600" dirty="0">
                <a:solidFill>
                  <a:schemeClr val="tx1"/>
                </a:solidFill>
              </a:rPr>
              <a:t>单工停止等待协议的算法</a:t>
            </a:r>
          </a:p>
        </p:txBody>
      </p:sp>
    </p:spTree>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287745">
            <a:extLst>
              <a:ext uri="{FF2B5EF4-FFF2-40B4-BE49-F238E27FC236}">
                <a16:creationId xmlns:a16="http://schemas.microsoft.com/office/drawing/2014/main" id="{EF16B341-DF02-4591-8363-8196F189485D}"/>
              </a:ext>
            </a:extLst>
          </p:cNvPr>
          <p:cNvSpPr>
            <a:spLocks noGrp="1"/>
          </p:cNvSpPr>
          <p:nvPr>
            <p:ph type="title"/>
          </p:nvPr>
        </p:nvSpPr>
        <p:spPr/>
        <p:txBody>
          <a:bodyPr/>
          <a:lstStyle/>
          <a:p>
            <a:pPr algn="ctr"/>
            <a:r>
              <a:rPr lang="zh-CN" altLang="en-US"/>
              <a:t>基于有噪声信道的停止等待协议</a:t>
            </a:r>
            <a:endParaRPr lang="en-US" altLang="zh-CN"/>
          </a:p>
        </p:txBody>
      </p:sp>
      <p:sp>
        <p:nvSpPr>
          <p:cNvPr id="64515" name="文本占位符 287746">
            <a:extLst>
              <a:ext uri="{FF2B5EF4-FFF2-40B4-BE49-F238E27FC236}">
                <a16:creationId xmlns:a16="http://schemas.microsoft.com/office/drawing/2014/main" id="{ACE39B25-AD82-407B-B475-EF4158E2FD6F}"/>
              </a:ext>
            </a:extLst>
          </p:cNvPr>
          <p:cNvSpPr>
            <a:spLocks noGrp="1"/>
          </p:cNvSpPr>
          <p:nvPr>
            <p:ph type="body" idx="1"/>
          </p:nvPr>
        </p:nvSpPr>
        <p:spPr>
          <a:xfrm>
            <a:off x="539750" y="1844675"/>
            <a:ext cx="8001000" cy="2663825"/>
          </a:xfrm>
        </p:spPr>
        <p:txBody>
          <a:bodyPr/>
          <a:lstStyle/>
          <a:p>
            <a:r>
              <a:rPr lang="zh-CN" altLang="en-US"/>
              <a:t>实用的协议</a:t>
            </a:r>
            <a:endParaRPr lang="en-US" altLang="zh-CN"/>
          </a:p>
          <a:p>
            <a:endParaRPr lang="zh-CN" altLang="en-US"/>
          </a:p>
          <a:p>
            <a:r>
              <a:rPr lang="zh-CN" altLang="en-US"/>
              <a:t>流量控制</a:t>
            </a:r>
            <a:endParaRPr lang="en-US" altLang="zh-CN"/>
          </a:p>
          <a:p>
            <a:endParaRPr lang="zh-CN" altLang="en-US"/>
          </a:p>
          <a:p>
            <a:r>
              <a:rPr lang="zh-CN" altLang="en-US"/>
              <a:t>差错控制</a:t>
            </a:r>
            <a:endParaRPr lang="en-US" altLang="zh-CN"/>
          </a:p>
        </p:txBody>
      </p:sp>
    </p:spTree>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图片 288779">
            <a:extLst>
              <a:ext uri="{FF2B5EF4-FFF2-40B4-BE49-F238E27FC236}">
                <a16:creationId xmlns:a16="http://schemas.microsoft.com/office/drawing/2014/main" id="{251F6628-0D7C-48FF-B94D-2FE31FAAC8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直接连接符 288771">
            <a:extLst>
              <a:ext uri="{FF2B5EF4-FFF2-40B4-BE49-F238E27FC236}">
                <a16:creationId xmlns:a16="http://schemas.microsoft.com/office/drawing/2014/main" id="{21D44628-B82F-4E5D-9D20-BAF08076E01C}"/>
              </a:ext>
            </a:extLst>
          </p:cNvPr>
          <p:cNvSpPr>
            <a:spLocks noChangeShapeType="1"/>
          </p:cNvSpPr>
          <p:nvPr/>
        </p:nvSpPr>
        <p:spPr bwMode="auto">
          <a:xfrm>
            <a:off x="2382838" y="3863975"/>
            <a:ext cx="4276725"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8773" name="文本框 288772">
            <a:extLst>
              <a:ext uri="{FF2B5EF4-FFF2-40B4-BE49-F238E27FC236}">
                <a16:creationId xmlns:a16="http://schemas.microsoft.com/office/drawing/2014/main" id="{718D66A3-B340-450B-8A24-B7C874F79172}"/>
              </a:ext>
            </a:extLst>
          </p:cNvPr>
          <p:cNvSpPr txBox="1">
            <a:spLocks noChangeArrowheads="1"/>
          </p:cNvSpPr>
          <p:nvPr/>
        </p:nvSpPr>
        <p:spPr bwMode="auto">
          <a:xfrm>
            <a:off x="2627313" y="3216275"/>
            <a:ext cx="865187"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数据</a:t>
            </a:r>
          </a:p>
        </p:txBody>
      </p:sp>
      <p:sp>
        <p:nvSpPr>
          <p:cNvPr id="288774" name="爆炸形 1 288773">
            <a:extLst>
              <a:ext uri="{FF2B5EF4-FFF2-40B4-BE49-F238E27FC236}">
                <a16:creationId xmlns:a16="http://schemas.microsoft.com/office/drawing/2014/main" id="{3A66E533-34B4-44FA-BF4D-B62B6A6BA1A6}"/>
              </a:ext>
            </a:extLst>
          </p:cNvPr>
          <p:cNvSpPr>
            <a:spLocks noChangeArrowheads="1"/>
          </p:cNvSpPr>
          <p:nvPr/>
        </p:nvSpPr>
        <p:spPr bwMode="auto">
          <a:xfrm>
            <a:off x="5508625" y="2349500"/>
            <a:ext cx="2520950" cy="1368425"/>
          </a:xfrm>
          <a:prstGeom prst="irregularSeal1">
            <a:avLst/>
          </a:prstGeom>
          <a:solidFill>
            <a:srgbClr val="FFFF66"/>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b="1">
                <a:solidFill>
                  <a:schemeClr val="tx1"/>
                </a:solidFill>
                <a:latin typeface="Tahoma" panose="020B0604030504040204" pitchFamily="34" charset="0"/>
              </a:rPr>
              <a:t>出错</a:t>
            </a:r>
          </a:p>
        </p:txBody>
      </p:sp>
      <p:sp>
        <p:nvSpPr>
          <p:cNvPr id="65542" name="文本框 288774">
            <a:extLst>
              <a:ext uri="{FF2B5EF4-FFF2-40B4-BE49-F238E27FC236}">
                <a16:creationId xmlns:a16="http://schemas.microsoft.com/office/drawing/2014/main" id="{063CEB48-6777-454C-A568-675E01F6D1E9}"/>
              </a:ext>
            </a:extLst>
          </p:cNvPr>
          <p:cNvSpPr txBox="1">
            <a:spLocks noChangeArrowheads="1"/>
          </p:cNvSpPr>
          <p:nvPr/>
        </p:nvSpPr>
        <p:spPr bwMode="auto">
          <a:xfrm>
            <a:off x="3203575" y="476250"/>
            <a:ext cx="3744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1</a:t>
            </a:r>
            <a:r>
              <a:rPr lang="zh-CN" altLang="en-US" sz="3200" b="1">
                <a:solidFill>
                  <a:srgbClr val="0000FF"/>
                </a:solidFill>
                <a:latin typeface="Tahoma" panose="020B0604030504040204" pitchFamily="34" charset="0"/>
              </a:rPr>
              <a:t>）数据帧出错</a:t>
            </a:r>
          </a:p>
        </p:txBody>
      </p:sp>
      <p:sp>
        <p:nvSpPr>
          <p:cNvPr id="65543" name="文本框 288775">
            <a:extLst>
              <a:ext uri="{FF2B5EF4-FFF2-40B4-BE49-F238E27FC236}">
                <a16:creationId xmlns:a16="http://schemas.microsoft.com/office/drawing/2014/main" id="{AE032BDE-3A04-4D81-88E9-98221E909115}"/>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sp>
        <p:nvSpPr>
          <p:cNvPr id="65544" name="文本框 288776">
            <a:extLst>
              <a:ext uri="{FF2B5EF4-FFF2-40B4-BE49-F238E27FC236}">
                <a16:creationId xmlns:a16="http://schemas.microsoft.com/office/drawing/2014/main" id="{D69F8CED-8117-4CBE-87D5-762F7149CB21}"/>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pic>
        <p:nvPicPr>
          <p:cNvPr id="65545" name="图片 288777">
            <a:extLst>
              <a:ext uri="{FF2B5EF4-FFF2-40B4-BE49-F238E27FC236}">
                <a16:creationId xmlns:a16="http://schemas.microsoft.com/office/drawing/2014/main" id="{6F80F6EB-EE70-4051-9447-33190A8EEA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grpId="0" nodeType="clickEffect">
                                  <p:stCondLst>
                                    <p:cond delay="0"/>
                                  </p:stCondLst>
                                  <p:childTnLst>
                                    <p:animMotion origin="layout" path="M 1.38889E-6 1.15607E-6 L 0.3151 -0.00231 " pathEditMode="relative" rAng="0" ptsTypes="AA">
                                      <p:cBhvr>
                                        <p:cTn id="6" dur="3000" fill="hold"/>
                                        <p:tgtEl>
                                          <p:spTgt spid="288773"/>
                                        </p:tgtEl>
                                        <p:attrNameLst>
                                          <p:attrName>ppt_x</p:attrName>
                                          <p:attrName>ppt_y</p:attrName>
                                        </p:attrNameLst>
                                      </p:cBhvr>
                                      <p:rCtr x="1570000" y="-10000"/>
                                    </p:animMotion>
                                  </p:childTnLst>
                                </p:cTn>
                              </p:par>
                            </p:childTnLst>
                          </p:cTn>
                        </p:par>
                        <p:par>
                          <p:cTn id="7" fill="hold" nodeType="afterGroup">
                            <p:stCondLst>
                              <p:cond delay="3000"/>
                            </p:stCondLst>
                            <p:childTnLst>
                              <p:par>
                                <p:cTn id="8" presetID="3" presetClass="entr" presetSubtype="10" fill="hold" grpId="0" nodeType="afterEffect">
                                  <p:stCondLst>
                                    <p:cond delay="0"/>
                                  </p:stCondLst>
                                  <p:childTnLst>
                                    <p:set>
                                      <p:cBhvr>
                                        <p:cTn id="9" dur="1" fill="hold">
                                          <p:stCondLst>
                                            <p:cond delay="0"/>
                                          </p:stCondLst>
                                        </p:cTn>
                                        <p:tgtEl>
                                          <p:spTgt spid="288774"/>
                                        </p:tgtEl>
                                        <p:attrNameLst>
                                          <p:attrName>style.visibility</p:attrName>
                                        </p:attrNameLst>
                                      </p:cBhvr>
                                      <p:to>
                                        <p:strVal val="visible"/>
                                      </p:to>
                                    </p:set>
                                    <p:animEffect transition="in" filter="blinds(horizontal)">
                                      <p:cBhvr>
                                        <p:cTn id="10" dur="500"/>
                                        <p:tgtEl>
                                          <p:spTgt spid="288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3" grpId="0" animBg="1"/>
      <p:bldP spid="28877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直接连接符 289795">
            <a:extLst>
              <a:ext uri="{FF2B5EF4-FFF2-40B4-BE49-F238E27FC236}">
                <a16:creationId xmlns:a16="http://schemas.microsoft.com/office/drawing/2014/main" id="{BEC5F3F5-0F93-4AF4-A3D4-94201C20B3FD}"/>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63" name="矩形 289796">
            <a:extLst>
              <a:ext uri="{FF2B5EF4-FFF2-40B4-BE49-F238E27FC236}">
                <a16:creationId xmlns:a16="http://schemas.microsoft.com/office/drawing/2014/main" id="{8070259E-A4A8-43F6-9FC9-3F51A686CF05}"/>
              </a:ext>
            </a:extLst>
          </p:cNvPr>
          <p:cNvSpPr>
            <a:spLocks noChangeArrowheads="1"/>
          </p:cNvSpPr>
          <p:nvPr/>
        </p:nvSpPr>
        <p:spPr bwMode="auto">
          <a:xfrm>
            <a:off x="1908175" y="4930775"/>
            <a:ext cx="51847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2800" b="1">
                <a:solidFill>
                  <a:schemeClr val="tx1"/>
                </a:solidFill>
                <a:latin typeface="Tahoma" panose="020B0604030504040204" pitchFamily="34" charset="0"/>
              </a:rPr>
              <a:t>接收方收到一帧后，向发送方发送一个否定应答</a:t>
            </a:r>
            <a:r>
              <a:rPr lang="en-US" altLang="zh-CN" sz="2800" b="1">
                <a:solidFill>
                  <a:schemeClr val="tx1"/>
                </a:solidFill>
                <a:latin typeface="Tahoma" panose="020B0604030504040204" pitchFamily="34" charset="0"/>
              </a:rPr>
              <a:t>(NACK)</a:t>
            </a:r>
          </a:p>
        </p:txBody>
      </p:sp>
      <p:sp>
        <p:nvSpPr>
          <p:cNvPr id="289798" name="文本框 289797">
            <a:extLst>
              <a:ext uri="{FF2B5EF4-FFF2-40B4-BE49-F238E27FC236}">
                <a16:creationId xmlns:a16="http://schemas.microsoft.com/office/drawing/2014/main" id="{CF5C3BC0-ACEA-4CEC-BE05-D9C0E2620F75}"/>
              </a:ext>
            </a:extLst>
          </p:cNvPr>
          <p:cNvSpPr txBox="1">
            <a:spLocks noChangeArrowheads="1"/>
          </p:cNvSpPr>
          <p:nvPr/>
        </p:nvSpPr>
        <p:spPr bwMode="auto">
          <a:xfrm>
            <a:off x="5075238" y="3187700"/>
            <a:ext cx="1512887" cy="457200"/>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否定应答</a:t>
            </a:r>
          </a:p>
        </p:txBody>
      </p:sp>
      <p:sp>
        <p:nvSpPr>
          <p:cNvPr id="66565" name="文本框 289798">
            <a:extLst>
              <a:ext uri="{FF2B5EF4-FFF2-40B4-BE49-F238E27FC236}">
                <a16:creationId xmlns:a16="http://schemas.microsoft.com/office/drawing/2014/main" id="{A1C39DAF-B90D-4C86-BB69-D9E410383147}"/>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66566" name="文本框 289799">
            <a:extLst>
              <a:ext uri="{FF2B5EF4-FFF2-40B4-BE49-F238E27FC236}">
                <a16:creationId xmlns:a16="http://schemas.microsoft.com/office/drawing/2014/main" id="{3CF13A15-12D8-4588-ABD7-4CCD2B465770}"/>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66567" name="图片 289802">
            <a:extLst>
              <a:ext uri="{FF2B5EF4-FFF2-40B4-BE49-F238E27FC236}">
                <a16:creationId xmlns:a16="http://schemas.microsoft.com/office/drawing/2014/main" id="{CD7F3AF3-FB50-4FCA-94D7-362CF637C0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8" name="图片 289803">
            <a:extLst>
              <a:ext uri="{FF2B5EF4-FFF2-40B4-BE49-F238E27FC236}">
                <a16:creationId xmlns:a16="http://schemas.microsoft.com/office/drawing/2014/main" id="{1F68D621-BEC0-4DDD-B9E1-855838FD30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9" name="文本框 289804">
            <a:extLst>
              <a:ext uri="{FF2B5EF4-FFF2-40B4-BE49-F238E27FC236}">
                <a16:creationId xmlns:a16="http://schemas.microsoft.com/office/drawing/2014/main" id="{99B40AE4-FBCD-4C18-AFE8-7C836A72A880}"/>
              </a:ext>
            </a:extLst>
          </p:cNvPr>
          <p:cNvSpPr txBox="1">
            <a:spLocks noChangeArrowheads="1"/>
          </p:cNvSpPr>
          <p:nvPr/>
        </p:nvSpPr>
        <p:spPr bwMode="auto">
          <a:xfrm>
            <a:off x="3203575" y="476250"/>
            <a:ext cx="3744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1</a:t>
            </a:r>
            <a:r>
              <a:rPr lang="zh-CN" altLang="en-US" sz="3200" b="1">
                <a:solidFill>
                  <a:srgbClr val="0000FF"/>
                </a:solidFill>
                <a:latin typeface="Tahoma" panose="020B0604030504040204" pitchFamily="34" charset="0"/>
              </a:rPr>
              <a:t>）数据帧出错</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grpId="0" nodeType="clickEffect">
                                  <p:stCondLst>
                                    <p:cond delay="0"/>
                                  </p:stCondLst>
                                  <p:childTnLst>
                                    <p:animMotion origin="layout" path="M -3.61111E-6 3.00578E-6 L -0.30312 -0.00208 " pathEditMode="relative" rAng="0" ptsTypes="AA">
                                      <p:cBhvr>
                                        <p:cTn id="6" dur="3000" fill="hold"/>
                                        <p:tgtEl>
                                          <p:spTgt spid="289798"/>
                                        </p:tgtEl>
                                        <p:attrNameLst>
                                          <p:attrName>ppt_x</p:attrName>
                                          <p:attrName>ppt_y</p:attrName>
                                        </p:attrNameLst>
                                      </p:cBhvr>
                                      <p:rCtr x="-1520000"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矩形 290817">
            <a:extLst>
              <a:ext uri="{FF2B5EF4-FFF2-40B4-BE49-F238E27FC236}">
                <a16:creationId xmlns:a16="http://schemas.microsoft.com/office/drawing/2014/main" id="{2CB59054-6F6B-48FD-A54F-7840F285DA71}"/>
              </a:ext>
            </a:extLst>
          </p:cNvPr>
          <p:cNvSpPr>
            <a:spLocks noChangeArrowheads="1"/>
          </p:cNvSpPr>
          <p:nvPr/>
        </p:nvSpPr>
        <p:spPr bwMode="auto">
          <a:xfrm>
            <a:off x="1908175" y="4859338"/>
            <a:ext cx="47513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2800" b="1">
                <a:solidFill>
                  <a:schemeClr val="tx1"/>
                </a:solidFill>
                <a:latin typeface="Tahoma" panose="020B0604030504040204" pitchFamily="34" charset="0"/>
              </a:rPr>
              <a:t>发送方收到否定应答</a:t>
            </a:r>
            <a:r>
              <a:rPr lang="en-US" altLang="zh-CN" sz="2800" b="1">
                <a:solidFill>
                  <a:schemeClr val="tx1"/>
                </a:solidFill>
                <a:latin typeface="Tahoma" panose="020B0604030504040204" pitchFamily="34" charset="0"/>
              </a:rPr>
              <a:t>(NCK)</a:t>
            </a:r>
            <a:r>
              <a:rPr lang="zh-CN" altLang="en-US" sz="2800" b="1">
                <a:solidFill>
                  <a:schemeClr val="tx1"/>
                </a:solidFill>
                <a:latin typeface="Tahoma" panose="020B0604030504040204" pitchFamily="34" charset="0"/>
              </a:rPr>
              <a:t>后，重传该帧</a:t>
            </a:r>
          </a:p>
        </p:txBody>
      </p:sp>
      <p:sp>
        <p:nvSpPr>
          <p:cNvPr id="290819" name="文本框 290818">
            <a:extLst>
              <a:ext uri="{FF2B5EF4-FFF2-40B4-BE49-F238E27FC236}">
                <a16:creationId xmlns:a16="http://schemas.microsoft.com/office/drawing/2014/main" id="{A0079316-ECC6-47B3-A4A6-BB353D249AA5}"/>
              </a:ext>
            </a:extLst>
          </p:cNvPr>
          <p:cNvSpPr txBox="1">
            <a:spLocks noChangeArrowheads="1"/>
          </p:cNvSpPr>
          <p:nvPr/>
        </p:nvSpPr>
        <p:spPr bwMode="auto">
          <a:xfrm>
            <a:off x="2627313" y="3187700"/>
            <a:ext cx="865187"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副本</a:t>
            </a:r>
          </a:p>
        </p:txBody>
      </p:sp>
      <p:sp>
        <p:nvSpPr>
          <p:cNvPr id="67588" name="直接连接符 290821">
            <a:extLst>
              <a:ext uri="{FF2B5EF4-FFF2-40B4-BE49-F238E27FC236}">
                <a16:creationId xmlns:a16="http://schemas.microsoft.com/office/drawing/2014/main" id="{DF6CD60F-430B-46AF-9DB5-E6750548F6C0}"/>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89" name="文本框 290822">
            <a:extLst>
              <a:ext uri="{FF2B5EF4-FFF2-40B4-BE49-F238E27FC236}">
                <a16:creationId xmlns:a16="http://schemas.microsoft.com/office/drawing/2014/main" id="{B47314C5-2ADE-4EB6-B6D8-8A582F891F51}"/>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67590" name="文本框 290823">
            <a:extLst>
              <a:ext uri="{FF2B5EF4-FFF2-40B4-BE49-F238E27FC236}">
                <a16:creationId xmlns:a16="http://schemas.microsoft.com/office/drawing/2014/main" id="{223817B3-2552-4F3A-9170-EBB27A253DE4}"/>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67591" name="图片 290826">
            <a:extLst>
              <a:ext uri="{FF2B5EF4-FFF2-40B4-BE49-F238E27FC236}">
                <a16:creationId xmlns:a16="http://schemas.microsoft.com/office/drawing/2014/main" id="{7B686B4C-FC18-4BBD-9463-3FB7EC2531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2" name="图片 290827">
            <a:extLst>
              <a:ext uri="{FF2B5EF4-FFF2-40B4-BE49-F238E27FC236}">
                <a16:creationId xmlns:a16="http://schemas.microsoft.com/office/drawing/2014/main" id="{18E9AD2E-E3DE-42D2-A2CC-717729B7D3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3" name="文本框 290828">
            <a:extLst>
              <a:ext uri="{FF2B5EF4-FFF2-40B4-BE49-F238E27FC236}">
                <a16:creationId xmlns:a16="http://schemas.microsoft.com/office/drawing/2014/main" id="{198AEFF8-1E4D-4EF2-831B-5A9222D791E7}"/>
              </a:ext>
            </a:extLst>
          </p:cNvPr>
          <p:cNvSpPr txBox="1">
            <a:spLocks noChangeArrowheads="1"/>
          </p:cNvSpPr>
          <p:nvPr/>
        </p:nvSpPr>
        <p:spPr bwMode="auto">
          <a:xfrm>
            <a:off x="3203575" y="476250"/>
            <a:ext cx="3744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1</a:t>
            </a:r>
            <a:r>
              <a:rPr lang="zh-CN" altLang="en-US" sz="3200" b="1">
                <a:solidFill>
                  <a:srgbClr val="0000FF"/>
                </a:solidFill>
                <a:latin typeface="Tahoma" panose="020B0604030504040204" pitchFamily="34" charset="0"/>
              </a:rPr>
              <a:t>）数据帧出错</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grpId="0" nodeType="clickEffect">
                                  <p:stCondLst>
                                    <p:cond delay="0"/>
                                  </p:stCondLst>
                                  <p:childTnLst>
                                    <p:animMotion origin="layout" path="M 1.38889E-6 1.15607E-6 L 0.3151 -0.00231 " pathEditMode="relative" rAng="0" ptsTypes="AA">
                                      <p:cBhvr>
                                        <p:cTn id="6" dur="3000" fill="hold"/>
                                        <p:tgtEl>
                                          <p:spTgt spid="290819"/>
                                        </p:tgtEl>
                                        <p:attrNameLst>
                                          <p:attrName>ppt_x</p:attrName>
                                          <p:attrName>ppt_y</p:attrName>
                                        </p:attrNameLst>
                                      </p:cBhvr>
                                      <p:rCtr x="1570000"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直接连接符 291843">
            <a:extLst>
              <a:ext uri="{FF2B5EF4-FFF2-40B4-BE49-F238E27FC236}">
                <a16:creationId xmlns:a16="http://schemas.microsoft.com/office/drawing/2014/main" id="{9FFB4741-C3C6-40A3-82CA-AF187274359E}"/>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1845" name="文本框 291844">
            <a:extLst>
              <a:ext uri="{FF2B5EF4-FFF2-40B4-BE49-F238E27FC236}">
                <a16:creationId xmlns:a16="http://schemas.microsoft.com/office/drawing/2014/main" id="{30DB2EFD-A601-47BF-AB19-01C59658DD40}"/>
              </a:ext>
            </a:extLst>
          </p:cNvPr>
          <p:cNvSpPr txBox="1">
            <a:spLocks noChangeArrowheads="1"/>
          </p:cNvSpPr>
          <p:nvPr/>
        </p:nvSpPr>
        <p:spPr bwMode="auto">
          <a:xfrm>
            <a:off x="5364163" y="3187700"/>
            <a:ext cx="1008062" cy="457200"/>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应答</a:t>
            </a:r>
          </a:p>
        </p:txBody>
      </p:sp>
      <p:sp>
        <p:nvSpPr>
          <p:cNvPr id="68612" name="文本框 291845">
            <a:extLst>
              <a:ext uri="{FF2B5EF4-FFF2-40B4-BE49-F238E27FC236}">
                <a16:creationId xmlns:a16="http://schemas.microsoft.com/office/drawing/2014/main" id="{B71D39BA-C425-451D-B28E-C78E956218D6}"/>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68613" name="文本框 291846">
            <a:extLst>
              <a:ext uri="{FF2B5EF4-FFF2-40B4-BE49-F238E27FC236}">
                <a16:creationId xmlns:a16="http://schemas.microsoft.com/office/drawing/2014/main" id="{C8B952AE-525A-4E76-B08A-7D8BCDF9FD6F}"/>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68614" name="图片 291849">
            <a:extLst>
              <a:ext uri="{FF2B5EF4-FFF2-40B4-BE49-F238E27FC236}">
                <a16:creationId xmlns:a16="http://schemas.microsoft.com/office/drawing/2014/main" id="{40DBD0F3-07ED-41BF-B575-477BE30531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图片 291850">
            <a:extLst>
              <a:ext uri="{FF2B5EF4-FFF2-40B4-BE49-F238E27FC236}">
                <a16:creationId xmlns:a16="http://schemas.microsoft.com/office/drawing/2014/main" id="{867A20ED-4289-42FF-8351-BF1838DE5D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6" name="文本框 291851">
            <a:extLst>
              <a:ext uri="{FF2B5EF4-FFF2-40B4-BE49-F238E27FC236}">
                <a16:creationId xmlns:a16="http://schemas.microsoft.com/office/drawing/2014/main" id="{72258AE5-5983-413A-A221-4642677907F2}"/>
              </a:ext>
            </a:extLst>
          </p:cNvPr>
          <p:cNvSpPr txBox="1">
            <a:spLocks noChangeArrowheads="1"/>
          </p:cNvSpPr>
          <p:nvPr/>
        </p:nvSpPr>
        <p:spPr bwMode="auto">
          <a:xfrm>
            <a:off x="3203575" y="476250"/>
            <a:ext cx="3744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1</a:t>
            </a:r>
            <a:r>
              <a:rPr lang="zh-CN" altLang="en-US" sz="3200" b="1">
                <a:solidFill>
                  <a:srgbClr val="0000FF"/>
                </a:solidFill>
                <a:latin typeface="Tahoma" panose="020B0604030504040204" pitchFamily="34" charset="0"/>
              </a:rPr>
              <a:t>）数据帧出错</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grpId="0" nodeType="clickEffect">
                                  <p:stCondLst>
                                    <p:cond delay="0"/>
                                  </p:stCondLst>
                                  <p:childTnLst>
                                    <p:animMotion origin="layout" path="M -3.61111E-6 3.00578E-6 L -0.30312 -0.00208 " pathEditMode="relative" rAng="0" ptsTypes="AA">
                                      <p:cBhvr>
                                        <p:cTn id="6" dur="3000" fill="hold"/>
                                        <p:tgtEl>
                                          <p:spTgt spid="291845"/>
                                        </p:tgtEl>
                                        <p:attrNameLst>
                                          <p:attrName>ppt_x</p:attrName>
                                          <p:attrName>ppt_y</p:attrName>
                                        </p:attrNameLst>
                                      </p:cBhvr>
                                      <p:rCtr x="-1520000"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文本框 292865">
            <a:extLst>
              <a:ext uri="{FF2B5EF4-FFF2-40B4-BE49-F238E27FC236}">
                <a16:creationId xmlns:a16="http://schemas.microsoft.com/office/drawing/2014/main" id="{C56E3F21-2167-483F-A510-3E2D2BF8C05A}"/>
              </a:ext>
            </a:extLst>
          </p:cNvPr>
          <p:cNvSpPr txBox="1">
            <a:spLocks noChangeArrowheads="1"/>
          </p:cNvSpPr>
          <p:nvPr/>
        </p:nvSpPr>
        <p:spPr bwMode="auto">
          <a:xfrm>
            <a:off x="2484438" y="3217863"/>
            <a:ext cx="865187"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数据</a:t>
            </a:r>
          </a:p>
        </p:txBody>
      </p:sp>
      <p:sp>
        <p:nvSpPr>
          <p:cNvPr id="292867" name="爆炸形 1 292866">
            <a:extLst>
              <a:ext uri="{FF2B5EF4-FFF2-40B4-BE49-F238E27FC236}">
                <a16:creationId xmlns:a16="http://schemas.microsoft.com/office/drawing/2014/main" id="{A3F622D7-2714-45D5-922A-AD039377859B}"/>
              </a:ext>
            </a:extLst>
          </p:cNvPr>
          <p:cNvSpPr>
            <a:spLocks noChangeArrowheads="1"/>
          </p:cNvSpPr>
          <p:nvPr/>
        </p:nvSpPr>
        <p:spPr bwMode="auto">
          <a:xfrm>
            <a:off x="4211638" y="2133600"/>
            <a:ext cx="2520950" cy="1368425"/>
          </a:xfrm>
          <a:prstGeom prst="irregularSeal1">
            <a:avLst/>
          </a:prstGeom>
          <a:solidFill>
            <a:srgbClr val="FFFF66"/>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b="1">
                <a:solidFill>
                  <a:schemeClr val="tx1"/>
                </a:solidFill>
                <a:latin typeface="Tahoma" panose="020B0604030504040204" pitchFamily="34" charset="0"/>
              </a:rPr>
              <a:t>丢失</a:t>
            </a:r>
          </a:p>
        </p:txBody>
      </p:sp>
      <p:sp>
        <p:nvSpPr>
          <p:cNvPr id="69636" name="文本框 292867">
            <a:extLst>
              <a:ext uri="{FF2B5EF4-FFF2-40B4-BE49-F238E27FC236}">
                <a16:creationId xmlns:a16="http://schemas.microsoft.com/office/drawing/2014/main" id="{43A6DEAF-204C-4017-B083-8E2B9F6F9A9D}"/>
              </a:ext>
            </a:extLst>
          </p:cNvPr>
          <p:cNvSpPr txBox="1">
            <a:spLocks noChangeArrowheads="1"/>
          </p:cNvSpPr>
          <p:nvPr/>
        </p:nvSpPr>
        <p:spPr bwMode="auto">
          <a:xfrm>
            <a:off x="3203575" y="476250"/>
            <a:ext cx="3384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2</a:t>
            </a:r>
            <a:r>
              <a:rPr lang="zh-CN" altLang="en-US" sz="3200" b="1">
                <a:solidFill>
                  <a:srgbClr val="0000FF"/>
                </a:solidFill>
                <a:latin typeface="Tahoma" panose="020B0604030504040204" pitchFamily="34" charset="0"/>
              </a:rPr>
              <a:t>）数据帧丢失</a:t>
            </a:r>
          </a:p>
        </p:txBody>
      </p:sp>
      <p:sp>
        <p:nvSpPr>
          <p:cNvPr id="292869" name="矩形 292868">
            <a:extLst>
              <a:ext uri="{FF2B5EF4-FFF2-40B4-BE49-F238E27FC236}">
                <a16:creationId xmlns:a16="http://schemas.microsoft.com/office/drawing/2014/main" id="{494ECB07-06DC-4C91-A218-DFF2BEBEBB6D}"/>
              </a:ext>
            </a:extLst>
          </p:cNvPr>
          <p:cNvSpPr>
            <a:spLocks noChangeArrowheads="1"/>
          </p:cNvSpPr>
          <p:nvPr/>
        </p:nvSpPr>
        <p:spPr bwMode="auto">
          <a:xfrm>
            <a:off x="2127250" y="4883150"/>
            <a:ext cx="46767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3200" b="1" dirty="0">
                <a:solidFill>
                  <a:schemeClr val="tx1"/>
                </a:solidFill>
                <a:latin typeface="Tahoma" panose="020B0604030504040204" pitchFamily="34" charset="0"/>
              </a:rPr>
              <a:t>发送完一个数据帧时，就启动一个</a:t>
            </a:r>
            <a:r>
              <a:rPr lang="zh-CN" altLang="en-US" sz="3200" b="1" dirty="0">
                <a:solidFill>
                  <a:srgbClr val="FF0000"/>
                </a:solidFill>
                <a:latin typeface="Tahoma" panose="020B0604030504040204" pitchFamily="34" charset="0"/>
              </a:rPr>
              <a:t>超时计时器</a:t>
            </a:r>
          </a:p>
        </p:txBody>
      </p:sp>
      <p:sp>
        <p:nvSpPr>
          <p:cNvPr id="69638" name="直接连接符 292871">
            <a:extLst>
              <a:ext uri="{FF2B5EF4-FFF2-40B4-BE49-F238E27FC236}">
                <a16:creationId xmlns:a16="http://schemas.microsoft.com/office/drawing/2014/main" id="{6DF219CA-343B-4348-A89E-DF1C8A2ADE99}"/>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9" name="文本框 292872">
            <a:extLst>
              <a:ext uri="{FF2B5EF4-FFF2-40B4-BE49-F238E27FC236}">
                <a16:creationId xmlns:a16="http://schemas.microsoft.com/office/drawing/2014/main" id="{01F956A3-5500-47DC-80B0-8ADD7A0F2638}"/>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69640" name="文本框 292873">
            <a:extLst>
              <a:ext uri="{FF2B5EF4-FFF2-40B4-BE49-F238E27FC236}">
                <a16:creationId xmlns:a16="http://schemas.microsoft.com/office/drawing/2014/main" id="{74CBA332-7962-4188-9256-A1E3359804C6}"/>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69641" name="图片 292874">
            <a:extLst>
              <a:ext uri="{FF2B5EF4-FFF2-40B4-BE49-F238E27FC236}">
                <a16:creationId xmlns:a16="http://schemas.microsoft.com/office/drawing/2014/main" id="{AC2DA5EA-837F-4A2C-85DD-289D257DD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2" name="图片 292875">
            <a:extLst>
              <a:ext uri="{FF2B5EF4-FFF2-40B4-BE49-F238E27FC236}">
                <a16:creationId xmlns:a16="http://schemas.microsoft.com/office/drawing/2014/main" id="{701B7BF2-947B-49C4-8437-0A962D3E3CE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grpId="0" nodeType="clickEffect">
                                  <p:stCondLst>
                                    <p:cond delay="0"/>
                                  </p:stCondLst>
                                  <p:childTnLst>
                                    <p:animMotion origin="layout" path="M 1.38889E-6 1.15607E-6 L 0.19687 -0.00139 " pathEditMode="relative" rAng="0" ptsTypes="AA">
                                      <p:cBhvr>
                                        <p:cTn id="6" dur="3000" fill="hold"/>
                                        <p:tgtEl>
                                          <p:spTgt spid="292866"/>
                                        </p:tgtEl>
                                        <p:attrNameLst>
                                          <p:attrName>ppt_x</p:attrName>
                                          <p:attrName>ppt_y</p:attrName>
                                        </p:attrNameLst>
                                      </p:cBhvr>
                                      <p:rCtr x="980000" y="-10000"/>
                                    </p:animMotion>
                                  </p:childTnLst>
                                </p:cTn>
                              </p:par>
                            </p:childTnLst>
                          </p:cTn>
                        </p:par>
                        <p:par>
                          <p:cTn id="7" fill="hold" nodeType="afterGroup">
                            <p:stCondLst>
                              <p:cond delay="3000"/>
                            </p:stCondLst>
                            <p:childTnLst>
                              <p:par>
                                <p:cTn id="8" presetID="3" presetClass="entr" presetSubtype="10" fill="hold" grpId="0" nodeType="afterEffect">
                                  <p:stCondLst>
                                    <p:cond delay="0"/>
                                  </p:stCondLst>
                                  <p:childTnLst>
                                    <p:set>
                                      <p:cBhvr>
                                        <p:cTn id="9" dur="1" fill="hold">
                                          <p:stCondLst>
                                            <p:cond delay="0"/>
                                          </p:stCondLst>
                                        </p:cTn>
                                        <p:tgtEl>
                                          <p:spTgt spid="292867"/>
                                        </p:tgtEl>
                                        <p:attrNameLst>
                                          <p:attrName>style.visibility</p:attrName>
                                        </p:attrNameLst>
                                      </p:cBhvr>
                                      <p:to>
                                        <p:strVal val="visible"/>
                                      </p:to>
                                    </p:set>
                                    <p:animEffect transition="in" filter="blinds(horizontal)">
                                      <p:cBhvr>
                                        <p:cTn id="10" dur="500"/>
                                        <p:tgtEl>
                                          <p:spTgt spid="29286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2869"/>
                                        </p:tgtEl>
                                        <p:attrNameLst>
                                          <p:attrName>style.visibility</p:attrName>
                                        </p:attrNameLst>
                                      </p:cBhvr>
                                      <p:to>
                                        <p:strVal val="visible"/>
                                      </p:to>
                                    </p:set>
                                    <p:animEffect transition="in" filter="blinds(horizontal)">
                                      <p:cBhvr>
                                        <p:cTn id="15" dur="500"/>
                                        <p:tgtEl>
                                          <p:spTgt spid="292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animBg="1"/>
      <p:bldP spid="292867" grpId="0" animBg="1"/>
      <p:bldP spid="29286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矩形 293889">
            <a:extLst>
              <a:ext uri="{FF2B5EF4-FFF2-40B4-BE49-F238E27FC236}">
                <a16:creationId xmlns:a16="http://schemas.microsoft.com/office/drawing/2014/main" id="{26A25FF0-CBB4-4CED-90A4-F2672E9B027D}"/>
              </a:ext>
            </a:extLst>
          </p:cNvPr>
          <p:cNvSpPr>
            <a:spLocks noChangeArrowheads="1"/>
          </p:cNvSpPr>
          <p:nvPr/>
        </p:nvSpPr>
        <p:spPr bwMode="auto">
          <a:xfrm>
            <a:off x="971550" y="4683125"/>
            <a:ext cx="7345363"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3200" b="1">
                <a:solidFill>
                  <a:schemeClr val="tx1"/>
                </a:solidFill>
                <a:latin typeface="Tahoma" panose="020B0604030504040204" pitchFamily="34" charset="0"/>
              </a:rPr>
              <a:t>若到了超时计时器所设置的重传时间而仍收不到接收方的任何确认帧，则发送方就重传前面所发送的数据帧。</a:t>
            </a:r>
          </a:p>
        </p:txBody>
      </p:sp>
      <p:sp>
        <p:nvSpPr>
          <p:cNvPr id="293891" name="文本框 293890">
            <a:extLst>
              <a:ext uri="{FF2B5EF4-FFF2-40B4-BE49-F238E27FC236}">
                <a16:creationId xmlns:a16="http://schemas.microsoft.com/office/drawing/2014/main" id="{FBE2AC55-03D0-4E36-A8CE-E97B55E540D4}"/>
              </a:ext>
            </a:extLst>
          </p:cNvPr>
          <p:cNvSpPr txBox="1">
            <a:spLocks noChangeArrowheads="1"/>
          </p:cNvSpPr>
          <p:nvPr/>
        </p:nvSpPr>
        <p:spPr bwMode="auto">
          <a:xfrm>
            <a:off x="2627313" y="3213100"/>
            <a:ext cx="865187"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副本</a:t>
            </a:r>
          </a:p>
        </p:txBody>
      </p:sp>
      <p:sp>
        <p:nvSpPr>
          <p:cNvPr id="70660" name="直接连接符 293893">
            <a:extLst>
              <a:ext uri="{FF2B5EF4-FFF2-40B4-BE49-F238E27FC236}">
                <a16:creationId xmlns:a16="http://schemas.microsoft.com/office/drawing/2014/main" id="{49274E58-A342-47A5-BAB9-AC84CD4DBC2C}"/>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661" name="文本框 293894">
            <a:extLst>
              <a:ext uri="{FF2B5EF4-FFF2-40B4-BE49-F238E27FC236}">
                <a16:creationId xmlns:a16="http://schemas.microsoft.com/office/drawing/2014/main" id="{2EDA394D-A733-48EB-B368-7FCA740C8811}"/>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70662" name="文本框 293895">
            <a:extLst>
              <a:ext uri="{FF2B5EF4-FFF2-40B4-BE49-F238E27FC236}">
                <a16:creationId xmlns:a16="http://schemas.microsoft.com/office/drawing/2014/main" id="{E77673C6-7BCD-4E14-95C1-ABCAE48E0897}"/>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70663" name="图片 293898">
            <a:extLst>
              <a:ext uri="{FF2B5EF4-FFF2-40B4-BE49-F238E27FC236}">
                <a16:creationId xmlns:a16="http://schemas.microsoft.com/office/drawing/2014/main" id="{E5E26287-9590-4891-89DF-F03125B522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4" name="图片 293899">
            <a:extLst>
              <a:ext uri="{FF2B5EF4-FFF2-40B4-BE49-F238E27FC236}">
                <a16:creationId xmlns:a16="http://schemas.microsoft.com/office/drawing/2014/main" id="{B5E332AD-2D15-4D9E-B589-B6C1AF4996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5" name="文本框 293900">
            <a:extLst>
              <a:ext uri="{FF2B5EF4-FFF2-40B4-BE49-F238E27FC236}">
                <a16:creationId xmlns:a16="http://schemas.microsoft.com/office/drawing/2014/main" id="{41AC8114-9E8D-4A14-A422-FA3644A9F9CF}"/>
              </a:ext>
            </a:extLst>
          </p:cNvPr>
          <p:cNvSpPr txBox="1">
            <a:spLocks noChangeArrowheads="1"/>
          </p:cNvSpPr>
          <p:nvPr/>
        </p:nvSpPr>
        <p:spPr bwMode="auto">
          <a:xfrm>
            <a:off x="3203575" y="476250"/>
            <a:ext cx="3384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2</a:t>
            </a:r>
            <a:r>
              <a:rPr lang="zh-CN" altLang="en-US" sz="3200" b="1">
                <a:solidFill>
                  <a:srgbClr val="0000FF"/>
                </a:solidFill>
                <a:latin typeface="Tahoma" panose="020B0604030504040204" pitchFamily="34" charset="0"/>
              </a:rPr>
              <a:t>）数据帧丢失</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3890"/>
                                        </p:tgtEl>
                                        <p:attrNameLst>
                                          <p:attrName>style.visibility</p:attrName>
                                        </p:attrNameLst>
                                      </p:cBhvr>
                                      <p:to>
                                        <p:strVal val="visible"/>
                                      </p:to>
                                    </p:set>
                                    <p:animEffect transition="in" filter="blinds(horizontal)">
                                      <p:cBhvr>
                                        <p:cTn id="7" dur="500"/>
                                        <p:tgtEl>
                                          <p:spTgt spid="2938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293891"/>
                                        </p:tgtEl>
                                        <p:attrNameLst>
                                          <p:attrName>style.visibility</p:attrName>
                                        </p:attrNameLst>
                                      </p:cBhvr>
                                      <p:to>
                                        <p:strVal val="visible"/>
                                      </p:to>
                                    </p:set>
                                    <p:animEffect transition="in" filter="blinds(horizontal)">
                                      <p:cBhvr>
                                        <p:cTn id="12" dur="500"/>
                                        <p:tgtEl>
                                          <p:spTgt spid="2938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3" presetClass="path" presetSubtype="0" accel="50000" decel="50000" fill="hold" grpId="0" nodeType="clickEffect">
                                  <p:stCondLst>
                                    <p:cond delay="0"/>
                                  </p:stCondLst>
                                  <p:childTnLst>
                                    <p:animMotion origin="layout" path="M 1.38889E-6 1.15607E-6 L 0.3151 -0.00231 " pathEditMode="relative" rAng="0" ptsTypes="AA">
                                      <p:cBhvr>
                                        <p:cTn id="16" dur="3000" fill="hold"/>
                                        <p:tgtEl>
                                          <p:spTgt spid="293891"/>
                                        </p:tgtEl>
                                        <p:attrNameLst>
                                          <p:attrName>ppt_x</p:attrName>
                                          <p:attrName>ppt_y</p:attrName>
                                        </p:attrNameLst>
                                      </p:cBhvr>
                                      <p:rCtr x="1570000"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0" grpId="0"/>
      <p:bldP spid="293891" grpId="0" animBg="1"/>
      <p:bldP spid="293891"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直接连接符 294915">
            <a:extLst>
              <a:ext uri="{FF2B5EF4-FFF2-40B4-BE49-F238E27FC236}">
                <a16:creationId xmlns:a16="http://schemas.microsoft.com/office/drawing/2014/main" id="{83F173E4-83B1-4F63-8BE8-CAEBB4EEB347}"/>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4917" name="文本框 294916">
            <a:extLst>
              <a:ext uri="{FF2B5EF4-FFF2-40B4-BE49-F238E27FC236}">
                <a16:creationId xmlns:a16="http://schemas.microsoft.com/office/drawing/2014/main" id="{6FF7C4F0-A524-45D0-8AEF-50CE671E8EF8}"/>
              </a:ext>
            </a:extLst>
          </p:cNvPr>
          <p:cNvSpPr txBox="1">
            <a:spLocks noChangeArrowheads="1"/>
          </p:cNvSpPr>
          <p:nvPr/>
        </p:nvSpPr>
        <p:spPr bwMode="auto">
          <a:xfrm>
            <a:off x="5364163" y="3187700"/>
            <a:ext cx="1008062" cy="457200"/>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应答</a:t>
            </a:r>
          </a:p>
        </p:txBody>
      </p:sp>
      <p:sp>
        <p:nvSpPr>
          <p:cNvPr id="71684" name="文本框 294917">
            <a:extLst>
              <a:ext uri="{FF2B5EF4-FFF2-40B4-BE49-F238E27FC236}">
                <a16:creationId xmlns:a16="http://schemas.microsoft.com/office/drawing/2014/main" id="{6D846406-0747-454A-ADA3-93B5186C5414}"/>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71685" name="文本框 294918">
            <a:extLst>
              <a:ext uri="{FF2B5EF4-FFF2-40B4-BE49-F238E27FC236}">
                <a16:creationId xmlns:a16="http://schemas.microsoft.com/office/drawing/2014/main" id="{0C7BCFF8-4D3F-4E94-A93B-4A0D77C2B547}"/>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71686" name="图片 294921">
            <a:extLst>
              <a:ext uri="{FF2B5EF4-FFF2-40B4-BE49-F238E27FC236}">
                <a16:creationId xmlns:a16="http://schemas.microsoft.com/office/drawing/2014/main" id="{90376729-7281-469B-B008-27B0AA8D8E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7" name="图片 294922">
            <a:extLst>
              <a:ext uri="{FF2B5EF4-FFF2-40B4-BE49-F238E27FC236}">
                <a16:creationId xmlns:a16="http://schemas.microsoft.com/office/drawing/2014/main" id="{06D9477C-4827-460F-82AD-B594BB1EBE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8" name="文本框 294923">
            <a:extLst>
              <a:ext uri="{FF2B5EF4-FFF2-40B4-BE49-F238E27FC236}">
                <a16:creationId xmlns:a16="http://schemas.microsoft.com/office/drawing/2014/main" id="{F23D5B80-4499-4CE4-82F6-68A08BA4B8F7}"/>
              </a:ext>
            </a:extLst>
          </p:cNvPr>
          <p:cNvSpPr txBox="1">
            <a:spLocks noChangeArrowheads="1"/>
          </p:cNvSpPr>
          <p:nvPr/>
        </p:nvSpPr>
        <p:spPr bwMode="auto">
          <a:xfrm>
            <a:off x="3203575" y="476250"/>
            <a:ext cx="3384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2</a:t>
            </a:r>
            <a:r>
              <a:rPr lang="zh-CN" altLang="en-US" sz="3200" b="1">
                <a:solidFill>
                  <a:srgbClr val="0000FF"/>
                </a:solidFill>
                <a:latin typeface="Tahoma" panose="020B0604030504040204" pitchFamily="34" charset="0"/>
              </a:rPr>
              <a:t>）数据帧丢失</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grpId="0" nodeType="clickEffect">
                                  <p:stCondLst>
                                    <p:cond delay="0"/>
                                  </p:stCondLst>
                                  <p:childTnLst>
                                    <p:animMotion origin="layout" path="M -3.61111E-6 3.00578E-6 L -0.30312 -0.00208 " pathEditMode="relative" rAng="0" ptsTypes="AA">
                                      <p:cBhvr>
                                        <p:cTn id="6" dur="3000" fill="hold"/>
                                        <p:tgtEl>
                                          <p:spTgt spid="294917"/>
                                        </p:tgtEl>
                                        <p:attrNameLst>
                                          <p:attrName>ppt_x</p:attrName>
                                          <p:attrName>ppt_y</p:attrName>
                                        </p:attrNameLst>
                                      </p:cBhvr>
                                      <p:rCtr x="-1520000"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爆炸形 1 296961">
            <a:extLst>
              <a:ext uri="{FF2B5EF4-FFF2-40B4-BE49-F238E27FC236}">
                <a16:creationId xmlns:a16="http://schemas.microsoft.com/office/drawing/2014/main" id="{BA8C43D4-DAEF-48B6-B472-AED672282783}"/>
              </a:ext>
            </a:extLst>
          </p:cNvPr>
          <p:cNvSpPr>
            <a:spLocks noChangeArrowheads="1"/>
          </p:cNvSpPr>
          <p:nvPr/>
        </p:nvSpPr>
        <p:spPr bwMode="auto">
          <a:xfrm>
            <a:off x="2916238" y="1844675"/>
            <a:ext cx="2520950" cy="1368425"/>
          </a:xfrm>
          <a:prstGeom prst="irregularSeal1">
            <a:avLst/>
          </a:prstGeom>
          <a:solidFill>
            <a:srgbClr val="FFFF66"/>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pPr>
            <a:r>
              <a:rPr lang="zh-CN" altLang="en-US" sz="2800" b="1">
                <a:solidFill>
                  <a:schemeClr val="tx1"/>
                </a:solidFill>
                <a:latin typeface="Tahoma" panose="020B0604030504040204" pitchFamily="34" charset="0"/>
              </a:rPr>
              <a:t>丢失</a:t>
            </a:r>
          </a:p>
        </p:txBody>
      </p:sp>
      <p:sp>
        <p:nvSpPr>
          <p:cNvPr id="296963" name="矩形 296962">
            <a:extLst>
              <a:ext uri="{FF2B5EF4-FFF2-40B4-BE49-F238E27FC236}">
                <a16:creationId xmlns:a16="http://schemas.microsoft.com/office/drawing/2014/main" id="{EEB7AB25-BCAB-4FC7-8CC3-6CE8E0B05366}"/>
              </a:ext>
            </a:extLst>
          </p:cNvPr>
          <p:cNvSpPr>
            <a:spLocks noChangeArrowheads="1"/>
          </p:cNvSpPr>
          <p:nvPr/>
        </p:nvSpPr>
        <p:spPr bwMode="auto">
          <a:xfrm>
            <a:off x="2774950" y="4721225"/>
            <a:ext cx="20843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3200" b="1">
                <a:solidFill>
                  <a:schemeClr val="tx1"/>
                </a:solidFill>
                <a:latin typeface="Tahoma" panose="020B0604030504040204" pitchFamily="34" charset="0"/>
              </a:rPr>
              <a:t>超时重传</a:t>
            </a:r>
            <a:endParaRPr lang="zh-CN" altLang="en-US" sz="3200" b="1">
              <a:solidFill>
                <a:schemeClr val="hlink"/>
              </a:solidFill>
              <a:latin typeface="Tahoma" panose="020B0604030504040204" pitchFamily="34" charset="0"/>
            </a:endParaRPr>
          </a:p>
        </p:txBody>
      </p:sp>
      <p:sp>
        <p:nvSpPr>
          <p:cNvPr id="296964" name="文本框 296963">
            <a:extLst>
              <a:ext uri="{FF2B5EF4-FFF2-40B4-BE49-F238E27FC236}">
                <a16:creationId xmlns:a16="http://schemas.microsoft.com/office/drawing/2014/main" id="{84C4ACE6-D49C-403F-A71B-62E17B72E137}"/>
              </a:ext>
            </a:extLst>
          </p:cNvPr>
          <p:cNvSpPr txBox="1">
            <a:spLocks noChangeArrowheads="1"/>
          </p:cNvSpPr>
          <p:nvPr/>
        </p:nvSpPr>
        <p:spPr bwMode="auto">
          <a:xfrm>
            <a:off x="5580063" y="3141663"/>
            <a:ext cx="1008062" cy="457200"/>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应答</a:t>
            </a:r>
          </a:p>
        </p:txBody>
      </p:sp>
      <p:sp>
        <p:nvSpPr>
          <p:cNvPr id="72709" name="直接连接符 296966">
            <a:extLst>
              <a:ext uri="{FF2B5EF4-FFF2-40B4-BE49-F238E27FC236}">
                <a16:creationId xmlns:a16="http://schemas.microsoft.com/office/drawing/2014/main" id="{0D7D8D13-25DC-41EF-AD37-4FF00EE306A5}"/>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0" name="文本框 296967">
            <a:extLst>
              <a:ext uri="{FF2B5EF4-FFF2-40B4-BE49-F238E27FC236}">
                <a16:creationId xmlns:a16="http://schemas.microsoft.com/office/drawing/2014/main" id="{28C4FB6A-2C32-49B8-88A3-84745B773B79}"/>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72711" name="文本框 296968">
            <a:extLst>
              <a:ext uri="{FF2B5EF4-FFF2-40B4-BE49-F238E27FC236}">
                <a16:creationId xmlns:a16="http://schemas.microsoft.com/office/drawing/2014/main" id="{130795BC-0306-4DD7-ADC3-7EA056903CDD}"/>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sp>
        <p:nvSpPr>
          <p:cNvPr id="72712" name="文本框 296970">
            <a:extLst>
              <a:ext uri="{FF2B5EF4-FFF2-40B4-BE49-F238E27FC236}">
                <a16:creationId xmlns:a16="http://schemas.microsoft.com/office/drawing/2014/main" id="{55648B1B-B0E0-4213-B9C8-5D6F72A53A44}"/>
              </a:ext>
            </a:extLst>
          </p:cNvPr>
          <p:cNvSpPr txBox="1">
            <a:spLocks noChangeArrowheads="1"/>
          </p:cNvSpPr>
          <p:nvPr/>
        </p:nvSpPr>
        <p:spPr bwMode="auto">
          <a:xfrm>
            <a:off x="3203575" y="476250"/>
            <a:ext cx="3455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3</a:t>
            </a:r>
            <a:r>
              <a:rPr lang="zh-CN" altLang="en-US" sz="3200" b="1">
                <a:solidFill>
                  <a:srgbClr val="0000FF"/>
                </a:solidFill>
                <a:latin typeface="Tahoma" panose="020B0604030504040204" pitchFamily="34" charset="0"/>
              </a:rPr>
              <a:t>）确认帧丢失</a:t>
            </a:r>
          </a:p>
        </p:txBody>
      </p:sp>
      <p:pic>
        <p:nvPicPr>
          <p:cNvPr id="72713" name="图片 296971">
            <a:extLst>
              <a:ext uri="{FF2B5EF4-FFF2-40B4-BE49-F238E27FC236}">
                <a16:creationId xmlns:a16="http://schemas.microsoft.com/office/drawing/2014/main" id="{3BF09C67-8162-467D-87A8-1E2165D2AA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4" name="图片 296972">
            <a:extLst>
              <a:ext uri="{FF2B5EF4-FFF2-40B4-BE49-F238E27FC236}">
                <a16:creationId xmlns:a16="http://schemas.microsoft.com/office/drawing/2014/main" id="{CF2F7C02-3F99-4DC4-93F1-8F71E19867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grpId="0" nodeType="clickEffect">
                                  <p:stCondLst>
                                    <p:cond delay="0"/>
                                  </p:stCondLst>
                                  <p:childTnLst>
                                    <p:animMotion origin="layout" path="M 2.22222E-6 0.00324 L -0.2125 0.00185 " pathEditMode="relative" rAng="0" ptsTypes="AA">
                                      <p:cBhvr>
                                        <p:cTn id="6" dur="3000" fill="hold"/>
                                        <p:tgtEl>
                                          <p:spTgt spid="296964"/>
                                        </p:tgtEl>
                                        <p:attrNameLst>
                                          <p:attrName>ppt_x</p:attrName>
                                          <p:attrName>ppt_y</p:attrName>
                                        </p:attrNameLst>
                                      </p:cBhvr>
                                      <p:rCtr x="-1060000" y="-10000"/>
                                    </p:animMotion>
                                  </p:childTnLst>
                                </p:cTn>
                              </p:par>
                            </p:childTnLst>
                          </p:cTn>
                        </p:par>
                        <p:par>
                          <p:cTn id="7" fill="hold" nodeType="afterGroup">
                            <p:stCondLst>
                              <p:cond delay="3000"/>
                            </p:stCondLst>
                            <p:childTnLst>
                              <p:par>
                                <p:cTn id="8" presetID="3" presetClass="entr" presetSubtype="10" fill="hold" grpId="0" nodeType="afterEffect">
                                  <p:stCondLst>
                                    <p:cond delay="0"/>
                                  </p:stCondLst>
                                  <p:childTnLst>
                                    <p:set>
                                      <p:cBhvr>
                                        <p:cTn id="9" dur="1" fill="hold">
                                          <p:stCondLst>
                                            <p:cond delay="0"/>
                                          </p:stCondLst>
                                        </p:cTn>
                                        <p:tgtEl>
                                          <p:spTgt spid="296962"/>
                                        </p:tgtEl>
                                        <p:attrNameLst>
                                          <p:attrName>style.visibility</p:attrName>
                                        </p:attrNameLst>
                                      </p:cBhvr>
                                      <p:to>
                                        <p:strVal val="visible"/>
                                      </p:to>
                                    </p:set>
                                    <p:animEffect transition="in" filter="blinds(horizontal)">
                                      <p:cBhvr>
                                        <p:cTn id="10" dur="500"/>
                                        <p:tgtEl>
                                          <p:spTgt spid="29696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6963"/>
                                        </p:tgtEl>
                                        <p:attrNameLst>
                                          <p:attrName>style.visibility</p:attrName>
                                        </p:attrNameLst>
                                      </p:cBhvr>
                                      <p:to>
                                        <p:strVal val="visible"/>
                                      </p:to>
                                    </p:set>
                                    <p:animEffect transition="in" filter="blinds(horizontal)">
                                      <p:cBhvr>
                                        <p:cTn id="15" dur="500"/>
                                        <p:tgtEl>
                                          <p:spTgt spid="2969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animBg="1"/>
      <p:bldP spid="296963" grpId="0"/>
      <p:bldP spid="29696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文本框 297985">
            <a:extLst>
              <a:ext uri="{FF2B5EF4-FFF2-40B4-BE49-F238E27FC236}">
                <a16:creationId xmlns:a16="http://schemas.microsoft.com/office/drawing/2014/main" id="{4FBE303E-810B-4520-BA15-40D1F6563C02}"/>
              </a:ext>
            </a:extLst>
          </p:cNvPr>
          <p:cNvSpPr txBox="1">
            <a:spLocks noChangeArrowheads="1"/>
          </p:cNvSpPr>
          <p:nvPr/>
        </p:nvSpPr>
        <p:spPr bwMode="auto">
          <a:xfrm>
            <a:off x="2627313" y="3187700"/>
            <a:ext cx="865187"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副本</a:t>
            </a:r>
          </a:p>
        </p:txBody>
      </p:sp>
      <p:sp>
        <p:nvSpPr>
          <p:cNvPr id="297987" name="矩形 297986">
            <a:extLst>
              <a:ext uri="{FF2B5EF4-FFF2-40B4-BE49-F238E27FC236}">
                <a16:creationId xmlns:a16="http://schemas.microsoft.com/office/drawing/2014/main" id="{31A0E512-15E4-411F-88C7-F8179147A5CF}"/>
              </a:ext>
            </a:extLst>
          </p:cNvPr>
          <p:cNvSpPr>
            <a:spLocks noChangeArrowheads="1"/>
          </p:cNvSpPr>
          <p:nvPr/>
        </p:nvSpPr>
        <p:spPr bwMode="auto">
          <a:xfrm>
            <a:off x="468313" y="4543425"/>
            <a:ext cx="8240712"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20000"/>
              </a:spcBef>
              <a:buClr>
                <a:schemeClr val="accent2"/>
              </a:buClr>
              <a:buFont typeface="Wingdings" panose="05000000000000000000" pitchFamily="2" charset="2"/>
              <a:buChar char="o"/>
            </a:pPr>
            <a:r>
              <a:rPr lang="zh-CN" altLang="en-US" sz="2600">
                <a:solidFill>
                  <a:schemeClr val="tx1"/>
                </a:solidFill>
                <a:latin typeface="Verdana" panose="020B0604030504040204" pitchFamily="34" charset="0"/>
              </a:rPr>
              <a:t>使每一个数据帧带上不同的发送序号。每发送一个新的数据帧就把它的发送序号加 </a:t>
            </a:r>
            <a:r>
              <a:rPr lang="en-US" altLang="zh-CN" sz="2600">
                <a:solidFill>
                  <a:schemeClr val="tx1"/>
                </a:solidFill>
                <a:latin typeface="Verdana" panose="020B0604030504040204" pitchFamily="34" charset="0"/>
              </a:rPr>
              <a:t>1</a:t>
            </a:r>
            <a:r>
              <a:rPr lang="zh-CN" altLang="en-US" sz="2600">
                <a:solidFill>
                  <a:schemeClr val="tx1"/>
                </a:solidFill>
                <a:latin typeface="Verdana" panose="020B0604030504040204" pitchFamily="34" charset="0"/>
              </a:rPr>
              <a:t>。 </a:t>
            </a:r>
          </a:p>
          <a:p>
            <a:pPr>
              <a:spcBef>
                <a:spcPct val="20000"/>
              </a:spcBef>
              <a:buClr>
                <a:schemeClr val="accent2"/>
              </a:buClr>
              <a:buFont typeface="Wingdings" panose="05000000000000000000" pitchFamily="2" charset="2"/>
              <a:buChar char="o"/>
            </a:pPr>
            <a:r>
              <a:rPr lang="zh-CN" altLang="en-US" sz="2600">
                <a:solidFill>
                  <a:schemeClr val="tx1"/>
                </a:solidFill>
                <a:latin typeface="Verdana" panose="020B0604030504040204" pitchFamily="34" charset="0"/>
              </a:rPr>
              <a:t>若接收方收到发送序号相同的数据帧，就表明出现了重复帧，这时应丢弃重复帧。</a:t>
            </a:r>
          </a:p>
        </p:txBody>
      </p:sp>
      <p:sp>
        <p:nvSpPr>
          <p:cNvPr id="73732" name="直接连接符 297989">
            <a:extLst>
              <a:ext uri="{FF2B5EF4-FFF2-40B4-BE49-F238E27FC236}">
                <a16:creationId xmlns:a16="http://schemas.microsoft.com/office/drawing/2014/main" id="{2F0653A2-A223-4B6A-8D00-458A9529D5B7}"/>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3" name="文本框 297990">
            <a:extLst>
              <a:ext uri="{FF2B5EF4-FFF2-40B4-BE49-F238E27FC236}">
                <a16:creationId xmlns:a16="http://schemas.microsoft.com/office/drawing/2014/main" id="{E56AC684-8E9C-4B14-82E1-CE2D5115D956}"/>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73734" name="文本框 297991">
            <a:extLst>
              <a:ext uri="{FF2B5EF4-FFF2-40B4-BE49-F238E27FC236}">
                <a16:creationId xmlns:a16="http://schemas.microsoft.com/office/drawing/2014/main" id="{87A20AB1-C604-4496-8226-B28BEC0B825D}"/>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73735" name="图片 297994">
            <a:extLst>
              <a:ext uri="{FF2B5EF4-FFF2-40B4-BE49-F238E27FC236}">
                <a16:creationId xmlns:a16="http://schemas.microsoft.com/office/drawing/2014/main" id="{8DEB7174-378D-44E9-BBED-F8F8F2C524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6" name="图片 297995">
            <a:extLst>
              <a:ext uri="{FF2B5EF4-FFF2-40B4-BE49-F238E27FC236}">
                <a16:creationId xmlns:a16="http://schemas.microsoft.com/office/drawing/2014/main" id="{200CD48C-DA88-444C-81A3-AACE0CF83D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7" name="文本框 297996">
            <a:extLst>
              <a:ext uri="{FF2B5EF4-FFF2-40B4-BE49-F238E27FC236}">
                <a16:creationId xmlns:a16="http://schemas.microsoft.com/office/drawing/2014/main" id="{CAED4A09-0995-4B37-A75F-927EB8145A95}"/>
              </a:ext>
            </a:extLst>
          </p:cNvPr>
          <p:cNvSpPr txBox="1">
            <a:spLocks noChangeArrowheads="1"/>
          </p:cNvSpPr>
          <p:nvPr/>
        </p:nvSpPr>
        <p:spPr bwMode="auto">
          <a:xfrm>
            <a:off x="3203575" y="476250"/>
            <a:ext cx="3455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3</a:t>
            </a:r>
            <a:r>
              <a:rPr lang="zh-CN" altLang="en-US" sz="3200" b="1">
                <a:solidFill>
                  <a:srgbClr val="0000FF"/>
                </a:solidFill>
                <a:latin typeface="Tahoma" panose="020B0604030504040204" pitchFamily="34" charset="0"/>
              </a:rPr>
              <a:t>）确认帧丢失</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grpId="0" nodeType="clickEffect">
                                  <p:stCondLst>
                                    <p:cond delay="0"/>
                                  </p:stCondLst>
                                  <p:childTnLst>
                                    <p:animMotion origin="layout" path="M 1.38889E-6 1.15607E-6 L 0.3151 -0.00231 " pathEditMode="relative" rAng="0" ptsTypes="AA">
                                      <p:cBhvr>
                                        <p:cTn id="6" dur="3000" fill="hold"/>
                                        <p:tgtEl>
                                          <p:spTgt spid="297986"/>
                                        </p:tgtEl>
                                        <p:attrNameLst>
                                          <p:attrName>ppt_x</p:attrName>
                                          <p:attrName>ppt_y</p:attrName>
                                        </p:attrNameLst>
                                      </p:cBhvr>
                                      <p:rCtr x="1570000" y="-1000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297987">
                                            <p:txEl>
                                              <p:pRg st="0" end="0"/>
                                            </p:txEl>
                                          </p:spTgt>
                                        </p:tgtEl>
                                        <p:attrNameLst>
                                          <p:attrName>style.visibility</p:attrName>
                                        </p:attrNameLst>
                                      </p:cBhvr>
                                      <p:to>
                                        <p:strVal val="visible"/>
                                      </p:to>
                                    </p:set>
                                    <p:animEffect transition="in" filter="blinds(horizontal)">
                                      <p:cBhvr>
                                        <p:cTn id="11" dur="500"/>
                                        <p:tgtEl>
                                          <p:spTgt spid="29798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297987">
                                            <p:txEl>
                                              <p:pRg st="1" end="1"/>
                                            </p:txEl>
                                          </p:spTgt>
                                        </p:tgtEl>
                                        <p:attrNameLst>
                                          <p:attrName>style.visibility</p:attrName>
                                        </p:attrNameLst>
                                      </p:cBhvr>
                                      <p:to>
                                        <p:strVal val="visible"/>
                                      </p:to>
                                    </p:set>
                                    <p:animEffect transition="in" filter="blinds(horizontal)">
                                      <p:cBhvr>
                                        <p:cTn id="16" dur="500"/>
                                        <p:tgtEl>
                                          <p:spTgt spid="2979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矩形 299009">
            <a:extLst>
              <a:ext uri="{FF2B5EF4-FFF2-40B4-BE49-F238E27FC236}">
                <a16:creationId xmlns:a16="http://schemas.microsoft.com/office/drawing/2014/main" id="{6D5F5D08-CFD9-4DDE-9C8E-D48D72282450}"/>
              </a:ext>
            </a:extLst>
          </p:cNvPr>
          <p:cNvSpPr>
            <a:spLocks noChangeArrowheads="1"/>
          </p:cNvSpPr>
          <p:nvPr/>
        </p:nvSpPr>
        <p:spPr bwMode="auto">
          <a:xfrm>
            <a:off x="1258888" y="4719638"/>
            <a:ext cx="69850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2800" b="1">
                <a:solidFill>
                  <a:schemeClr val="tx1"/>
                </a:solidFill>
                <a:latin typeface="Tahoma" panose="020B0604030504040204" pitchFamily="34" charset="0"/>
              </a:rPr>
              <a:t>接收方还必须向发送方发送确认帧 </a:t>
            </a:r>
            <a:r>
              <a:rPr lang="en-US" altLang="zh-CN" sz="2800" b="1">
                <a:solidFill>
                  <a:schemeClr val="tx1"/>
                </a:solidFill>
                <a:latin typeface="Tahoma" panose="020B0604030504040204" pitchFamily="34" charset="0"/>
              </a:rPr>
              <a:t>ACK</a:t>
            </a:r>
            <a:r>
              <a:rPr lang="zh-CN" altLang="en-US" sz="2800" b="1">
                <a:solidFill>
                  <a:schemeClr val="tx1"/>
                </a:solidFill>
                <a:latin typeface="Tahoma" panose="020B0604030504040204" pitchFamily="34" charset="0"/>
              </a:rPr>
              <a:t>，因为接收方已经知道发送方还没有收到上一次发过去的确认帧 </a:t>
            </a:r>
            <a:r>
              <a:rPr lang="en-US" altLang="zh-CN" sz="2800" b="1">
                <a:solidFill>
                  <a:schemeClr val="tx1"/>
                </a:solidFill>
                <a:latin typeface="Tahoma" panose="020B0604030504040204" pitchFamily="34" charset="0"/>
              </a:rPr>
              <a:t>ACK</a:t>
            </a:r>
          </a:p>
        </p:txBody>
      </p:sp>
      <p:sp>
        <p:nvSpPr>
          <p:cNvPr id="299011" name="文本框 299010">
            <a:extLst>
              <a:ext uri="{FF2B5EF4-FFF2-40B4-BE49-F238E27FC236}">
                <a16:creationId xmlns:a16="http://schemas.microsoft.com/office/drawing/2014/main" id="{56DF3AF1-C22E-479F-81F0-0DB36157B011}"/>
              </a:ext>
            </a:extLst>
          </p:cNvPr>
          <p:cNvSpPr txBox="1">
            <a:spLocks noChangeArrowheads="1"/>
          </p:cNvSpPr>
          <p:nvPr/>
        </p:nvSpPr>
        <p:spPr bwMode="auto">
          <a:xfrm>
            <a:off x="5580063" y="3259138"/>
            <a:ext cx="1008062" cy="457200"/>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lang="zh-CN" altLang="en-US" sz="2400" b="1">
                <a:solidFill>
                  <a:schemeClr val="tx1"/>
                </a:solidFill>
                <a:latin typeface="Tahoma" panose="020B0604030504040204" pitchFamily="34" charset="0"/>
              </a:rPr>
              <a:t>应答</a:t>
            </a:r>
          </a:p>
        </p:txBody>
      </p:sp>
      <p:sp>
        <p:nvSpPr>
          <p:cNvPr id="74756" name="直接连接符 299013">
            <a:extLst>
              <a:ext uri="{FF2B5EF4-FFF2-40B4-BE49-F238E27FC236}">
                <a16:creationId xmlns:a16="http://schemas.microsoft.com/office/drawing/2014/main" id="{1A77A4ED-1E80-4BEE-9AA0-9F5ED907A437}"/>
              </a:ext>
            </a:extLst>
          </p:cNvPr>
          <p:cNvSpPr>
            <a:spLocks noChangeShapeType="1"/>
          </p:cNvSpPr>
          <p:nvPr/>
        </p:nvSpPr>
        <p:spPr bwMode="auto">
          <a:xfrm>
            <a:off x="2411413" y="3863975"/>
            <a:ext cx="4248150" cy="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7" name="文本框 299014">
            <a:extLst>
              <a:ext uri="{FF2B5EF4-FFF2-40B4-BE49-F238E27FC236}">
                <a16:creationId xmlns:a16="http://schemas.microsoft.com/office/drawing/2014/main" id="{A4A696EC-5331-467F-9BDC-8DDBC5355E28}"/>
              </a:ext>
            </a:extLst>
          </p:cNvPr>
          <p:cNvSpPr txBox="1">
            <a:spLocks noChangeArrowheads="1"/>
          </p:cNvSpPr>
          <p:nvPr/>
        </p:nvSpPr>
        <p:spPr bwMode="auto">
          <a:xfrm>
            <a:off x="651668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接收方</a:t>
            </a:r>
            <a:r>
              <a:rPr lang="en-US" altLang="zh-CN" sz="2800" b="1">
                <a:solidFill>
                  <a:schemeClr val="tx1"/>
                </a:solidFill>
                <a:latin typeface="Tahoma" panose="020B0604030504040204" pitchFamily="34" charset="0"/>
              </a:rPr>
              <a:t>B</a:t>
            </a:r>
          </a:p>
        </p:txBody>
      </p:sp>
      <p:sp>
        <p:nvSpPr>
          <p:cNvPr id="74758" name="文本框 299015">
            <a:extLst>
              <a:ext uri="{FF2B5EF4-FFF2-40B4-BE49-F238E27FC236}">
                <a16:creationId xmlns:a16="http://schemas.microsoft.com/office/drawing/2014/main" id="{44CCF35B-68EE-4814-9F2F-107DE7C246EF}"/>
              </a:ext>
            </a:extLst>
          </p:cNvPr>
          <p:cNvSpPr txBox="1">
            <a:spLocks noChangeArrowheads="1"/>
          </p:cNvSpPr>
          <p:nvPr/>
        </p:nvSpPr>
        <p:spPr bwMode="auto">
          <a:xfrm>
            <a:off x="973138" y="1901825"/>
            <a:ext cx="1511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chemeClr val="tx1"/>
                </a:solidFill>
                <a:latin typeface="Tahoma" panose="020B0604030504040204" pitchFamily="34" charset="0"/>
              </a:rPr>
              <a:t>发送方</a:t>
            </a:r>
            <a:r>
              <a:rPr lang="en-US" altLang="zh-CN" sz="2800" b="1">
                <a:solidFill>
                  <a:schemeClr val="tx1"/>
                </a:solidFill>
                <a:latin typeface="Tahoma" panose="020B0604030504040204" pitchFamily="34" charset="0"/>
              </a:rPr>
              <a:t>A</a:t>
            </a:r>
          </a:p>
        </p:txBody>
      </p:sp>
      <p:pic>
        <p:nvPicPr>
          <p:cNvPr id="74759" name="图片 299018">
            <a:extLst>
              <a:ext uri="{FF2B5EF4-FFF2-40B4-BE49-F238E27FC236}">
                <a16:creationId xmlns:a16="http://schemas.microsoft.com/office/drawing/2014/main" id="{ADE4CF77-42D3-4FC5-BE33-91F544C970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1463"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0" name="图片 299019">
            <a:extLst>
              <a:ext uri="{FF2B5EF4-FFF2-40B4-BE49-F238E27FC236}">
                <a16:creationId xmlns:a16="http://schemas.microsoft.com/office/drawing/2014/main" id="{4DA50F25-C9D1-4881-9C76-81CDAB04EE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068638"/>
            <a:ext cx="12636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1" name="文本框 299020">
            <a:extLst>
              <a:ext uri="{FF2B5EF4-FFF2-40B4-BE49-F238E27FC236}">
                <a16:creationId xmlns:a16="http://schemas.microsoft.com/office/drawing/2014/main" id="{2F18685C-3783-4C17-BCBB-0F426794BD4E}"/>
              </a:ext>
            </a:extLst>
          </p:cNvPr>
          <p:cNvSpPr txBox="1">
            <a:spLocks noChangeArrowheads="1"/>
          </p:cNvSpPr>
          <p:nvPr/>
        </p:nvSpPr>
        <p:spPr bwMode="auto">
          <a:xfrm>
            <a:off x="3203575" y="476250"/>
            <a:ext cx="3455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3200" b="1">
                <a:solidFill>
                  <a:srgbClr val="0000FF"/>
                </a:solidFill>
                <a:latin typeface="Tahoma" panose="020B0604030504040204" pitchFamily="34" charset="0"/>
              </a:rPr>
              <a:t>（</a:t>
            </a:r>
            <a:r>
              <a:rPr lang="en-US" altLang="zh-CN" sz="3200" b="1">
                <a:solidFill>
                  <a:srgbClr val="0000FF"/>
                </a:solidFill>
                <a:latin typeface="Tahoma" panose="020B0604030504040204" pitchFamily="34" charset="0"/>
              </a:rPr>
              <a:t>3</a:t>
            </a:r>
            <a:r>
              <a:rPr lang="zh-CN" altLang="en-US" sz="3200" b="1">
                <a:solidFill>
                  <a:srgbClr val="0000FF"/>
                </a:solidFill>
                <a:latin typeface="Tahoma" panose="020B0604030504040204" pitchFamily="34" charset="0"/>
              </a:rPr>
              <a:t>）确认帧丢失</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9010"/>
                                        </p:tgtEl>
                                        <p:attrNameLst>
                                          <p:attrName>style.visibility</p:attrName>
                                        </p:attrNameLst>
                                      </p:cBhvr>
                                      <p:to>
                                        <p:strVal val="visible"/>
                                      </p:to>
                                    </p:set>
                                    <p:animEffect transition="in" filter="blinds(horizontal)">
                                      <p:cBhvr>
                                        <p:cTn id="7" dur="500"/>
                                        <p:tgtEl>
                                          <p:spTgt spid="299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5" presetClass="path" presetSubtype="0" accel="50000" decel="50000" fill="hold" grpId="0" nodeType="clickEffect">
                                  <p:stCondLst>
                                    <p:cond delay="0"/>
                                  </p:stCondLst>
                                  <p:childTnLst>
                                    <p:animMotion origin="layout" path="M 2.22222E-6 -1.6185E-6 L -0.36215 -0.00231 " pathEditMode="relative" rAng="0" ptsTypes="AA">
                                      <p:cBhvr>
                                        <p:cTn id="11" dur="3000" fill="hold"/>
                                        <p:tgtEl>
                                          <p:spTgt spid="299011"/>
                                        </p:tgtEl>
                                        <p:attrNameLst>
                                          <p:attrName>ppt_x</p:attrName>
                                          <p:attrName>ppt_y</p:attrName>
                                        </p:attrNameLst>
                                      </p:cBhvr>
                                      <p:rCtr x="-1810000"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0" grpId="0"/>
      <p:bldP spid="2990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300033">
            <a:extLst>
              <a:ext uri="{FF2B5EF4-FFF2-40B4-BE49-F238E27FC236}">
                <a16:creationId xmlns:a16="http://schemas.microsoft.com/office/drawing/2014/main" id="{BC502694-54C4-44EB-A9EB-8E89D7534AF2}"/>
              </a:ext>
            </a:extLst>
          </p:cNvPr>
          <p:cNvSpPr>
            <a:spLocks noChangeArrowheads="1"/>
          </p:cNvSpPr>
          <p:nvPr/>
        </p:nvSpPr>
        <p:spPr bwMode="auto">
          <a:xfrm>
            <a:off x="33338" y="4776788"/>
            <a:ext cx="412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时</a:t>
            </a:r>
          </a:p>
          <a:p>
            <a:pPr eaLnBrk="0" hangingPunct="0">
              <a:spcBef>
                <a:spcPct val="0"/>
              </a:spcBef>
              <a:buClr>
                <a:srgbClr val="000000"/>
              </a:buClr>
            </a:pPr>
            <a:r>
              <a:rPr lang="zh-CN" altLang="en-US">
                <a:solidFill>
                  <a:schemeClr val="tx1"/>
                </a:solidFill>
                <a:ea typeface="黑体" panose="02010609060101010101" pitchFamily="49" charset="-122"/>
              </a:rPr>
              <a:t>间</a:t>
            </a:r>
          </a:p>
        </p:txBody>
      </p:sp>
      <p:grpSp>
        <p:nvGrpSpPr>
          <p:cNvPr id="75779" name="组合 300034">
            <a:extLst>
              <a:ext uri="{FF2B5EF4-FFF2-40B4-BE49-F238E27FC236}">
                <a16:creationId xmlns:a16="http://schemas.microsoft.com/office/drawing/2014/main" id="{2F4E9C27-4757-4020-AA16-5E8D77A434AF}"/>
              </a:ext>
            </a:extLst>
          </p:cNvPr>
          <p:cNvGrpSpPr>
            <a:grpSpLocks/>
          </p:cNvGrpSpPr>
          <p:nvPr/>
        </p:nvGrpSpPr>
        <p:grpSpPr bwMode="auto">
          <a:xfrm>
            <a:off x="206375" y="1341438"/>
            <a:ext cx="1892300" cy="3875087"/>
            <a:chOff x="130" y="1162"/>
            <a:chExt cx="1192" cy="2441"/>
          </a:xfrm>
        </p:grpSpPr>
        <p:sp>
          <p:nvSpPr>
            <p:cNvPr id="75895" name="任意多边形 300035">
              <a:extLst>
                <a:ext uri="{FF2B5EF4-FFF2-40B4-BE49-F238E27FC236}">
                  <a16:creationId xmlns:a16="http://schemas.microsoft.com/office/drawing/2014/main" id="{976519F1-5C0A-4CCA-88CD-3856F5E36D82}"/>
                </a:ext>
              </a:extLst>
            </p:cNvPr>
            <p:cNvSpPr>
              <a:spLocks/>
            </p:cNvSpPr>
            <p:nvPr/>
          </p:nvSpPr>
          <p:spPr bwMode="auto">
            <a:xfrm>
              <a:off x="306" y="1442"/>
              <a:ext cx="691" cy="439"/>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96" name="任意多边形 300036">
              <a:extLst>
                <a:ext uri="{FF2B5EF4-FFF2-40B4-BE49-F238E27FC236}">
                  <a16:creationId xmlns:a16="http://schemas.microsoft.com/office/drawing/2014/main" id="{2FD06334-DE61-4C5B-96BA-DAF8BD58064B}"/>
                </a:ext>
              </a:extLst>
            </p:cNvPr>
            <p:cNvSpPr>
              <a:spLocks/>
            </p:cNvSpPr>
            <p:nvPr/>
          </p:nvSpPr>
          <p:spPr bwMode="auto">
            <a:xfrm>
              <a:off x="303" y="2283"/>
              <a:ext cx="697" cy="429"/>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97" name="直接连接符 300037">
              <a:extLst>
                <a:ext uri="{FF2B5EF4-FFF2-40B4-BE49-F238E27FC236}">
                  <a16:creationId xmlns:a16="http://schemas.microsoft.com/office/drawing/2014/main" id="{959C8024-CDC2-4E3F-AAEB-F8D888B2CCDB}"/>
                </a:ext>
              </a:extLst>
            </p:cNvPr>
            <p:cNvSpPr>
              <a:spLocks noChangeShapeType="1"/>
            </p:cNvSpPr>
            <p:nvPr/>
          </p:nvSpPr>
          <p:spPr bwMode="auto">
            <a:xfrm>
              <a:off x="130" y="1511"/>
              <a:ext cx="0" cy="1312"/>
            </a:xfrm>
            <a:prstGeom prst="line">
              <a:avLst/>
            </a:prstGeom>
            <a:noFill/>
            <a:ln w="127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898" name="直接连接符 300038">
              <a:extLst>
                <a:ext uri="{FF2B5EF4-FFF2-40B4-BE49-F238E27FC236}">
                  <a16:creationId xmlns:a16="http://schemas.microsoft.com/office/drawing/2014/main" id="{13752D5A-1F59-43F6-9A0D-5E68689F41B7}"/>
                </a:ext>
              </a:extLst>
            </p:cNvPr>
            <p:cNvSpPr>
              <a:spLocks noChangeShapeType="1"/>
            </p:cNvSpPr>
            <p:nvPr/>
          </p:nvSpPr>
          <p:spPr bwMode="auto">
            <a:xfrm>
              <a:off x="297" y="1357"/>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99" name="直接连接符 300039">
              <a:extLst>
                <a:ext uri="{FF2B5EF4-FFF2-40B4-BE49-F238E27FC236}">
                  <a16:creationId xmlns:a16="http://schemas.microsoft.com/office/drawing/2014/main" id="{5A17915D-47D3-424E-8121-4BC3F7A48E2D}"/>
                </a:ext>
              </a:extLst>
            </p:cNvPr>
            <p:cNvSpPr>
              <a:spLocks noChangeShapeType="1"/>
            </p:cNvSpPr>
            <p:nvPr/>
          </p:nvSpPr>
          <p:spPr bwMode="auto">
            <a:xfrm>
              <a:off x="1004" y="1351"/>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900" name="矩形 300040">
              <a:extLst>
                <a:ext uri="{FF2B5EF4-FFF2-40B4-BE49-F238E27FC236}">
                  <a16:creationId xmlns:a16="http://schemas.microsoft.com/office/drawing/2014/main" id="{49C21634-B524-42F9-8179-C7113DE2E312}"/>
                </a:ext>
              </a:extLst>
            </p:cNvPr>
            <p:cNvSpPr>
              <a:spLocks noChangeArrowheads="1"/>
            </p:cNvSpPr>
            <p:nvPr/>
          </p:nvSpPr>
          <p:spPr bwMode="auto">
            <a:xfrm>
              <a:off x="191" y="11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a:t>
              </a:r>
            </a:p>
          </p:txBody>
        </p:sp>
        <p:sp>
          <p:nvSpPr>
            <p:cNvPr id="75901" name="矩形 300041">
              <a:extLst>
                <a:ext uri="{FF2B5EF4-FFF2-40B4-BE49-F238E27FC236}">
                  <a16:creationId xmlns:a16="http://schemas.microsoft.com/office/drawing/2014/main" id="{B89FD672-18FB-4903-AA1B-858EEC8AD98A}"/>
                </a:ext>
              </a:extLst>
            </p:cNvPr>
            <p:cNvSpPr>
              <a:spLocks noChangeArrowheads="1"/>
            </p:cNvSpPr>
            <p:nvPr/>
          </p:nvSpPr>
          <p:spPr bwMode="auto">
            <a:xfrm>
              <a:off x="900" y="11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B</a:t>
              </a:r>
            </a:p>
          </p:txBody>
        </p:sp>
        <p:sp>
          <p:nvSpPr>
            <p:cNvPr id="75902" name="直接连接符 300042">
              <a:extLst>
                <a:ext uri="{FF2B5EF4-FFF2-40B4-BE49-F238E27FC236}">
                  <a16:creationId xmlns:a16="http://schemas.microsoft.com/office/drawing/2014/main" id="{A927DB92-53DA-484D-BFAB-6D1251D9AB1D}"/>
                </a:ext>
              </a:extLst>
            </p:cNvPr>
            <p:cNvSpPr>
              <a:spLocks noChangeShapeType="1"/>
            </p:cNvSpPr>
            <p:nvPr/>
          </p:nvSpPr>
          <p:spPr bwMode="auto">
            <a:xfrm>
              <a:off x="297" y="1434"/>
              <a:ext cx="705"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903" name="直接连接符 300043">
              <a:extLst>
                <a:ext uri="{FF2B5EF4-FFF2-40B4-BE49-F238E27FC236}">
                  <a16:creationId xmlns:a16="http://schemas.microsoft.com/office/drawing/2014/main" id="{FBFEA405-1ADB-47FF-9111-E59F596C6D1D}"/>
                </a:ext>
              </a:extLst>
            </p:cNvPr>
            <p:cNvSpPr>
              <a:spLocks noChangeShapeType="1"/>
            </p:cNvSpPr>
            <p:nvPr/>
          </p:nvSpPr>
          <p:spPr bwMode="auto">
            <a:xfrm>
              <a:off x="306" y="1762"/>
              <a:ext cx="696"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75904" name="组合 300044">
              <a:extLst>
                <a:ext uri="{FF2B5EF4-FFF2-40B4-BE49-F238E27FC236}">
                  <a16:creationId xmlns:a16="http://schemas.microsoft.com/office/drawing/2014/main" id="{440B62C8-B448-4EF8-A6F1-7C7FCFE8A44D}"/>
                </a:ext>
              </a:extLst>
            </p:cNvPr>
            <p:cNvGrpSpPr>
              <a:grpSpLocks/>
            </p:cNvGrpSpPr>
            <p:nvPr/>
          </p:nvGrpSpPr>
          <p:grpSpPr bwMode="auto">
            <a:xfrm>
              <a:off x="340" y="1567"/>
              <a:ext cx="580" cy="232"/>
              <a:chOff x="398" y="773"/>
              <a:chExt cx="645" cy="251"/>
            </a:xfrm>
          </p:grpSpPr>
          <p:sp>
            <p:nvSpPr>
              <p:cNvPr id="75925" name="任意多边形 300045">
                <a:extLst>
                  <a:ext uri="{FF2B5EF4-FFF2-40B4-BE49-F238E27FC236}">
                    <a16:creationId xmlns:a16="http://schemas.microsoft.com/office/drawing/2014/main" id="{32AE693D-EB6D-413E-ACFD-59C9BB6A2157}"/>
                  </a:ext>
                </a:extLst>
              </p:cNvPr>
              <p:cNvSpPr>
                <a:spLocks/>
              </p:cNvSpPr>
              <p:nvPr/>
            </p:nvSpPr>
            <p:spPr bwMode="auto">
              <a:xfrm>
                <a:off x="444" y="774"/>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926" name="矩形 300046">
                <a:extLst>
                  <a:ext uri="{FF2B5EF4-FFF2-40B4-BE49-F238E27FC236}">
                    <a16:creationId xmlns:a16="http://schemas.microsoft.com/office/drawing/2014/main" id="{9E0B4276-D575-4B29-AE5F-B2F97608C503}"/>
                  </a:ext>
                </a:extLst>
              </p:cNvPr>
              <p:cNvSpPr>
                <a:spLocks noChangeArrowheads="1"/>
              </p:cNvSpPr>
              <p:nvPr/>
            </p:nvSpPr>
            <p:spPr bwMode="auto">
              <a:xfrm rot="540000">
                <a:off x="398" y="773"/>
                <a:ext cx="645" cy="25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DATA0</a:t>
                </a:r>
              </a:p>
            </p:txBody>
          </p:sp>
        </p:grpSp>
        <p:sp>
          <p:nvSpPr>
            <p:cNvPr id="75905" name="右箭头 300047">
              <a:extLst>
                <a:ext uri="{FF2B5EF4-FFF2-40B4-BE49-F238E27FC236}">
                  <a16:creationId xmlns:a16="http://schemas.microsoft.com/office/drawing/2014/main" id="{42D7447D-7078-443C-A828-2862A0BEC67D}"/>
                </a:ext>
              </a:extLst>
            </p:cNvPr>
            <p:cNvSpPr>
              <a:spLocks noChangeArrowheads="1"/>
            </p:cNvSpPr>
            <p:nvPr/>
          </p:nvSpPr>
          <p:spPr bwMode="auto">
            <a:xfrm rot="480000">
              <a:off x="861" y="1695"/>
              <a:ext cx="184" cy="61"/>
            </a:xfrm>
            <a:prstGeom prst="rightArrow">
              <a:avLst>
                <a:gd name="adj1" fmla="val 50000"/>
                <a:gd name="adj2" fmla="val 125222"/>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906" name="直接连接符 300048">
              <a:extLst>
                <a:ext uri="{FF2B5EF4-FFF2-40B4-BE49-F238E27FC236}">
                  <a16:creationId xmlns:a16="http://schemas.microsoft.com/office/drawing/2014/main" id="{2A9590F2-C78E-49DC-8A2A-8F97A9AED4C4}"/>
                </a:ext>
              </a:extLst>
            </p:cNvPr>
            <p:cNvSpPr>
              <a:spLocks noChangeShapeType="1"/>
            </p:cNvSpPr>
            <p:nvPr/>
          </p:nvSpPr>
          <p:spPr bwMode="auto">
            <a:xfrm>
              <a:off x="1018" y="1899"/>
              <a:ext cx="143" cy="0"/>
            </a:xfrm>
            <a:prstGeom prst="line">
              <a:avLst/>
            </a:prstGeom>
            <a:noFill/>
            <a:ln w="127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907" name="矩形 300049">
              <a:extLst>
                <a:ext uri="{FF2B5EF4-FFF2-40B4-BE49-F238E27FC236}">
                  <a16:creationId xmlns:a16="http://schemas.microsoft.com/office/drawing/2014/main" id="{1308B44A-B662-475B-BF4C-B643EACD402B}"/>
                </a:ext>
              </a:extLst>
            </p:cNvPr>
            <p:cNvSpPr>
              <a:spLocks noChangeArrowheads="1"/>
            </p:cNvSpPr>
            <p:nvPr/>
          </p:nvSpPr>
          <p:spPr bwMode="auto">
            <a:xfrm>
              <a:off x="1061" y="1881"/>
              <a:ext cx="26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送</a:t>
              </a:r>
            </a:p>
            <a:p>
              <a:pPr eaLnBrk="0" hangingPunct="0">
                <a:spcBef>
                  <a:spcPct val="0"/>
                </a:spcBef>
                <a:buClr>
                  <a:srgbClr val="000000"/>
                </a:buClr>
              </a:pPr>
              <a:r>
                <a:rPr lang="zh-CN" altLang="en-US">
                  <a:solidFill>
                    <a:schemeClr val="tx1"/>
                  </a:solidFill>
                  <a:ea typeface="黑体" panose="02010609060101010101" pitchFamily="49" charset="-122"/>
                </a:rPr>
                <a:t>主</a:t>
              </a:r>
            </a:p>
            <a:p>
              <a:pPr eaLnBrk="0" hangingPunct="0">
                <a:spcBef>
                  <a:spcPct val="0"/>
                </a:spcBef>
                <a:buClr>
                  <a:srgbClr val="000000"/>
                </a:buClr>
              </a:pPr>
              <a:r>
                <a:rPr lang="zh-CN" altLang="en-US">
                  <a:solidFill>
                    <a:schemeClr val="tx1"/>
                  </a:solidFill>
                  <a:ea typeface="黑体" panose="02010609060101010101" pitchFamily="49" charset="-122"/>
                </a:rPr>
                <a:t>机</a:t>
              </a:r>
            </a:p>
          </p:txBody>
        </p:sp>
        <p:sp>
          <p:nvSpPr>
            <p:cNvPr id="75908" name="直接连接符 300050">
              <a:extLst>
                <a:ext uri="{FF2B5EF4-FFF2-40B4-BE49-F238E27FC236}">
                  <a16:creationId xmlns:a16="http://schemas.microsoft.com/office/drawing/2014/main" id="{48DBC23A-93C4-40B9-9910-BEEBA79FE1BA}"/>
                </a:ext>
              </a:extLst>
            </p:cNvPr>
            <p:cNvSpPr>
              <a:spLocks noChangeShapeType="1"/>
            </p:cNvSpPr>
            <p:nvPr/>
          </p:nvSpPr>
          <p:spPr bwMode="auto">
            <a:xfrm flipH="1">
              <a:off x="303" y="1955"/>
              <a:ext cx="699"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909" name="直接连接符 300051">
              <a:extLst>
                <a:ext uri="{FF2B5EF4-FFF2-40B4-BE49-F238E27FC236}">
                  <a16:creationId xmlns:a16="http://schemas.microsoft.com/office/drawing/2014/main" id="{0D6A7264-6F2F-4D43-8370-F1BB2B418DC6}"/>
                </a:ext>
              </a:extLst>
            </p:cNvPr>
            <p:cNvSpPr>
              <a:spLocks noChangeShapeType="1"/>
            </p:cNvSpPr>
            <p:nvPr/>
          </p:nvSpPr>
          <p:spPr bwMode="auto">
            <a:xfrm flipH="1">
              <a:off x="303" y="2093"/>
              <a:ext cx="704" cy="1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910" name="矩形 300052">
              <a:extLst>
                <a:ext uri="{FF2B5EF4-FFF2-40B4-BE49-F238E27FC236}">
                  <a16:creationId xmlns:a16="http://schemas.microsoft.com/office/drawing/2014/main" id="{C4C982A3-B423-49CA-85CB-159F35B35D6A}"/>
                </a:ext>
              </a:extLst>
            </p:cNvPr>
            <p:cNvSpPr>
              <a:spLocks noChangeArrowheads="1"/>
            </p:cNvSpPr>
            <p:nvPr/>
          </p:nvSpPr>
          <p:spPr bwMode="auto">
            <a:xfrm rot="-540000">
              <a:off x="580" y="1945"/>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ACK</a:t>
              </a:r>
            </a:p>
          </p:txBody>
        </p:sp>
        <p:sp>
          <p:nvSpPr>
            <p:cNvPr id="75911" name="直接连接符 300053">
              <a:extLst>
                <a:ext uri="{FF2B5EF4-FFF2-40B4-BE49-F238E27FC236}">
                  <a16:creationId xmlns:a16="http://schemas.microsoft.com/office/drawing/2014/main" id="{C04BF35E-4128-4B19-93BD-2645ED0B2A67}"/>
                </a:ext>
              </a:extLst>
            </p:cNvPr>
            <p:cNvSpPr>
              <a:spLocks noChangeShapeType="1"/>
            </p:cNvSpPr>
            <p:nvPr/>
          </p:nvSpPr>
          <p:spPr bwMode="auto">
            <a:xfrm>
              <a:off x="294" y="2275"/>
              <a:ext cx="704" cy="12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912" name="直接连接符 300054">
              <a:extLst>
                <a:ext uri="{FF2B5EF4-FFF2-40B4-BE49-F238E27FC236}">
                  <a16:creationId xmlns:a16="http://schemas.microsoft.com/office/drawing/2014/main" id="{EDBA8C99-5626-4C58-B858-6F1D1CB53854}"/>
                </a:ext>
              </a:extLst>
            </p:cNvPr>
            <p:cNvSpPr>
              <a:spLocks noChangeShapeType="1"/>
            </p:cNvSpPr>
            <p:nvPr/>
          </p:nvSpPr>
          <p:spPr bwMode="auto">
            <a:xfrm>
              <a:off x="303" y="2603"/>
              <a:ext cx="695"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75913" name="组合 300055">
              <a:extLst>
                <a:ext uri="{FF2B5EF4-FFF2-40B4-BE49-F238E27FC236}">
                  <a16:creationId xmlns:a16="http://schemas.microsoft.com/office/drawing/2014/main" id="{2FB68041-9462-40F1-B818-2EA4B6FC2CDA}"/>
                </a:ext>
              </a:extLst>
            </p:cNvPr>
            <p:cNvGrpSpPr>
              <a:grpSpLocks/>
            </p:cNvGrpSpPr>
            <p:nvPr/>
          </p:nvGrpSpPr>
          <p:grpSpPr bwMode="auto">
            <a:xfrm>
              <a:off x="335" y="2409"/>
              <a:ext cx="580" cy="232"/>
              <a:chOff x="394" y="1688"/>
              <a:chExt cx="643" cy="252"/>
            </a:xfrm>
          </p:grpSpPr>
          <p:sp>
            <p:nvSpPr>
              <p:cNvPr id="75923" name="任意多边形 300056">
                <a:extLst>
                  <a:ext uri="{FF2B5EF4-FFF2-40B4-BE49-F238E27FC236}">
                    <a16:creationId xmlns:a16="http://schemas.microsoft.com/office/drawing/2014/main" id="{855109FC-82C3-4819-A533-0884A816640D}"/>
                  </a:ext>
                </a:extLst>
              </p:cNvPr>
              <p:cNvSpPr>
                <a:spLocks/>
              </p:cNvSpPr>
              <p:nvPr/>
            </p:nvSpPr>
            <p:spPr bwMode="auto">
              <a:xfrm>
                <a:off x="441"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924" name="矩形 300057">
                <a:extLst>
                  <a:ext uri="{FF2B5EF4-FFF2-40B4-BE49-F238E27FC236}">
                    <a16:creationId xmlns:a16="http://schemas.microsoft.com/office/drawing/2014/main" id="{AD4BE267-66D2-4B85-BA0F-89E63F0976D3}"/>
                  </a:ext>
                </a:extLst>
              </p:cNvPr>
              <p:cNvSpPr>
                <a:spLocks noChangeArrowheads="1"/>
              </p:cNvSpPr>
              <p:nvPr/>
            </p:nvSpPr>
            <p:spPr bwMode="auto">
              <a:xfrm rot="540000">
                <a:off x="394" y="1688"/>
                <a:ext cx="643" cy="25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DATA1</a:t>
                </a:r>
              </a:p>
            </p:txBody>
          </p:sp>
        </p:grpSp>
        <p:sp>
          <p:nvSpPr>
            <p:cNvPr id="75914" name="右箭头 300058">
              <a:extLst>
                <a:ext uri="{FF2B5EF4-FFF2-40B4-BE49-F238E27FC236}">
                  <a16:creationId xmlns:a16="http://schemas.microsoft.com/office/drawing/2014/main" id="{DC6D9000-26FB-4DB1-A465-4E98838913BD}"/>
                </a:ext>
              </a:extLst>
            </p:cNvPr>
            <p:cNvSpPr>
              <a:spLocks noChangeArrowheads="1"/>
            </p:cNvSpPr>
            <p:nvPr/>
          </p:nvSpPr>
          <p:spPr bwMode="auto">
            <a:xfrm rot="480000">
              <a:off x="862" y="2560"/>
              <a:ext cx="183" cy="61"/>
            </a:xfrm>
            <a:prstGeom prst="rightArrow">
              <a:avLst>
                <a:gd name="adj1" fmla="val 50000"/>
                <a:gd name="adj2" fmla="val 124542"/>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915" name="直接连接符 300059">
              <a:extLst>
                <a:ext uri="{FF2B5EF4-FFF2-40B4-BE49-F238E27FC236}">
                  <a16:creationId xmlns:a16="http://schemas.microsoft.com/office/drawing/2014/main" id="{73B131E3-56E4-47AB-8813-1F5068E6B39E}"/>
                </a:ext>
              </a:extLst>
            </p:cNvPr>
            <p:cNvSpPr>
              <a:spLocks noChangeShapeType="1"/>
            </p:cNvSpPr>
            <p:nvPr/>
          </p:nvSpPr>
          <p:spPr bwMode="auto">
            <a:xfrm>
              <a:off x="1015" y="2741"/>
              <a:ext cx="143" cy="0"/>
            </a:xfrm>
            <a:prstGeom prst="line">
              <a:avLst/>
            </a:prstGeom>
            <a:noFill/>
            <a:ln w="127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916" name="矩形 300060">
              <a:extLst>
                <a:ext uri="{FF2B5EF4-FFF2-40B4-BE49-F238E27FC236}">
                  <a16:creationId xmlns:a16="http://schemas.microsoft.com/office/drawing/2014/main" id="{056BA321-27DE-4767-B07E-E55FF844C798}"/>
                </a:ext>
              </a:extLst>
            </p:cNvPr>
            <p:cNvSpPr>
              <a:spLocks noChangeArrowheads="1"/>
            </p:cNvSpPr>
            <p:nvPr/>
          </p:nvSpPr>
          <p:spPr bwMode="auto">
            <a:xfrm>
              <a:off x="1062" y="2720"/>
              <a:ext cx="260"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送</a:t>
              </a:r>
            </a:p>
            <a:p>
              <a:pPr eaLnBrk="0" hangingPunct="0">
                <a:spcBef>
                  <a:spcPct val="0"/>
                </a:spcBef>
                <a:buClr>
                  <a:srgbClr val="000000"/>
                </a:buClr>
              </a:pPr>
              <a:r>
                <a:rPr lang="zh-CN" altLang="en-US">
                  <a:solidFill>
                    <a:schemeClr val="tx1"/>
                  </a:solidFill>
                  <a:ea typeface="黑体" panose="02010609060101010101" pitchFamily="49" charset="-122"/>
                </a:rPr>
                <a:t>主</a:t>
              </a:r>
            </a:p>
            <a:p>
              <a:pPr eaLnBrk="0" hangingPunct="0">
                <a:spcBef>
                  <a:spcPct val="0"/>
                </a:spcBef>
                <a:buClr>
                  <a:srgbClr val="000000"/>
                </a:buClr>
              </a:pPr>
              <a:r>
                <a:rPr lang="zh-CN" altLang="en-US">
                  <a:solidFill>
                    <a:schemeClr val="tx1"/>
                  </a:solidFill>
                  <a:ea typeface="黑体" panose="02010609060101010101" pitchFamily="49" charset="-122"/>
                </a:rPr>
                <a:t>机</a:t>
              </a:r>
            </a:p>
          </p:txBody>
        </p:sp>
        <p:sp>
          <p:nvSpPr>
            <p:cNvPr id="75917" name="直接连接符 300061">
              <a:extLst>
                <a:ext uri="{FF2B5EF4-FFF2-40B4-BE49-F238E27FC236}">
                  <a16:creationId xmlns:a16="http://schemas.microsoft.com/office/drawing/2014/main" id="{D13DAB47-5081-4ACF-8CA3-766391178C7F}"/>
                </a:ext>
              </a:extLst>
            </p:cNvPr>
            <p:cNvSpPr>
              <a:spLocks noChangeShapeType="1"/>
            </p:cNvSpPr>
            <p:nvPr/>
          </p:nvSpPr>
          <p:spPr bwMode="auto">
            <a:xfrm flipH="1">
              <a:off x="299" y="2796"/>
              <a:ext cx="699"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918" name="直接连接符 300062">
              <a:extLst>
                <a:ext uri="{FF2B5EF4-FFF2-40B4-BE49-F238E27FC236}">
                  <a16:creationId xmlns:a16="http://schemas.microsoft.com/office/drawing/2014/main" id="{521FB7EE-5D37-45BD-BDDD-3D20B1840DAA}"/>
                </a:ext>
              </a:extLst>
            </p:cNvPr>
            <p:cNvSpPr>
              <a:spLocks noChangeShapeType="1"/>
            </p:cNvSpPr>
            <p:nvPr/>
          </p:nvSpPr>
          <p:spPr bwMode="auto">
            <a:xfrm flipH="1">
              <a:off x="299" y="2933"/>
              <a:ext cx="705" cy="14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919" name="矩形 300063">
              <a:extLst>
                <a:ext uri="{FF2B5EF4-FFF2-40B4-BE49-F238E27FC236}">
                  <a16:creationId xmlns:a16="http://schemas.microsoft.com/office/drawing/2014/main" id="{FB403071-1F89-47D3-B426-4164F08D860C}"/>
                </a:ext>
              </a:extLst>
            </p:cNvPr>
            <p:cNvSpPr>
              <a:spLocks noChangeArrowheads="1"/>
            </p:cNvSpPr>
            <p:nvPr/>
          </p:nvSpPr>
          <p:spPr bwMode="auto">
            <a:xfrm rot="-540000">
              <a:off x="601" y="2788"/>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ACK</a:t>
              </a:r>
            </a:p>
          </p:txBody>
        </p:sp>
        <p:sp>
          <p:nvSpPr>
            <p:cNvPr id="75920" name="直接连接符 300064">
              <a:extLst>
                <a:ext uri="{FF2B5EF4-FFF2-40B4-BE49-F238E27FC236}">
                  <a16:creationId xmlns:a16="http://schemas.microsoft.com/office/drawing/2014/main" id="{1A62F995-CC63-4B98-92EB-C794395927C8}"/>
                </a:ext>
              </a:extLst>
            </p:cNvPr>
            <p:cNvSpPr>
              <a:spLocks noChangeShapeType="1"/>
            </p:cNvSpPr>
            <p:nvPr/>
          </p:nvSpPr>
          <p:spPr bwMode="auto">
            <a:xfrm flipV="1">
              <a:off x="378" y="2090"/>
              <a:ext cx="235" cy="50"/>
            </a:xfrm>
            <a:prstGeom prst="line">
              <a:avLst/>
            </a:prstGeom>
            <a:noFill/>
            <a:ln w="12700">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5921" name="直接连接符 300065">
              <a:extLst>
                <a:ext uri="{FF2B5EF4-FFF2-40B4-BE49-F238E27FC236}">
                  <a16:creationId xmlns:a16="http://schemas.microsoft.com/office/drawing/2014/main" id="{AD662E4A-0944-4B41-88BE-007FB30AB53F}"/>
                </a:ext>
              </a:extLst>
            </p:cNvPr>
            <p:cNvSpPr>
              <a:spLocks noChangeShapeType="1"/>
            </p:cNvSpPr>
            <p:nvPr/>
          </p:nvSpPr>
          <p:spPr bwMode="auto">
            <a:xfrm flipV="1">
              <a:off x="392" y="2933"/>
              <a:ext cx="245" cy="48"/>
            </a:xfrm>
            <a:prstGeom prst="line">
              <a:avLst/>
            </a:prstGeom>
            <a:noFill/>
            <a:ln w="12700">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5922" name="矩形 300066">
              <a:extLst>
                <a:ext uri="{FF2B5EF4-FFF2-40B4-BE49-F238E27FC236}">
                  <a16:creationId xmlns:a16="http://schemas.microsoft.com/office/drawing/2014/main" id="{24596D87-AE16-466E-8671-9A84D5596E0C}"/>
                </a:ext>
              </a:extLst>
            </p:cNvPr>
            <p:cNvSpPr>
              <a:spLocks noChangeArrowheads="1"/>
            </p:cNvSpPr>
            <p:nvPr/>
          </p:nvSpPr>
          <p:spPr bwMode="auto">
            <a:xfrm>
              <a:off x="191" y="3372"/>
              <a:ext cx="9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 </a:t>
              </a:r>
              <a:r>
                <a:rPr lang="zh-CN" altLang="en-US">
                  <a:solidFill>
                    <a:schemeClr val="tx1"/>
                  </a:solidFill>
                  <a:ea typeface="黑体" panose="02010609060101010101" pitchFamily="49" charset="-122"/>
                </a:rPr>
                <a:t>正常情况</a:t>
              </a:r>
            </a:p>
          </p:txBody>
        </p:sp>
      </p:grpSp>
      <p:grpSp>
        <p:nvGrpSpPr>
          <p:cNvPr id="5" name="组合 300067">
            <a:extLst>
              <a:ext uri="{FF2B5EF4-FFF2-40B4-BE49-F238E27FC236}">
                <a16:creationId xmlns:a16="http://schemas.microsoft.com/office/drawing/2014/main" id="{17F22A75-6727-419B-A02F-9E866BA0BEC4}"/>
              </a:ext>
            </a:extLst>
          </p:cNvPr>
          <p:cNvGrpSpPr>
            <a:grpSpLocks/>
          </p:cNvGrpSpPr>
          <p:nvPr/>
        </p:nvGrpSpPr>
        <p:grpSpPr bwMode="auto">
          <a:xfrm>
            <a:off x="4643438" y="1341438"/>
            <a:ext cx="2130425" cy="3844925"/>
            <a:chOff x="2962" y="1162"/>
            <a:chExt cx="1342" cy="2422"/>
          </a:xfrm>
        </p:grpSpPr>
        <p:sp>
          <p:nvSpPr>
            <p:cNvPr id="75863" name="任意多边形 300068">
              <a:extLst>
                <a:ext uri="{FF2B5EF4-FFF2-40B4-BE49-F238E27FC236}">
                  <a16:creationId xmlns:a16="http://schemas.microsoft.com/office/drawing/2014/main" id="{E162CE90-8615-437F-8931-3F2451BE95BC}"/>
                </a:ext>
              </a:extLst>
            </p:cNvPr>
            <p:cNvSpPr>
              <a:spLocks/>
            </p:cNvSpPr>
            <p:nvPr/>
          </p:nvSpPr>
          <p:spPr bwMode="auto">
            <a:xfrm>
              <a:off x="3226" y="1437"/>
              <a:ext cx="697" cy="444"/>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64" name="任意多边形 300069">
              <a:extLst>
                <a:ext uri="{FF2B5EF4-FFF2-40B4-BE49-F238E27FC236}">
                  <a16:creationId xmlns:a16="http://schemas.microsoft.com/office/drawing/2014/main" id="{63FC7479-C65D-4D17-87F3-88DA1EE2BF72}"/>
                </a:ext>
              </a:extLst>
            </p:cNvPr>
            <p:cNvSpPr>
              <a:spLocks/>
            </p:cNvSpPr>
            <p:nvPr/>
          </p:nvSpPr>
          <p:spPr bwMode="auto">
            <a:xfrm>
              <a:off x="3229" y="2283"/>
              <a:ext cx="696" cy="434"/>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65" name="矩形 300070">
              <a:extLst>
                <a:ext uri="{FF2B5EF4-FFF2-40B4-BE49-F238E27FC236}">
                  <a16:creationId xmlns:a16="http://schemas.microsoft.com/office/drawing/2014/main" id="{A353E9AF-2158-4134-90CC-B83ED58A816F}"/>
                </a:ext>
              </a:extLst>
            </p:cNvPr>
            <p:cNvSpPr>
              <a:spLocks noChangeArrowheads="1"/>
            </p:cNvSpPr>
            <p:nvPr/>
          </p:nvSpPr>
          <p:spPr bwMode="auto">
            <a:xfrm>
              <a:off x="3111" y="11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a:t>
              </a:r>
            </a:p>
          </p:txBody>
        </p:sp>
        <p:sp>
          <p:nvSpPr>
            <p:cNvPr id="75866" name="矩形 300071">
              <a:extLst>
                <a:ext uri="{FF2B5EF4-FFF2-40B4-BE49-F238E27FC236}">
                  <a16:creationId xmlns:a16="http://schemas.microsoft.com/office/drawing/2014/main" id="{7649764E-7DFB-4FD9-A8A4-D3199993FACA}"/>
                </a:ext>
              </a:extLst>
            </p:cNvPr>
            <p:cNvSpPr>
              <a:spLocks noChangeArrowheads="1"/>
            </p:cNvSpPr>
            <p:nvPr/>
          </p:nvSpPr>
          <p:spPr bwMode="auto">
            <a:xfrm>
              <a:off x="3826" y="11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B</a:t>
              </a:r>
            </a:p>
          </p:txBody>
        </p:sp>
        <p:sp>
          <p:nvSpPr>
            <p:cNvPr id="75867" name="直接连接符 300072">
              <a:extLst>
                <a:ext uri="{FF2B5EF4-FFF2-40B4-BE49-F238E27FC236}">
                  <a16:creationId xmlns:a16="http://schemas.microsoft.com/office/drawing/2014/main" id="{F2241D14-6184-4ADC-B111-DA56E5A00037}"/>
                </a:ext>
              </a:extLst>
            </p:cNvPr>
            <p:cNvSpPr>
              <a:spLocks noChangeShapeType="1"/>
            </p:cNvSpPr>
            <p:nvPr/>
          </p:nvSpPr>
          <p:spPr bwMode="auto">
            <a:xfrm>
              <a:off x="3223" y="1434"/>
              <a:ext cx="705"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68" name="直接连接符 300073">
              <a:extLst>
                <a:ext uri="{FF2B5EF4-FFF2-40B4-BE49-F238E27FC236}">
                  <a16:creationId xmlns:a16="http://schemas.microsoft.com/office/drawing/2014/main" id="{D8006770-8C06-4242-AE09-AF23E6AFE9F8}"/>
                </a:ext>
              </a:extLst>
            </p:cNvPr>
            <p:cNvSpPr>
              <a:spLocks noChangeShapeType="1"/>
            </p:cNvSpPr>
            <p:nvPr/>
          </p:nvSpPr>
          <p:spPr bwMode="auto">
            <a:xfrm>
              <a:off x="3232" y="1762"/>
              <a:ext cx="696"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69" name="任意多边形 300074">
              <a:extLst>
                <a:ext uri="{FF2B5EF4-FFF2-40B4-BE49-F238E27FC236}">
                  <a16:creationId xmlns:a16="http://schemas.microsoft.com/office/drawing/2014/main" id="{D97AF0B1-C7C3-4A67-8B94-5FC430BCF5D1}"/>
                </a:ext>
              </a:extLst>
            </p:cNvPr>
            <p:cNvSpPr>
              <a:spLocks/>
            </p:cNvSpPr>
            <p:nvPr/>
          </p:nvSpPr>
          <p:spPr bwMode="auto">
            <a:xfrm>
              <a:off x="3307" y="1569"/>
              <a:ext cx="401" cy="173"/>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70" name="矩形 300075">
              <a:extLst>
                <a:ext uri="{FF2B5EF4-FFF2-40B4-BE49-F238E27FC236}">
                  <a16:creationId xmlns:a16="http://schemas.microsoft.com/office/drawing/2014/main" id="{A3013C0F-7B8E-4FEA-AAEC-EC28FE5CD0C6}"/>
                </a:ext>
              </a:extLst>
            </p:cNvPr>
            <p:cNvSpPr>
              <a:spLocks noChangeArrowheads="1"/>
            </p:cNvSpPr>
            <p:nvPr/>
          </p:nvSpPr>
          <p:spPr bwMode="auto">
            <a:xfrm rot="540000">
              <a:off x="3226" y="1536"/>
              <a:ext cx="580" cy="23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DATA0</a:t>
              </a:r>
            </a:p>
          </p:txBody>
        </p:sp>
        <p:sp>
          <p:nvSpPr>
            <p:cNvPr id="75871" name="直接连接符 300076">
              <a:extLst>
                <a:ext uri="{FF2B5EF4-FFF2-40B4-BE49-F238E27FC236}">
                  <a16:creationId xmlns:a16="http://schemas.microsoft.com/office/drawing/2014/main" id="{83B74E8D-9E2D-4B65-948A-84368BCE00B7}"/>
                </a:ext>
              </a:extLst>
            </p:cNvPr>
            <p:cNvSpPr>
              <a:spLocks noChangeShapeType="1"/>
            </p:cNvSpPr>
            <p:nvPr/>
          </p:nvSpPr>
          <p:spPr bwMode="auto">
            <a:xfrm>
              <a:off x="3221" y="2275"/>
              <a:ext cx="704" cy="12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72" name="直接连接符 300077">
              <a:extLst>
                <a:ext uri="{FF2B5EF4-FFF2-40B4-BE49-F238E27FC236}">
                  <a16:creationId xmlns:a16="http://schemas.microsoft.com/office/drawing/2014/main" id="{B7A1A13E-C861-4BE0-AEE1-4FAC5DF095D0}"/>
                </a:ext>
              </a:extLst>
            </p:cNvPr>
            <p:cNvSpPr>
              <a:spLocks noChangeShapeType="1"/>
            </p:cNvSpPr>
            <p:nvPr/>
          </p:nvSpPr>
          <p:spPr bwMode="auto">
            <a:xfrm>
              <a:off x="3229" y="2603"/>
              <a:ext cx="696"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75873" name="组合 300078">
              <a:extLst>
                <a:ext uri="{FF2B5EF4-FFF2-40B4-BE49-F238E27FC236}">
                  <a16:creationId xmlns:a16="http://schemas.microsoft.com/office/drawing/2014/main" id="{7425BFF0-0BA1-4A0B-A49D-75C5C709AB5C}"/>
                </a:ext>
              </a:extLst>
            </p:cNvPr>
            <p:cNvGrpSpPr>
              <a:grpSpLocks/>
            </p:cNvGrpSpPr>
            <p:nvPr/>
          </p:nvGrpSpPr>
          <p:grpSpPr bwMode="auto">
            <a:xfrm>
              <a:off x="3249" y="2388"/>
              <a:ext cx="580" cy="231"/>
              <a:chOff x="3249" y="1689"/>
              <a:chExt cx="645" cy="251"/>
            </a:xfrm>
          </p:grpSpPr>
          <p:sp>
            <p:nvSpPr>
              <p:cNvPr id="75893" name="任意多边形 300079">
                <a:extLst>
                  <a:ext uri="{FF2B5EF4-FFF2-40B4-BE49-F238E27FC236}">
                    <a16:creationId xmlns:a16="http://schemas.microsoft.com/office/drawing/2014/main" id="{76A650A3-FACE-48E5-952A-8A140A402ABD}"/>
                  </a:ext>
                </a:extLst>
              </p:cNvPr>
              <p:cNvSpPr>
                <a:spLocks/>
              </p:cNvSpPr>
              <p:nvPr/>
            </p:nvSpPr>
            <p:spPr bwMode="auto">
              <a:xfrm>
                <a:off x="3297"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94" name="矩形 300080">
                <a:extLst>
                  <a:ext uri="{FF2B5EF4-FFF2-40B4-BE49-F238E27FC236}">
                    <a16:creationId xmlns:a16="http://schemas.microsoft.com/office/drawing/2014/main" id="{E613983C-5722-4742-B574-D433161389DB}"/>
                  </a:ext>
                </a:extLst>
              </p:cNvPr>
              <p:cNvSpPr>
                <a:spLocks noChangeArrowheads="1"/>
              </p:cNvSpPr>
              <p:nvPr/>
            </p:nvSpPr>
            <p:spPr bwMode="auto">
              <a:xfrm rot="540000">
                <a:off x="3249" y="1690"/>
                <a:ext cx="645" cy="2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DATA0</a:t>
                </a:r>
              </a:p>
            </p:txBody>
          </p:sp>
        </p:grpSp>
        <p:sp>
          <p:nvSpPr>
            <p:cNvPr id="75874" name="右箭头 300081">
              <a:extLst>
                <a:ext uri="{FF2B5EF4-FFF2-40B4-BE49-F238E27FC236}">
                  <a16:creationId xmlns:a16="http://schemas.microsoft.com/office/drawing/2014/main" id="{29F247D5-A24B-4EB3-B27A-D1C3F80D2072}"/>
                </a:ext>
              </a:extLst>
            </p:cNvPr>
            <p:cNvSpPr>
              <a:spLocks noChangeArrowheads="1"/>
            </p:cNvSpPr>
            <p:nvPr/>
          </p:nvSpPr>
          <p:spPr bwMode="auto">
            <a:xfrm rot="480000">
              <a:off x="3768" y="2560"/>
              <a:ext cx="184" cy="61"/>
            </a:xfrm>
            <a:prstGeom prst="rightArrow">
              <a:avLst>
                <a:gd name="adj1" fmla="val 50000"/>
                <a:gd name="adj2" fmla="val 125222"/>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75" name="直接连接符 300082">
              <a:extLst>
                <a:ext uri="{FF2B5EF4-FFF2-40B4-BE49-F238E27FC236}">
                  <a16:creationId xmlns:a16="http://schemas.microsoft.com/office/drawing/2014/main" id="{64A03E40-DAF7-46EF-8083-BB1B0D12264B}"/>
                </a:ext>
              </a:extLst>
            </p:cNvPr>
            <p:cNvSpPr>
              <a:spLocks noChangeShapeType="1"/>
            </p:cNvSpPr>
            <p:nvPr/>
          </p:nvSpPr>
          <p:spPr bwMode="auto">
            <a:xfrm>
              <a:off x="3941" y="2738"/>
              <a:ext cx="143" cy="0"/>
            </a:xfrm>
            <a:prstGeom prst="line">
              <a:avLst/>
            </a:prstGeom>
            <a:noFill/>
            <a:ln w="12700">
              <a:solidFill>
                <a:schemeClr val="tx1"/>
              </a:solidFill>
              <a:round/>
              <a:headEnd type="none" w="sm" len="sm"/>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876" name="矩形 300083">
              <a:extLst>
                <a:ext uri="{FF2B5EF4-FFF2-40B4-BE49-F238E27FC236}">
                  <a16:creationId xmlns:a16="http://schemas.microsoft.com/office/drawing/2014/main" id="{1E41565D-5E4E-4D6A-AA81-11418E8AE7A4}"/>
                </a:ext>
              </a:extLst>
            </p:cNvPr>
            <p:cNvSpPr>
              <a:spLocks noChangeArrowheads="1"/>
            </p:cNvSpPr>
            <p:nvPr/>
          </p:nvSpPr>
          <p:spPr bwMode="auto">
            <a:xfrm>
              <a:off x="3959" y="2734"/>
              <a:ext cx="261"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送</a:t>
              </a:r>
            </a:p>
            <a:p>
              <a:pPr eaLnBrk="0" hangingPunct="0">
                <a:spcBef>
                  <a:spcPct val="0"/>
                </a:spcBef>
                <a:buClr>
                  <a:srgbClr val="000000"/>
                </a:buClr>
              </a:pPr>
              <a:r>
                <a:rPr lang="zh-CN" altLang="en-US">
                  <a:solidFill>
                    <a:schemeClr val="tx1"/>
                  </a:solidFill>
                  <a:ea typeface="黑体" panose="02010609060101010101" pitchFamily="49" charset="-122"/>
                </a:rPr>
                <a:t>主</a:t>
              </a:r>
            </a:p>
            <a:p>
              <a:pPr eaLnBrk="0" hangingPunct="0">
                <a:spcBef>
                  <a:spcPct val="0"/>
                </a:spcBef>
                <a:buClr>
                  <a:srgbClr val="000000"/>
                </a:buClr>
              </a:pPr>
              <a:r>
                <a:rPr lang="zh-CN" altLang="en-US">
                  <a:solidFill>
                    <a:schemeClr val="tx1"/>
                  </a:solidFill>
                  <a:ea typeface="黑体" panose="02010609060101010101" pitchFamily="49" charset="-122"/>
                </a:rPr>
                <a:t>机</a:t>
              </a:r>
            </a:p>
          </p:txBody>
        </p:sp>
        <p:sp>
          <p:nvSpPr>
            <p:cNvPr id="75877" name="直接连接符 300084">
              <a:extLst>
                <a:ext uri="{FF2B5EF4-FFF2-40B4-BE49-F238E27FC236}">
                  <a16:creationId xmlns:a16="http://schemas.microsoft.com/office/drawing/2014/main" id="{FA141E82-0E28-4793-829A-32067D9FB53D}"/>
                </a:ext>
              </a:extLst>
            </p:cNvPr>
            <p:cNvSpPr>
              <a:spLocks noChangeShapeType="1"/>
            </p:cNvSpPr>
            <p:nvPr/>
          </p:nvSpPr>
          <p:spPr bwMode="auto">
            <a:xfrm flipH="1">
              <a:off x="3226" y="2796"/>
              <a:ext cx="699"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78" name="直接连接符 300085">
              <a:extLst>
                <a:ext uri="{FF2B5EF4-FFF2-40B4-BE49-F238E27FC236}">
                  <a16:creationId xmlns:a16="http://schemas.microsoft.com/office/drawing/2014/main" id="{CA335606-51EE-4D3E-8974-D40FEA6DE884}"/>
                </a:ext>
              </a:extLst>
            </p:cNvPr>
            <p:cNvSpPr>
              <a:spLocks noChangeShapeType="1"/>
            </p:cNvSpPr>
            <p:nvPr/>
          </p:nvSpPr>
          <p:spPr bwMode="auto">
            <a:xfrm flipH="1">
              <a:off x="3226" y="2933"/>
              <a:ext cx="705" cy="14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79" name="矩形 300086">
              <a:extLst>
                <a:ext uri="{FF2B5EF4-FFF2-40B4-BE49-F238E27FC236}">
                  <a16:creationId xmlns:a16="http://schemas.microsoft.com/office/drawing/2014/main" id="{8D1301F5-E0DF-4971-A328-916E88B09514}"/>
                </a:ext>
              </a:extLst>
            </p:cNvPr>
            <p:cNvSpPr>
              <a:spLocks noChangeArrowheads="1"/>
            </p:cNvSpPr>
            <p:nvPr/>
          </p:nvSpPr>
          <p:spPr bwMode="auto">
            <a:xfrm rot="-540000">
              <a:off x="3533" y="2781"/>
              <a:ext cx="41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ACK</a:t>
              </a:r>
            </a:p>
          </p:txBody>
        </p:sp>
        <p:sp>
          <p:nvSpPr>
            <p:cNvPr id="75880" name="直接连接符 300087">
              <a:extLst>
                <a:ext uri="{FF2B5EF4-FFF2-40B4-BE49-F238E27FC236}">
                  <a16:creationId xmlns:a16="http://schemas.microsoft.com/office/drawing/2014/main" id="{8E9A0D8B-3670-4659-BB44-96D5F268D9D0}"/>
                </a:ext>
              </a:extLst>
            </p:cNvPr>
            <p:cNvSpPr>
              <a:spLocks noChangeShapeType="1"/>
            </p:cNvSpPr>
            <p:nvPr/>
          </p:nvSpPr>
          <p:spPr bwMode="auto">
            <a:xfrm>
              <a:off x="3931" y="1351"/>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81" name="直接连接符 300088">
              <a:extLst>
                <a:ext uri="{FF2B5EF4-FFF2-40B4-BE49-F238E27FC236}">
                  <a16:creationId xmlns:a16="http://schemas.microsoft.com/office/drawing/2014/main" id="{2F898A5E-FFE6-420C-8D2C-314A5E159FF3}"/>
                </a:ext>
              </a:extLst>
            </p:cNvPr>
            <p:cNvSpPr>
              <a:spLocks noChangeShapeType="1"/>
            </p:cNvSpPr>
            <p:nvPr/>
          </p:nvSpPr>
          <p:spPr bwMode="auto">
            <a:xfrm flipV="1">
              <a:off x="3318" y="2933"/>
              <a:ext cx="245" cy="48"/>
            </a:xfrm>
            <a:prstGeom prst="line">
              <a:avLst/>
            </a:prstGeom>
            <a:noFill/>
            <a:ln w="12700">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5882" name="矩形 300089">
              <a:extLst>
                <a:ext uri="{FF2B5EF4-FFF2-40B4-BE49-F238E27FC236}">
                  <a16:creationId xmlns:a16="http://schemas.microsoft.com/office/drawing/2014/main" id="{7B574DE1-A55A-43FE-8969-AC7EA60E691A}"/>
                </a:ext>
              </a:extLst>
            </p:cNvPr>
            <p:cNvSpPr>
              <a:spLocks noChangeArrowheads="1"/>
            </p:cNvSpPr>
            <p:nvPr/>
          </p:nvSpPr>
          <p:spPr bwMode="auto">
            <a:xfrm>
              <a:off x="3034" y="3353"/>
              <a:ext cx="10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(c) </a:t>
              </a:r>
              <a:r>
                <a:rPr lang="zh-CN" altLang="en-US">
                  <a:solidFill>
                    <a:schemeClr val="tx1"/>
                  </a:solidFill>
                  <a:ea typeface="黑体" panose="02010609060101010101" pitchFamily="49" charset="-122"/>
                </a:rPr>
                <a:t>数据帧丢失</a:t>
              </a:r>
            </a:p>
          </p:txBody>
        </p:sp>
        <p:sp>
          <p:nvSpPr>
            <p:cNvPr id="75883" name="矩形 300090">
              <a:extLst>
                <a:ext uri="{FF2B5EF4-FFF2-40B4-BE49-F238E27FC236}">
                  <a16:creationId xmlns:a16="http://schemas.microsoft.com/office/drawing/2014/main" id="{19849BA5-9391-4B06-993B-F84CC763C48C}"/>
                </a:ext>
              </a:extLst>
            </p:cNvPr>
            <p:cNvSpPr>
              <a:spLocks noChangeArrowheads="1"/>
            </p:cNvSpPr>
            <p:nvPr/>
          </p:nvSpPr>
          <p:spPr bwMode="auto">
            <a:xfrm>
              <a:off x="3006" y="2291"/>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重</a:t>
              </a:r>
            </a:p>
            <a:p>
              <a:pPr eaLnBrk="0" hangingPunct="0">
                <a:spcBef>
                  <a:spcPct val="0"/>
                </a:spcBef>
                <a:buClr>
                  <a:srgbClr val="000000"/>
                </a:buClr>
              </a:pPr>
              <a:r>
                <a:rPr lang="zh-CN" altLang="en-US">
                  <a:solidFill>
                    <a:schemeClr val="tx1"/>
                  </a:solidFill>
                  <a:ea typeface="黑体" panose="02010609060101010101" pitchFamily="49" charset="-122"/>
                </a:rPr>
                <a:t>传</a:t>
              </a:r>
            </a:p>
          </p:txBody>
        </p:sp>
        <p:sp>
          <p:nvSpPr>
            <p:cNvPr id="75884" name="直接连接符 300091">
              <a:extLst>
                <a:ext uri="{FF2B5EF4-FFF2-40B4-BE49-F238E27FC236}">
                  <a16:creationId xmlns:a16="http://schemas.microsoft.com/office/drawing/2014/main" id="{E16106FE-59B0-486F-859F-42508B4E4F0F}"/>
                </a:ext>
              </a:extLst>
            </p:cNvPr>
            <p:cNvSpPr>
              <a:spLocks noChangeShapeType="1"/>
            </p:cNvSpPr>
            <p:nvPr/>
          </p:nvSpPr>
          <p:spPr bwMode="auto">
            <a:xfrm>
              <a:off x="3059" y="1762"/>
              <a:ext cx="12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85" name="直接连接符 300092">
              <a:extLst>
                <a:ext uri="{FF2B5EF4-FFF2-40B4-BE49-F238E27FC236}">
                  <a16:creationId xmlns:a16="http://schemas.microsoft.com/office/drawing/2014/main" id="{82775C79-D51D-4BAD-9F99-6DE003A757ED}"/>
                </a:ext>
              </a:extLst>
            </p:cNvPr>
            <p:cNvSpPr>
              <a:spLocks noChangeShapeType="1"/>
            </p:cNvSpPr>
            <p:nvPr/>
          </p:nvSpPr>
          <p:spPr bwMode="auto">
            <a:xfrm flipH="1">
              <a:off x="3053" y="2281"/>
              <a:ext cx="14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86" name="直接连接符 300093">
              <a:extLst>
                <a:ext uri="{FF2B5EF4-FFF2-40B4-BE49-F238E27FC236}">
                  <a16:creationId xmlns:a16="http://schemas.microsoft.com/office/drawing/2014/main" id="{0E635E84-7D03-42DC-9B77-909ECDDA4641}"/>
                </a:ext>
              </a:extLst>
            </p:cNvPr>
            <p:cNvSpPr>
              <a:spLocks noChangeShapeType="1"/>
            </p:cNvSpPr>
            <p:nvPr/>
          </p:nvSpPr>
          <p:spPr bwMode="auto">
            <a:xfrm>
              <a:off x="3118" y="1756"/>
              <a:ext cx="0" cy="525"/>
            </a:xfrm>
            <a:prstGeom prst="line">
              <a:avLst/>
            </a:prstGeom>
            <a:noFill/>
            <a:ln w="127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75887" name="组合 300094">
              <a:extLst>
                <a:ext uri="{FF2B5EF4-FFF2-40B4-BE49-F238E27FC236}">
                  <a16:creationId xmlns:a16="http://schemas.microsoft.com/office/drawing/2014/main" id="{DCF91C18-519C-4F45-9BEF-BAD508D3A85C}"/>
                </a:ext>
              </a:extLst>
            </p:cNvPr>
            <p:cNvGrpSpPr>
              <a:grpSpLocks/>
            </p:cNvGrpSpPr>
            <p:nvPr/>
          </p:nvGrpSpPr>
          <p:grpSpPr bwMode="auto">
            <a:xfrm>
              <a:off x="2962" y="1880"/>
              <a:ext cx="289" cy="235"/>
              <a:chOff x="2916" y="1112"/>
              <a:chExt cx="321" cy="256"/>
            </a:xfrm>
          </p:grpSpPr>
          <p:sp>
            <p:nvSpPr>
              <p:cNvPr id="75891" name="矩形 300095">
                <a:extLst>
                  <a:ext uri="{FF2B5EF4-FFF2-40B4-BE49-F238E27FC236}">
                    <a16:creationId xmlns:a16="http://schemas.microsoft.com/office/drawing/2014/main" id="{4EB1C5F6-B7BC-483F-9F75-5551CC710D14}"/>
                  </a:ext>
                </a:extLst>
              </p:cNvPr>
              <p:cNvSpPr>
                <a:spLocks noChangeArrowheads="1"/>
              </p:cNvSpPr>
              <p:nvPr/>
            </p:nvSpPr>
            <p:spPr bwMode="auto">
              <a:xfrm>
                <a:off x="2958" y="1176"/>
                <a:ext cx="25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92" name="矩形 300096">
                <a:extLst>
                  <a:ext uri="{FF2B5EF4-FFF2-40B4-BE49-F238E27FC236}">
                    <a16:creationId xmlns:a16="http://schemas.microsoft.com/office/drawing/2014/main" id="{5A610B76-AC8B-4022-A034-57AB42B75EC3}"/>
                  </a:ext>
                </a:extLst>
              </p:cNvPr>
              <p:cNvSpPr>
                <a:spLocks noChangeArrowheads="1"/>
              </p:cNvSpPr>
              <p:nvPr/>
            </p:nvSpPr>
            <p:spPr bwMode="auto">
              <a:xfrm>
                <a:off x="2916" y="1112"/>
                <a:ext cx="32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i="1">
                    <a:solidFill>
                      <a:schemeClr val="tx1"/>
                    </a:solidFill>
                    <a:ea typeface="黑体" panose="02010609060101010101" pitchFamily="49" charset="-122"/>
                  </a:rPr>
                  <a:t>t</a:t>
                </a:r>
                <a:r>
                  <a:rPr lang="en-US" altLang="zh-CN" i="1" baseline="-12000">
                    <a:solidFill>
                      <a:schemeClr val="tx1"/>
                    </a:solidFill>
                    <a:ea typeface="黑体" panose="02010609060101010101" pitchFamily="49" charset="-122"/>
                  </a:rPr>
                  <a:t>out</a:t>
                </a:r>
              </a:p>
            </p:txBody>
          </p:sp>
        </p:grpSp>
        <p:sp>
          <p:nvSpPr>
            <p:cNvPr id="75888" name="爆炸形 2 300097">
              <a:extLst>
                <a:ext uri="{FF2B5EF4-FFF2-40B4-BE49-F238E27FC236}">
                  <a16:creationId xmlns:a16="http://schemas.microsoft.com/office/drawing/2014/main" id="{48F6E41E-8482-46CB-8A97-1EA4B235FB67}"/>
                </a:ext>
              </a:extLst>
            </p:cNvPr>
            <p:cNvSpPr>
              <a:spLocks noChangeArrowheads="1"/>
            </p:cNvSpPr>
            <p:nvPr/>
          </p:nvSpPr>
          <p:spPr bwMode="auto">
            <a:xfrm>
              <a:off x="3742" y="1344"/>
              <a:ext cx="562" cy="794"/>
            </a:xfrm>
            <a:prstGeom prst="irregularSeal2">
              <a:avLst/>
            </a:prstGeom>
            <a:solidFill>
              <a:srgbClr val="3399FF"/>
            </a:solidFill>
            <a:ln w="12700">
              <a:solidFill>
                <a:schemeClr val="tx1"/>
              </a:solidFill>
              <a:miter lim="800000"/>
              <a:headEnd type="none" w="sm" len="sm"/>
              <a:tailEnd type="none" w="sm" len="sm"/>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89" name="矩形 300098">
              <a:extLst>
                <a:ext uri="{FF2B5EF4-FFF2-40B4-BE49-F238E27FC236}">
                  <a16:creationId xmlns:a16="http://schemas.microsoft.com/office/drawing/2014/main" id="{50A5085D-6761-4951-BDC5-A729C119B10B}"/>
                </a:ext>
              </a:extLst>
            </p:cNvPr>
            <p:cNvSpPr>
              <a:spLocks noChangeArrowheads="1"/>
            </p:cNvSpPr>
            <p:nvPr/>
          </p:nvSpPr>
          <p:spPr bwMode="auto">
            <a:xfrm>
              <a:off x="3878" y="1525"/>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丢</a:t>
              </a:r>
            </a:p>
            <a:p>
              <a:pPr eaLnBrk="0" hangingPunct="0">
                <a:spcBef>
                  <a:spcPct val="0"/>
                </a:spcBef>
                <a:buClr>
                  <a:srgbClr val="000000"/>
                </a:buClr>
              </a:pPr>
              <a:r>
                <a:rPr lang="zh-CN" altLang="en-US">
                  <a:solidFill>
                    <a:schemeClr val="tx1"/>
                  </a:solidFill>
                  <a:ea typeface="黑体" panose="02010609060101010101" pitchFamily="49" charset="-122"/>
                </a:rPr>
                <a:t>失</a:t>
              </a:r>
            </a:p>
          </p:txBody>
        </p:sp>
        <p:sp>
          <p:nvSpPr>
            <p:cNvPr id="75890" name="直接连接符 300099">
              <a:extLst>
                <a:ext uri="{FF2B5EF4-FFF2-40B4-BE49-F238E27FC236}">
                  <a16:creationId xmlns:a16="http://schemas.microsoft.com/office/drawing/2014/main" id="{72CA6DCD-CA3B-4832-BEB9-9494AEE5F8AF}"/>
                </a:ext>
              </a:extLst>
            </p:cNvPr>
            <p:cNvSpPr>
              <a:spLocks noChangeShapeType="1"/>
            </p:cNvSpPr>
            <p:nvPr/>
          </p:nvSpPr>
          <p:spPr bwMode="auto">
            <a:xfrm>
              <a:off x="3218" y="1357"/>
              <a:ext cx="5" cy="18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grpSp>
        <p:nvGrpSpPr>
          <p:cNvPr id="8" name="组合 300100">
            <a:extLst>
              <a:ext uri="{FF2B5EF4-FFF2-40B4-BE49-F238E27FC236}">
                <a16:creationId xmlns:a16="http://schemas.microsoft.com/office/drawing/2014/main" id="{A98BFD0D-8BC5-4CB4-9A04-339F5745C5F5}"/>
              </a:ext>
            </a:extLst>
          </p:cNvPr>
          <p:cNvGrpSpPr>
            <a:grpSpLocks/>
          </p:cNvGrpSpPr>
          <p:nvPr/>
        </p:nvGrpSpPr>
        <p:grpSpPr bwMode="auto">
          <a:xfrm>
            <a:off x="7019925" y="1341438"/>
            <a:ext cx="2017713" cy="3844925"/>
            <a:chOff x="4467" y="1162"/>
            <a:chExt cx="1271" cy="2422"/>
          </a:xfrm>
        </p:grpSpPr>
        <p:sp>
          <p:nvSpPr>
            <p:cNvPr id="75822" name="任意多边形 300101">
              <a:extLst>
                <a:ext uri="{FF2B5EF4-FFF2-40B4-BE49-F238E27FC236}">
                  <a16:creationId xmlns:a16="http://schemas.microsoft.com/office/drawing/2014/main" id="{42EAC7D2-53BF-4E07-A0F9-99C3907C5BE3}"/>
                </a:ext>
              </a:extLst>
            </p:cNvPr>
            <p:cNvSpPr>
              <a:spLocks/>
            </p:cNvSpPr>
            <p:nvPr/>
          </p:nvSpPr>
          <p:spPr bwMode="auto">
            <a:xfrm>
              <a:off x="4733" y="2283"/>
              <a:ext cx="702" cy="439"/>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23" name="直接连接符 300102">
              <a:extLst>
                <a:ext uri="{FF2B5EF4-FFF2-40B4-BE49-F238E27FC236}">
                  <a16:creationId xmlns:a16="http://schemas.microsoft.com/office/drawing/2014/main" id="{C9E6C04A-AC70-4431-8A83-0EA5D7E6E8F6}"/>
                </a:ext>
              </a:extLst>
            </p:cNvPr>
            <p:cNvSpPr>
              <a:spLocks noChangeShapeType="1"/>
            </p:cNvSpPr>
            <p:nvPr/>
          </p:nvSpPr>
          <p:spPr bwMode="auto">
            <a:xfrm>
              <a:off x="5435" y="1351"/>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24" name="矩形 300103">
              <a:extLst>
                <a:ext uri="{FF2B5EF4-FFF2-40B4-BE49-F238E27FC236}">
                  <a16:creationId xmlns:a16="http://schemas.microsoft.com/office/drawing/2014/main" id="{5861301A-6436-40ED-94FB-FE9E6CAAF8F8}"/>
                </a:ext>
              </a:extLst>
            </p:cNvPr>
            <p:cNvSpPr>
              <a:spLocks noChangeArrowheads="1"/>
            </p:cNvSpPr>
            <p:nvPr/>
          </p:nvSpPr>
          <p:spPr bwMode="auto">
            <a:xfrm>
              <a:off x="4622" y="1162"/>
              <a:ext cx="2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a:t>
              </a:r>
            </a:p>
          </p:txBody>
        </p:sp>
        <p:sp>
          <p:nvSpPr>
            <p:cNvPr id="75825" name="矩形 300104">
              <a:extLst>
                <a:ext uri="{FF2B5EF4-FFF2-40B4-BE49-F238E27FC236}">
                  <a16:creationId xmlns:a16="http://schemas.microsoft.com/office/drawing/2014/main" id="{EF888CA3-37D9-4075-A4CF-AD49D1D6917A}"/>
                </a:ext>
              </a:extLst>
            </p:cNvPr>
            <p:cNvSpPr>
              <a:spLocks noChangeArrowheads="1"/>
            </p:cNvSpPr>
            <p:nvPr/>
          </p:nvSpPr>
          <p:spPr bwMode="auto">
            <a:xfrm>
              <a:off x="5335" y="11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B</a:t>
              </a:r>
            </a:p>
          </p:txBody>
        </p:sp>
        <p:sp>
          <p:nvSpPr>
            <p:cNvPr id="75826" name="直接连接符 300105">
              <a:extLst>
                <a:ext uri="{FF2B5EF4-FFF2-40B4-BE49-F238E27FC236}">
                  <a16:creationId xmlns:a16="http://schemas.microsoft.com/office/drawing/2014/main" id="{D9D4CC35-E4FA-4882-B2F1-26B52B08F41C}"/>
                </a:ext>
              </a:extLst>
            </p:cNvPr>
            <p:cNvSpPr>
              <a:spLocks noChangeShapeType="1"/>
            </p:cNvSpPr>
            <p:nvPr/>
          </p:nvSpPr>
          <p:spPr bwMode="auto">
            <a:xfrm>
              <a:off x="4728" y="1434"/>
              <a:ext cx="704"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27" name="任意多边形 300106">
              <a:extLst>
                <a:ext uri="{FF2B5EF4-FFF2-40B4-BE49-F238E27FC236}">
                  <a16:creationId xmlns:a16="http://schemas.microsoft.com/office/drawing/2014/main" id="{1E348D5D-C4F9-4DCB-8316-F309EE962933}"/>
                </a:ext>
              </a:extLst>
            </p:cNvPr>
            <p:cNvSpPr>
              <a:spLocks/>
            </p:cNvSpPr>
            <p:nvPr/>
          </p:nvSpPr>
          <p:spPr bwMode="auto">
            <a:xfrm>
              <a:off x="4736" y="1442"/>
              <a:ext cx="692" cy="439"/>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5828" name="组合 300107">
              <a:extLst>
                <a:ext uri="{FF2B5EF4-FFF2-40B4-BE49-F238E27FC236}">
                  <a16:creationId xmlns:a16="http://schemas.microsoft.com/office/drawing/2014/main" id="{B9ABBC3E-E67F-45A6-B9F9-66D0BF9C1387}"/>
                </a:ext>
              </a:extLst>
            </p:cNvPr>
            <p:cNvGrpSpPr>
              <a:grpSpLocks/>
            </p:cNvGrpSpPr>
            <p:nvPr/>
          </p:nvGrpSpPr>
          <p:grpSpPr bwMode="auto">
            <a:xfrm>
              <a:off x="4758" y="1541"/>
              <a:ext cx="581" cy="231"/>
              <a:chOff x="4659" y="774"/>
              <a:chExt cx="645" cy="249"/>
            </a:xfrm>
          </p:grpSpPr>
          <p:sp>
            <p:nvSpPr>
              <p:cNvPr id="75861" name="任意多边形 300108">
                <a:extLst>
                  <a:ext uri="{FF2B5EF4-FFF2-40B4-BE49-F238E27FC236}">
                    <a16:creationId xmlns:a16="http://schemas.microsoft.com/office/drawing/2014/main" id="{F502E622-59B0-4EAF-A7D5-D45BF9B818F2}"/>
                  </a:ext>
                </a:extLst>
              </p:cNvPr>
              <p:cNvSpPr>
                <a:spLocks/>
              </p:cNvSpPr>
              <p:nvPr/>
            </p:nvSpPr>
            <p:spPr bwMode="auto">
              <a:xfrm>
                <a:off x="4704" y="774"/>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62" name="矩形 300109">
                <a:extLst>
                  <a:ext uri="{FF2B5EF4-FFF2-40B4-BE49-F238E27FC236}">
                    <a16:creationId xmlns:a16="http://schemas.microsoft.com/office/drawing/2014/main" id="{BA37D515-7C1D-4F46-8E00-AD47B869EE1C}"/>
                  </a:ext>
                </a:extLst>
              </p:cNvPr>
              <p:cNvSpPr>
                <a:spLocks noChangeArrowheads="1"/>
              </p:cNvSpPr>
              <p:nvPr/>
            </p:nvSpPr>
            <p:spPr bwMode="auto">
              <a:xfrm rot="540000">
                <a:off x="4659" y="774"/>
                <a:ext cx="645" cy="24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DATA0</a:t>
                </a:r>
              </a:p>
            </p:txBody>
          </p:sp>
        </p:grpSp>
        <p:sp>
          <p:nvSpPr>
            <p:cNvPr id="75829" name="右箭头 300110">
              <a:extLst>
                <a:ext uri="{FF2B5EF4-FFF2-40B4-BE49-F238E27FC236}">
                  <a16:creationId xmlns:a16="http://schemas.microsoft.com/office/drawing/2014/main" id="{ACEB6BB6-8863-4982-9EF3-A910A6DD3286}"/>
                </a:ext>
              </a:extLst>
            </p:cNvPr>
            <p:cNvSpPr>
              <a:spLocks noChangeArrowheads="1"/>
            </p:cNvSpPr>
            <p:nvPr/>
          </p:nvSpPr>
          <p:spPr bwMode="auto">
            <a:xfrm rot="480000">
              <a:off x="5284" y="1695"/>
              <a:ext cx="184" cy="61"/>
            </a:xfrm>
            <a:prstGeom prst="rightArrow">
              <a:avLst>
                <a:gd name="adj1" fmla="val 50000"/>
                <a:gd name="adj2" fmla="val 125222"/>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30" name="直接连接符 300111">
              <a:extLst>
                <a:ext uri="{FF2B5EF4-FFF2-40B4-BE49-F238E27FC236}">
                  <a16:creationId xmlns:a16="http://schemas.microsoft.com/office/drawing/2014/main" id="{6D130902-C710-4F53-B46B-EA9DC8D0E63D}"/>
                </a:ext>
              </a:extLst>
            </p:cNvPr>
            <p:cNvSpPr>
              <a:spLocks noChangeShapeType="1"/>
            </p:cNvSpPr>
            <p:nvPr/>
          </p:nvSpPr>
          <p:spPr bwMode="auto">
            <a:xfrm>
              <a:off x="5432" y="1883"/>
              <a:ext cx="143" cy="0"/>
            </a:xfrm>
            <a:prstGeom prst="line">
              <a:avLst/>
            </a:prstGeom>
            <a:noFill/>
            <a:ln w="12700">
              <a:solidFill>
                <a:schemeClr val="tx1"/>
              </a:solidFill>
              <a:round/>
              <a:headEnd type="none" w="sm" len="sm"/>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831" name="矩形 300112">
              <a:extLst>
                <a:ext uri="{FF2B5EF4-FFF2-40B4-BE49-F238E27FC236}">
                  <a16:creationId xmlns:a16="http://schemas.microsoft.com/office/drawing/2014/main" id="{D345A33B-7612-4A17-9B7F-932CBAAB776D}"/>
                </a:ext>
              </a:extLst>
            </p:cNvPr>
            <p:cNvSpPr>
              <a:spLocks noChangeArrowheads="1"/>
            </p:cNvSpPr>
            <p:nvPr/>
          </p:nvSpPr>
          <p:spPr bwMode="auto">
            <a:xfrm>
              <a:off x="5478" y="1864"/>
              <a:ext cx="2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送</a:t>
              </a:r>
            </a:p>
            <a:p>
              <a:pPr eaLnBrk="0" hangingPunct="0">
                <a:spcBef>
                  <a:spcPct val="0"/>
                </a:spcBef>
                <a:buClr>
                  <a:srgbClr val="000000"/>
                </a:buClr>
              </a:pPr>
              <a:r>
                <a:rPr lang="zh-CN" altLang="en-US">
                  <a:solidFill>
                    <a:schemeClr val="tx1"/>
                  </a:solidFill>
                  <a:ea typeface="黑体" panose="02010609060101010101" pitchFamily="49" charset="-122"/>
                </a:rPr>
                <a:t>主</a:t>
              </a:r>
            </a:p>
            <a:p>
              <a:pPr eaLnBrk="0" hangingPunct="0">
                <a:spcBef>
                  <a:spcPct val="0"/>
                </a:spcBef>
                <a:buClr>
                  <a:srgbClr val="000000"/>
                </a:buClr>
              </a:pPr>
              <a:r>
                <a:rPr lang="zh-CN" altLang="en-US">
                  <a:solidFill>
                    <a:schemeClr val="tx1"/>
                  </a:solidFill>
                  <a:ea typeface="黑体" panose="02010609060101010101" pitchFamily="49" charset="-122"/>
                </a:rPr>
                <a:t>机</a:t>
              </a:r>
            </a:p>
          </p:txBody>
        </p:sp>
        <p:sp>
          <p:nvSpPr>
            <p:cNvPr id="75832" name="直接连接符 300113">
              <a:extLst>
                <a:ext uri="{FF2B5EF4-FFF2-40B4-BE49-F238E27FC236}">
                  <a16:creationId xmlns:a16="http://schemas.microsoft.com/office/drawing/2014/main" id="{A68F21E6-C73C-4A75-A36C-C682A4B4A4C1}"/>
                </a:ext>
              </a:extLst>
            </p:cNvPr>
            <p:cNvSpPr>
              <a:spLocks noChangeShapeType="1"/>
            </p:cNvSpPr>
            <p:nvPr/>
          </p:nvSpPr>
          <p:spPr bwMode="auto">
            <a:xfrm flipH="1">
              <a:off x="5059" y="1955"/>
              <a:ext cx="373" cy="6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33" name="直接连接符 300114">
              <a:extLst>
                <a:ext uri="{FF2B5EF4-FFF2-40B4-BE49-F238E27FC236}">
                  <a16:creationId xmlns:a16="http://schemas.microsoft.com/office/drawing/2014/main" id="{7C60E497-F060-4564-8270-077C41C82B72}"/>
                </a:ext>
              </a:extLst>
            </p:cNvPr>
            <p:cNvSpPr>
              <a:spLocks noChangeShapeType="1"/>
            </p:cNvSpPr>
            <p:nvPr/>
          </p:nvSpPr>
          <p:spPr bwMode="auto">
            <a:xfrm flipH="1">
              <a:off x="5054" y="2093"/>
              <a:ext cx="383" cy="7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34" name="矩形 300115">
              <a:extLst>
                <a:ext uri="{FF2B5EF4-FFF2-40B4-BE49-F238E27FC236}">
                  <a16:creationId xmlns:a16="http://schemas.microsoft.com/office/drawing/2014/main" id="{6D7486B2-F761-4F6D-8FA1-C0E7BEA927C3}"/>
                </a:ext>
              </a:extLst>
            </p:cNvPr>
            <p:cNvSpPr>
              <a:spLocks noChangeArrowheads="1"/>
            </p:cNvSpPr>
            <p:nvPr/>
          </p:nvSpPr>
          <p:spPr bwMode="auto">
            <a:xfrm rot="-540000">
              <a:off x="5105" y="1928"/>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ACK</a:t>
              </a:r>
            </a:p>
          </p:txBody>
        </p:sp>
        <p:sp>
          <p:nvSpPr>
            <p:cNvPr id="75835" name="直接连接符 300116">
              <a:extLst>
                <a:ext uri="{FF2B5EF4-FFF2-40B4-BE49-F238E27FC236}">
                  <a16:creationId xmlns:a16="http://schemas.microsoft.com/office/drawing/2014/main" id="{E755A86A-EA98-4695-909D-D9690FF5009A}"/>
                </a:ext>
              </a:extLst>
            </p:cNvPr>
            <p:cNvSpPr>
              <a:spLocks noChangeShapeType="1"/>
            </p:cNvSpPr>
            <p:nvPr/>
          </p:nvSpPr>
          <p:spPr bwMode="auto">
            <a:xfrm>
              <a:off x="4733" y="2603"/>
              <a:ext cx="696"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75836" name="组合 300117">
              <a:extLst>
                <a:ext uri="{FF2B5EF4-FFF2-40B4-BE49-F238E27FC236}">
                  <a16:creationId xmlns:a16="http://schemas.microsoft.com/office/drawing/2014/main" id="{F820648D-1DC9-46A7-9A02-9E45A8EFAA22}"/>
                </a:ext>
              </a:extLst>
            </p:cNvPr>
            <p:cNvGrpSpPr>
              <a:grpSpLocks/>
            </p:cNvGrpSpPr>
            <p:nvPr/>
          </p:nvGrpSpPr>
          <p:grpSpPr bwMode="auto">
            <a:xfrm>
              <a:off x="4754" y="2382"/>
              <a:ext cx="580" cy="232"/>
              <a:chOff x="4655" y="1687"/>
              <a:chExt cx="644" cy="253"/>
            </a:xfrm>
          </p:grpSpPr>
          <p:sp>
            <p:nvSpPr>
              <p:cNvPr id="75859" name="任意多边形 300118">
                <a:extLst>
                  <a:ext uri="{FF2B5EF4-FFF2-40B4-BE49-F238E27FC236}">
                    <a16:creationId xmlns:a16="http://schemas.microsoft.com/office/drawing/2014/main" id="{AD10ED8E-2FDE-4D09-AA69-5E2C9383C5A8}"/>
                  </a:ext>
                </a:extLst>
              </p:cNvPr>
              <p:cNvSpPr>
                <a:spLocks/>
              </p:cNvSpPr>
              <p:nvPr/>
            </p:nvSpPr>
            <p:spPr bwMode="auto">
              <a:xfrm>
                <a:off x="4701"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60" name="矩形 300119">
                <a:extLst>
                  <a:ext uri="{FF2B5EF4-FFF2-40B4-BE49-F238E27FC236}">
                    <a16:creationId xmlns:a16="http://schemas.microsoft.com/office/drawing/2014/main" id="{D05F92C4-86FE-4AC9-B2C5-DFD6B08320CB}"/>
                  </a:ext>
                </a:extLst>
              </p:cNvPr>
              <p:cNvSpPr>
                <a:spLocks noChangeArrowheads="1"/>
              </p:cNvSpPr>
              <p:nvPr/>
            </p:nvSpPr>
            <p:spPr bwMode="auto">
              <a:xfrm rot="540000">
                <a:off x="4655" y="1687"/>
                <a:ext cx="644" cy="25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DATA0</a:t>
                </a:r>
              </a:p>
            </p:txBody>
          </p:sp>
        </p:grpSp>
        <p:sp>
          <p:nvSpPr>
            <p:cNvPr id="75837" name="右箭头 300120">
              <a:extLst>
                <a:ext uri="{FF2B5EF4-FFF2-40B4-BE49-F238E27FC236}">
                  <a16:creationId xmlns:a16="http://schemas.microsoft.com/office/drawing/2014/main" id="{B0731D19-A23A-452F-BF14-43C1AAFF5C88}"/>
                </a:ext>
              </a:extLst>
            </p:cNvPr>
            <p:cNvSpPr>
              <a:spLocks noChangeArrowheads="1"/>
            </p:cNvSpPr>
            <p:nvPr/>
          </p:nvSpPr>
          <p:spPr bwMode="auto">
            <a:xfrm rot="480000">
              <a:off x="5285" y="2560"/>
              <a:ext cx="183" cy="61"/>
            </a:xfrm>
            <a:prstGeom prst="rightArrow">
              <a:avLst>
                <a:gd name="adj1" fmla="val 50000"/>
                <a:gd name="adj2" fmla="val 124542"/>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38" name="矩形 300121">
              <a:extLst>
                <a:ext uri="{FF2B5EF4-FFF2-40B4-BE49-F238E27FC236}">
                  <a16:creationId xmlns:a16="http://schemas.microsoft.com/office/drawing/2014/main" id="{83D9AC87-0A89-4D7C-A11C-356E82A0F5FE}"/>
                </a:ext>
              </a:extLst>
            </p:cNvPr>
            <p:cNvSpPr>
              <a:spLocks noChangeArrowheads="1"/>
            </p:cNvSpPr>
            <p:nvPr/>
          </p:nvSpPr>
          <p:spPr bwMode="auto">
            <a:xfrm>
              <a:off x="5464" y="2612"/>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丢</a:t>
              </a:r>
            </a:p>
            <a:p>
              <a:pPr eaLnBrk="0" hangingPunct="0">
                <a:spcBef>
                  <a:spcPct val="0"/>
                </a:spcBef>
                <a:buClr>
                  <a:srgbClr val="000000"/>
                </a:buClr>
              </a:pPr>
              <a:r>
                <a:rPr lang="zh-CN" altLang="en-US">
                  <a:solidFill>
                    <a:schemeClr val="tx1"/>
                  </a:solidFill>
                  <a:ea typeface="黑体" panose="02010609060101010101" pitchFamily="49" charset="-122"/>
                </a:rPr>
                <a:t>弃</a:t>
              </a:r>
            </a:p>
          </p:txBody>
        </p:sp>
        <p:sp>
          <p:nvSpPr>
            <p:cNvPr id="75839" name="直接连接符 300122">
              <a:extLst>
                <a:ext uri="{FF2B5EF4-FFF2-40B4-BE49-F238E27FC236}">
                  <a16:creationId xmlns:a16="http://schemas.microsoft.com/office/drawing/2014/main" id="{AC0D90A3-69CA-45F0-A78C-2D56C94560AB}"/>
                </a:ext>
              </a:extLst>
            </p:cNvPr>
            <p:cNvSpPr>
              <a:spLocks noChangeShapeType="1"/>
            </p:cNvSpPr>
            <p:nvPr/>
          </p:nvSpPr>
          <p:spPr bwMode="auto">
            <a:xfrm flipH="1">
              <a:off x="4731" y="2796"/>
              <a:ext cx="698"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40" name="直接连接符 300123">
              <a:extLst>
                <a:ext uri="{FF2B5EF4-FFF2-40B4-BE49-F238E27FC236}">
                  <a16:creationId xmlns:a16="http://schemas.microsoft.com/office/drawing/2014/main" id="{0A6F94A3-8E85-4E73-8A0D-CF2743BC50F7}"/>
                </a:ext>
              </a:extLst>
            </p:cNvPr>
            <p:cNvSpPr>
              <a:spLocks noChangeShapeType="1"/>
            </p:cNvSpPr>
            <p:nvPr/>
          </p:nvSpPr>
          <p:spPr bwMode="auto">
            <a:xfrm flipH="1">
              <a:off x="4731" y="2933"/>
              <a:ext cx="704" cy="14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41" name="矩形 300124">
              <a:extLst>
                <a:ext uri="{FF2B5EF4-FFF2-40B4-BE49-F238E27FC236}">
                  <a16:creationId xmlns:a16="http://schemas.microsoft.com/office/drawing/2014/main" id="{C05404CE-7A86-4F3E-8303-11943BCB64E6}"/>
                </a:ext>
              </a:extLst>
            </p:cNvPr>
            <p:cNvSpPr>
              <a:spLocks noChangeArrowheads="1"/>
            </p:cNvSpPr>
            <p:nvPr/>
          </p:nvSpPr>
          <p:spPr bwMode="auto">
            <a:xfrm rot="-540000">
              <a:off x="5025" y="2789"/>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ACK</a:t>
              </a:r>
            </a:p>
          </p:txBody>
        </p:sp>
        <p:sp>
          <p:nvSpPr>
            <p:cNvPr id="75842" name="直接连接符 300125">
              <a:extLst>
                <a:ext uri="{FF2B5EF4-FFF2-40B4-BE49-F238E27FC236}">
                  <a16:creationId xmlns:a16="http://schemas.microsoft.com/office/drawing/2014/main" id="{DFA87C17-1C81-47E1-85C7-0A80907FEC33}"/>
                </a:ext>
              </a:extLst>
            </p:cNvPr>
            <p:cNvSpPr>
              <a:spLocks noChangeShapeType="1"/>
            </p:cNvSpPr>
            <p:nvPr/>
          </p:nvSpPr>
          <p:spPr bwMode="auto">
            <a:xfrm flipV="1">
              <a:off x="4822" y="2933"/>
              <a:ext cx="246" cy="48"/>
            </a:xfrm>
            <a:prstGeom prst="line">
              <a:avLst/>
            </a:prstGeom>
            <a:noFill/>
            <a:ln w="12700">
              <a:solidFill>
                <a:schemeClr val="tx1"/>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75843" name="矩形 300126">
              <a:extLst>
                <a:ext uri="{FF2B5EF4-FFF2-40B4-BE49-F238E27FC236}">
                  <a16:creationId xmlns:a16="http://schemas.microsoft.com/office/drawing/2014/main" id="{C9C1F2A2-7928-4214-BB27-36C01E5B025D}"/>
                </a:ext>
              </a:extLst>
            </p:cNvPr>
            <p:cNvSpPr>
              <a:spLocks noChangeArrowheads="1"/>
            </p:cNvSpPr>
            <p:nvPr/>
          </p:nvSpPr>
          <p:spPr bwMode="auto">
            <a:xfrm>
              <a:off x="4577" y="3353"/>
              <a:ext cx="10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 </a:t>
              </a:r>
              <a:r>
                <a:rPr lang="zh-CN" altLang="en-US">
                  <a:solidFill>
                    <a:schemeClr val="tx1"/>
                  </a:solidFill>
                  <a:ea typeface="黑体" panose="02010609060101010101" pitchFamily="49" charset="-122"/>
                </a:rPr>
                <a:t>确认帧丢失</a:t>
              </a:r>
            </a:p>
          </p:txBody>
        </p:sp>
        <p:sp>
          <p:nvSpPr>
            <p:cNvPr id="75844" name="矩形 300127">
              <a:extLst>
                <a:ext uri="{FF2B5EF4-FFF2-40B4-BE49-F238E27FC236}">
                  <a16:creationId xmlns:a16="http://schemas.microsoft.com/office/drawing/2014/main" id="{6B989D9A-E918-4EDC-98BF-1DF5D6AA7C4C}"/>
                </a:ext>
              </a:extLst>
            </p:cNvPr>
            <p:cNvSpPr>
              <a:spLocks noChangeArrowheads="1"/>
            </p:cNvSpPr>
            <p:nvPr/>
          </p:nvSpPr>
          <p:spPr bwMode="auto">
            <a:xfrm>
              <a:off x="4511" y="2285"/>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重</a:t>
              </a:r>
            </a:p>
            <a:p>
              <a:pPr eaLnBrk="0" hangingPunct="0">
                <a:spcBef>
                  <a:spcPct val="0"/>
                </a:spcBef>
                <a:buClr>
                  <a:srgbClr val="000000"/>
                </a:buClr>
              </a:pPr>
              <a:r>
                <a:rPr lang="zh-CN" altLang="en-US">
                  <a:solidFill>
                    <a:schemeClr val="tx1"/>
                  </a:solidFill>
                  <a:ea typeface="黑体" panose="02010609060101010101" pitchFamily="49" charset="-122"/>
                </a:rPr>
                <a:t>传</a:t>
              </a:r>
            </a:p>
          </p:txBody>
        </p:sp>
        <p:sp>
          <p:nvSpPr>
            <p:cNvPr id="75845" name="直接连接符 300128">
              <a:extLst>
                <a:ext uri="{FF2B5EF4-FFF2-40B4-BE49-F238E27FC236}">
                  <a16:creationId xmlns:a16="http://schemas.microsoft.com/office/drawing/2014/main" id="{ECE264F3-005E-4706-8DCA-D28F24E10638}"/>
                </a:ext>
              </a:extLst>
            </p:cNvPr>
            <p:cNvSpPr>
              <a:spLocks noChangeShapeType="1"/>
            </p:cNvSpPr>
            <p:nvPr/>
          </p:nvSpPr>
          <p:spPr bwMode="auto">
            <a:xfrm>
              <a:off x="4563" y="1756"/>
              <a:ext cx="130"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5846" name="直接连接符 300129">
              <a:extLst>
                <a:ext uri="{FF2B5EF4-FFF2-40B4-BE49-F238E27FC236}">
                  <a16:creationId xmlns:a16="http://schemas.microsoft.com/office/drawing/2014/main" id="{9F44D90E-034D-43D3-8AA3-9A6E1367B55C}"/>
                </a:ext>
              </a:extLst>
            </p:cNvPr>
            <p:cNvSpPr>
              <a:spLocks noChangeShapeType="1"/>
            </p:cNvSpPr>
            <p:nvPr/>
          </p:nvSpPr>
          <p:spPr bwMode="auto">
            <a:xfrm flipH="1">
              <a:off x="4558" y="2275"/>
              <a:ext cx="145"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5847" name="直接连接符 300130">
              <a:extLst>
                <a:ext uri="{FF2B5EF4-FFF2-40B4-BE49-F238E27FC236}">
                  <a16:creationId xmlns:a16="http://schemas.microsoft.com/office/drawing/2014/main" id="{A68B81C4-11C2-44FE-9D92-B204F76D48A3}"/>
                </a:ext>
              </a:extLst>
            </p:cNvPr>
            <p:cNvSpPr>
              <a:spLocks noChangeShapeType="1"/>
            </p:cNvSpPr>
            <p:nvPr/>
          </p:nvSpPr>
          <p:spPr bwMode="auto">
            <a:xfrm>
              <a:off x="4622" y="1751"/>
              <a:ext cx="0" cy="524"/>
            </a:xfrm>
            <a:prstGeom prst="line">
              <a:avLst/>
            </a:prstGeom>
            <a:noFill/>
            <a:ln w="127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75848" name="组合 300131">
              <a:extLst>
                <a:ext uri="{FF2B5EF4-FFF2-40B4-BE49-F238E27FC236}">
                  <a16:creationId xmlns:a16="http://schemas.microsoft.com/office/drawing/2014/main" id="{F14E7EC0-7607-415C-A9A5-BFBE68158610}"/>
                </a:ext>
              </a:extLst>
            </p:cNvPr>
            <p:cNvGrpSpPr>
              <a:grpSpLocks/>
            </p:cNvGrpSpPr>
            <p:nvPr/>
          </p:nvGrpSpPr>
          <p:grpSpPr bwMode="auto">
            <a:xfrm>
              <a:off x="4467" y="1880"/>
              <a:ext cx="289" cy="235"/>
              <a:chOff x="4322" y="1112"/>
              <a:chExt cx="321" cy="256"/>
            </a:xfrm>
          </p:grpSpPr>
          <p:sp>
            <p:nvSpPr>
              <p:cNvPr id="75857" name="矩形 300132">
                <a:extLst>
                  <a:ext uri="{FF2B5EF4-FFF2-40B4-BE49-F238E27FC236}">
                    <a16:creationId xmlns:a16="http://schemas.microsoft.com/office/drawing/2014/main" id="{D6DC8F5B-5426-4D40-85F2-4F29E9A63782}"/>
                  </a:ext>
                </a:extLst>
              </p:cNvPr>
              <p:cNvSpPr>
                <a:spLocks noChangeArrowheads="1"/>
              </p:cNvSpPr>
              <p:nvPr/>
            </p:nvSpPr>
            <p:spPr bwMode="auto">
              <a:xfrm>
                <a:off x="4362" y="1176"/>
                <a:ext cx="25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58" name="矩形 300133">
                <a:extLst>
                  <a:ext uri="{FF2B5EF4-FFF2-40B4-BE49-F238E27FC236}">
                    <a16:creationId xmlns:a16="http://schemas.microsoft.com/office/drawing/2014/main" id="{241A3EE3-5D72-4DC0-96B0-31EE533D7F7D}"/>
                  </a:ext>
                </a:extLst>
              </p:cNvPr>
              <p:cNvSpPr>
                <a:spLocks noChangeArrowheads="1"/>
              </p:cNvSpPr>
              <p:nvPr/>
            </p:nvSpPr>
            <p:spPr bwMode="auto">
              <a:xfrm>
                <a:off x="4322" y="1112"/>
                <a:ext cx="32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i="1">
                    <a:solidFill>
                      <a:schemeClr val="tx1"/>
                    </a:solidFill>
                    <a:ea typeface="黑体" panose="02010609060101010101" pitchFamily="49" charset="-122"/>
                  </a:rPr>
                  <a:t>t</a:t>
                </a:r>
                <a:r>
                  <a:rPr lang="en-US" altLang="zh-CN" i="1" baseline="-12000">
                    <a:solidFill>
                      <a:schemeClr val="tx1"/>
                    </a:solidFill>
                    <a:ea typeface="黑体" panose="02010609060101010101" pitchFamily="49" charset="-122"/>
                  </a:rPr>
                  <a:t>out</a:t>
                </a:r>
              </a:p>
            </p:txBody>
          </p:sp>
        </p:grpSp>
        <p:sp>
          <p:nvSpPr>
            <p:cNvPr id="75849" name="任意多边形 300134">
              <a:extLst>
                <a:ext uri="{FF2B5EF4-FFF2-40B4-BE49-F238E27FC236}">
                  <a16:creationId xmlns:a16="http://schemas.microsoft.com/office/drawing/2014/main" id="{FFF2C37F-A111-428B-952B-B5D03A935A50}"/>
                </a:ext>
              </a:extLst>
            </p:cNvPr>
            <p:cNvSpPr>
              <a:spLocks/>
            </p:cNvSpPr>
            <p:nvPr/>
          </p:nvSpPr>
          <p:spPr bwMode="auto">
            <a:xfrm>
              <a:off x="5043" y="2016"/>
              <a:ext cx="17" cy="155"/>
            </a:xfrm>
            <a:custGeom>
              <a:avLst/>
              <a:gdLst>
                <a:gd name="T0" fmla="*/ 18 w 19"/>
                <a:gd name="T1" fmla="*/ 0 h 169"/>
                <a:gd name="T2" fmla="*/ 14 w 19"/>
                <a:gd name="T3" fmla="*/ 19 h 169"/>
                <a:gd name="T4" fmla="*/ 14 w 19"/>
                <a:gd name="T5" fmla="*/ 37 h 169"/>
                <a:gd name="T6" fmla="*/ 14 w 19"/>
                <a:gd name="T7" fmla="*/ 56 h 169"/>
                <a:gd name="T8" fmla="*/ 14 w 19"/>
                <a:gd name="T9" fmla="*/ 75 h 169"/>
                <a:gd name="T10" fmla="*/ 14 w 19"/>
                <a:gd name="T11" fmla="*/ 93 h 169"/>
                <a:gd name="T12" fmla="*/ 9 w 19"/>
                <a:gd name="T13" fmla="*/ 112 h 169"/>
                <a:gd name="T14" fmla="*/ 5 w 19"/>
                <a:gd name="T15" fmla="*/ 131 h 169"/>
                <a:gd name="T16" fmla="*/ 0 w 19"/>
                <a:gd name="T17" fmla="*/ 149 h 169"/>
                <a:gd name="T18" fmla="*/ 0 w 19"/>
                <a:gd name="T19" fmla="*/ 168 h 169"/>
                <a:gd name="T20" fmla="*/ 0 w 19"/>
                <a:gd name="T21" fmla="*/ 0 h 169"/>
                <a:gd name="T22" fmla="*/ 19 w 19"/>
                <a:gd name="T23" fmla="*/ 1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19" h="169">
                  <a:moveTo>
                    <a:pt x="18" y="0"/>
                  </a:moveTo>
                  <a:lnTo>
                    <a:pt x="14" y="19"/>
                  </a:lnTo>
                  <a:lnTo>
                    <a:pt x="14" y="37"/>
                  </a:lnTo>
                  <a:lnTo>
                    <a:pt x="14" y="56"/>
                  </a:lnTo>
                  <a:lnTo>
                    <a:pt x="14" y="75"/>
                  </a:lnTo>
                  <a:lnTo>
                    <a:pt x="14" y="93"/>
                  </a:lnTo>
                  <a:lnTo>
                    <a:pt x="9" y="112"/>
                  </a:lnTo>
                  <a:lnTo>
                    <a:pt x="5" y="131"/>
                  </a:lnTo>
                  <a:lnTo>
                    <a:pt x="0" y="149"/>
                  </a:lnTo>
                  <a:lnTo>
                    <a:pt x="0" y="168"/>
                  </a:lnTo>
                </a:path>
              </a:pathLst>
            </a:custGeom>
            <a:noFill/>
            <a:ln w="254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50" name="直接连接符 300135">
              <a:extLst>
                <a:ext uri="{FF2B5EF4-FFF2-40B4-BE49-F238E27FC236}">
                  <a16:creationId xmlns:a16="http://schemas.microsoft.com/office/drawing/2014/main" id="{6D0ED19C-7FE2-4349-8743-85B7FA0BAA65}"/>
                </a:ext>
              </a:extLst>
            </p:cNvPr>
            <p:cNvSpPr>
              <a:spLocks noChangeShapeType="1"/>
            </p:cNvSpPr>
            <p:nvPr/>
          </p:nvSpPr>
          <p:spPr bwMode="auto">
            <a:xfrm>
              <a:off x="4728" y="1357"/>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51" name="直接连接符 300136">
              <a:extLst>
                <a:ext uri="{FF2B5EF4-FFF2-40B4-BE49-F238E27FC236}">
                  <a16:creationId xmlns:a16="http://schemas.microsoft.com/office/drawing/2014/main" id="{05997B33-D5E3-495C-A6A3-33EA7E1DE0CA}"/>
                </a:ext>
              </a:extLst>
            </p:cNvPr>
            <p:cNvSpPr>
              <a:spLocks noChangeShapeType="1"/>
            </p:cNvSpPr>
            <p:nvPr/>
          </p:nvSpPr>
          <p:spPr bwMode="auto">
            <a:xfrm>
              <a:off x="4724" y="2275"/>
              <a:ext cx="705" cy="12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52" name="直接连接符 300137">
              <a:extLst>
                <a:ext uri="{FF2B5EF4-FFF2-40B4-BE49-F238E27FC236}">
                  <a16:creationId xmlns:a16="http://schemas.microsoft.com/office/drawing/2014/main" id="{30C7F664-7006-4B75-BC89-EB547FCDD33C}"/>
                </a:ext>
              </a:extLst>
            </p:cNvPr>
            <p:cNvSpPr>
              <a:spLocks noChangeShapeType="1"/>
            </p:cNvSpPr>
            <p:nvPr/>
          </p:nvSpPr>
          <p:spPr bwMode="auto">
            <a:xfrm>
              <a:off x="5465" y="2523"/>
              <a:ext cx="136" cy="136"/>
            </a:xfrm>
            <a:prstGeom prst="line">
              <a:avLst/>
            </a:prstGeom>
            <a:noFill/>
            <a:ln w="5715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53" name="直接连接符 300138">
              <a:extLst>
                <a:ext uri="{FF2B5EF4-FFF2-40B4-BE49-F238E27FC236}">
                  <a16:creationId xmlns:a16="http://schemas.microsoft.com/office/drawing/2014/main" id="{F52A00A7-23BA-4127-9191-A00D8C05D23C}"/>
                </a:ext>
              </a:extLst>
            </p:cNvPr>
            <p:cNvSpPr>
              <a:spLocks noChangeShapeType="1"/>
            </p:cNvSpPr>
            <p:nvPr/>
          </p:nvSpPr>
          <p:spPr bwMode="auto">
            <a:xfrm rot="-5400000">
              <a:off x="5458" y="2515"/>
              <a:ext cx="144" cy="143"/>
            </a:xfrm>
            <a:prstGeom prst="line">
              <a:avLst/>
            </a:prstGeom>
            <a:noFill/>
            <a:ln w="5715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54" name="直接连接符 300139">
              <a:extLst>
                <a:ext uri="{FF2B5EF4-FFF2-40B4-BE49-F238E27FC236}">
                  <a16:creationId xmlns:a16="http://schemas.microsoft.com/office/drawing/2014/main" id="{2082E119-34A6-45EA-AE7E-87A7B8442014}"/>
                </a:ext>
              </a:extLst>
            </p:cNvPr>
            <p:cNvSpPr>
              <a:spLocks noChangeShapeType="1"/>
            </p:cNvSpPr>
            <p:nvPr/>
          </p:nvSpPr>
          <p:spPr bwMode="auto">
            <a:xfrm>
              <a:off x="4736" y="1756"/>
              <a:ext cx="696" cy="12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55" name="爆炸形 2 300140">
              <a:extLst>
                <a:ext uri="{FF2B5EF4-FFF2-40B4-BE49-F238E27FC236}">
                  <a16:creationId xmlns:a16="http://schemas.microsoft.com/office/drawing/2014/main" id="{A0DA0EAA-84C8-4334-B0E3-DB035CEF283C}"/>
                </a:ext>
              </a:extLst>
            </p:cNvPr>
            <p:cNvSpPr>
              <a:spLocks noChangeArrowheads="1"/>
            </p:cNvSpPr>
            <p:nvPr/>
          </p:nvSpPr>
          <p:spPr bwMode="auto">
            <a:xfrm rot="1163935">
              <a:off x="4713" y="1748"/>
              <a:ext cx="488" cy="661"/>
            </a:xfrm>
            <a:prstGeom prst="irregularSeal2">
              <a:avLst/>
            </a:prstGeom>
            <a:solidFill>
              <a:srgbClr val="3399FF"/>
            </a:solidFill>
            <a:ln w="12700">
              <a:solidFill>
                <a:schemeClr val="tx1"/>
              </a:solidFill>
              <a:miter lim="800000"/>
              <a:headEnd type="none" w="sm" len="sm"/>
              <a:tailEnd type="none" w="sm" len="sm"/>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56" name="矩形 300141">
              <a:extLst>
                <a:ext uri="{FF2B5EF4-FFF2-40B4-BE49-F238E27FC236}">
                  <a16:creationId xmlns:a16="http://schemas.microsoft.com/office/drawing/2014/main" id="{1D3736EE-0D6F-4D56-8DE8-2A6E96D2254A}"/>
                </a:ext>
              </a:extLst>
            </p:cNvPr>
            <p:cNvSpPr>
              <a:spLocks noChangeArrowheads="1"/>
            </p:cNvSpPr>
            <p:nvPr/>
          </p:nvSpPr>
          <p:spPr bwMode="auto">
            <a:xfrm>
              <a:off x="4805" y="1873"/>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丢</a:t>
              </a:r>
            </a:p>
            <a:p>
              <a:pPr eaLnBrk="0" hangingPunct="0">
                <a:spcBef>
                  <a:spcPct val="0"/>
                </a:spcBef>
                <a:buClr>
                  <a:srgbClr val="000000"/>
                </a:buClr>
              </a:pPr>
              <a:r>
                <a:rPr lang="zh-CN" altLang="en-US">
                  <a:solidFill>
                    <a:schemeClr val="tx1"/>
                  </a:solidFill>
                  <a:ea typeface="黑体" panose="02010609060101010101" pitchFamily="49" charset="-122"/>
                </a:rPr>
                <a:t>失</a:t>
              </a:r>
            </a:p>
          </p:txBody>
        </p:sp>
      </p:grpSp>
      <p:sp>
        <p:nvSpPr>
          <p:cNvPr id="75782" name="文本框 300142">
            <a:extLst>
              <a:ext uri="{FF2B5EF4-FFF2-40B4-BE49-F238E27FC236}">
                <a16:creationId xmlns:a16="http://schemas.microsoft.com/office/drawing/2014/main" id="{C09BED71-723C-4033-A54A-39B32E0A166A}"/>
              </a:ext>
            </a:extLst>
          </p:cNvPr>
          <p:cNvSpPr txBox="1">
            <a:spLocks noChangeArrowheads="1"/>
          </p:cNvSpPr>
          <p:nvPr/>
        </p:nvSpPr>
        <p:spPr bwMode="auto">
          <a:xfrm>
            <a:off x="3635375" y="404813"/>
            <a:ext cx="180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3200">
                <a:solidFill>
                  <a:schemeClr val="tx1"/>
                </a:solidFill>
                <a:latin typeface="Tahoma" panose="020B0604030504040204" pitchFamily="34" charset="0"/>
                <a:ea typeface="黑体" panose="02010609060101010101" pitchFamily="49" charset="-122"/>
              </a:rPr>
              <a:t>四种情况</a:t>
            </a:r>
          </a:p>
        </p:txBody>
      </p:sp>
      <p:grpSp>
        <p:nvGrpSpPr>
          <p:cNvPr id="12" name="组合 300143">
            <a:extLst>
              <a:ext uri="{FF2B5EF4-FFF2-40B4-BE49-F238E27FC236}">
                <a16:creationId xmlns:a16="http://schemas.microsoft.com/office/drawing/2014/main" id="{E4EB8F6B-7A08-4AF4-A9B5-8AE7B2A3F3BC}"/>
              </a:ext>
            </a:extLst>
          </p:cNvPr>
          <p:cNvGrpSpPr>
            <a:grpSpLocks/>
          </p:cNvGrpSpPr>
          <p:nvPr/>
        </p:nvGrpSpPr>
        <p:grpSpPr bwMode="auto">
          <a:xfrm>
            <a:off x="2268538" y="1341438"/>
            <a:ext cx="2190750" cy="3844925"/>
            <a:chOff x="1429" y="1162"/>
            <a:chExt cx="1380" cy="2422"/>
          </a:xfrm>
        </p:grpSpPr>
        <p:sp>
          <p:nvSpPr>
            <p:cNvPr id="75784" name="任意多边形 300144">
              <a:extLst>
                <a:ext uri="{FF2B5EF4-FFF2-40B4-BE49-F238E27FC236}">
                  <a16:creationId xmlns:a16="http://schemas.microsoft.com/office/drawing/2014/main" id="{3DF704C8-2785-43BB-92A7-62470B2ABA34}"/>
                </a:ext>
              </a:extLst>
            </p:cNvPr>
            <p:cNvSpPr>
              <a:spLocks/>
            </p:cNvSpPr>
            <p:nvPr/>
          </p:nvSpPr>
          <p:spPr bwMode="auto">
            <a:xfrm>
              <a:off x="1711" y="1437"/>
              <a:ext cx="691" cy="450"/>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785" name="任意多边形 300145">
              <a:extLst>
                <a:ext uri="{FF2B5EF4-FFF2-40B4-BE49-F238E27FC236}">
                  <a16:creationId xmlns:a16="http://schemas.microsoft.com/office/drawing/2014/main" id="{AB43A9B8-85FE-4A5C-80CD-C887E679FCEA}"/>
                </a:ext>
              </a:extLst>
            </p:cNvPr>
            <p:cNvSpPr>
              <a:spLocks/>
            </p:cNvSpPr>
            <p:nvPr/>
          </p:nvSpPr>
          <p:spPr bwMode="auto">
            <a:xfrm>
              <a:off x="1709" y="2259"/>
              <a:ext cx="702" cy="439"/>
            </a:xfrm>
            <a:custGeom>
              <a:avLst/>
              <a:gdLst>
                <a:gd name="T0" fmla="*/ 0 w 769"/>
                <a:gd name="T1" fmla="*/ 0 h 466"/>
                <a:gd name="T2" fmla="*/ 768 w 769"/>
                <a:gd name="T3" fmla="*/ 145 h 466"/>
                <a:gd name="T4" fmla="*/ 768 w 769"/>
                <a:gd name="T5" fmla="*/ 465 h 466"/>
                <a:gd name="T6" fmla="*/ 0 w 769"/>
                <a:gd name="T7" fmla="*/ 320 h 466"/>
                <a:gd name="T8" fmla="*/ 0 w 769"/>
                <a:gd name="T9" fmla="*/ 0 h 466"/>
                <a:gd name="T10" fmla="*/ 0 w 769"/>
                <a:gd name="T11" fmla="*/ 0 h 466"/>
                <a:gd name="T12" fmla="*/ 769 w 769"/>
                <a:gd name="T13" fmla="*/ 466 h 466"/>
              </a:gdLst>
              <a:ahLst/>
              <a:cxnLst>
                <a:cxn ang="0">
                  <a:pos x="T0" y="T1"/>
                </a:cxn>
                <a:cxn ang="0">
                  <a:pos x="T2" y="T3"/>
                </a:cxn>
                <a:cxn ang="0">
                  <a:pos x="T4" y="T5"/>
                </a:cxn>
                <a:cxn ang="0">
                  <a:pos x="T6" y="T7"/>
                </a:cxn>
                <a:cxn ang="0">
                  <a:pos x="T8" y="T9"/>
                </a:cxn>
              </a:cxnLst>
              <a:rect l="T10" t="T11" r="T12" b="T13"/>
              <a:pathLst>
                <a:path w="769" h="466">
                  <a:moveTo>
                    <a:pt x="0" y="0"/>
                  </a:moveTo>
                  <a:lnTo>
                    <a:pt x="768" y="145"/>
                  </a:lnTo>
                  <a:lnTo>
                    <a:pt x="768" y="465"/>
                  </a:lnTo>
                  <a:lnTo>
                    <a:pt x="0" y="320"/>
                  </a:lnTo>
                  <a:lnTo>
                    <a:pt x="0" y="0"/>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786" name="直接连接符 300146">
              <a:extLst>
                <a:ext uri="{FF2B5EF4-FFF2-40B4-BE49-F238E27FC236}">
                  <a16:creationId xmlns:a16="http://schemas.microsoft.com/office/drawing/2014/main" id="{7A2B82CC-79DD-4275-9325-59C63E61822B}"/>
                </a:ext>
              </a:extLst>
            </p:cNvPr>
            <p:cNvSpPr>
              <a:spLocks noChangeShapeType="1"/>
            </p:cNvSpPr>
            <p:nvPr/>
          </p:nvSpPr>
          <p:spPr bwMode="auto">
            <a:xfrm>
              <a:off x="2410" y="1369"/>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87" name="矩形 300147">
              <a:extLst>
                <a:ext uri="{FF2B5EF4-FFF2-40B4-BE49-F238E27FC236}">
                  <a16:creationId xmlns:a16="http://schemas.microsoft.com/office/drawing/2014/main" id="{F43A1B76-5D10-48F6-9C40-B55D2110DF57}"/>
                </a:ext>
              </a:extLst>
            </p:cNvPr>
            <p:cNvSpPr>
              <a:spLocks noChangeArrowheads="1"/>
            </p:cNvSpPr>
            <p:nvPr/>
          </p:nvSpPr>
          <p:spPr bwMode="auto">
            <a:xfrm>
              <a:off x="1595" y="11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a:t>
              </a:r>
            </a:p>
          </p:txBody>
        </p:sp>
        <p:sp>
          <p:nvSpPr>
            <p:cNvPr id="75788" name="矩形 300148">
              <a:extLst>
                <a:ext uri="{FF2B5EF4-FFF2-40B4-BE49-F238E27FC236}">
                  <a16:creationId xmlns:a16="http://schemas.microsoft.com/office/drawing/2014/main" id="{15594F6F-C4BD-4E9C-8E59-71FDB3EACC75}"/>
                </a:ext>
              </a:extLst>
            </p:cNvPr>
            <p:cNvSpPr>
              <a:spLocks noChangeArrowheads="1"/>
            </p:cNvSpPr>
            <p:nvPr/>
          </p:nvSpPr>
          <p:spPr bwMode="auto">
            <a:xfrm>
              <a:off x="2314" y="11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B</a:t>
              </a:r>
            </a:p>
          </p:txBody>
        </p:sp>
        <p:sp>
          <p:nvSpPr>
            <p:cNvPr id="75789" name="直接连接符 300149">
              <a:extLst>
                <a:ext uri="{FF2B5EF4-FFF2-40B4-BE49-F238E27FC236}">
                  <a16:creationId xmlns:a16="http://schemas.microsoft.com/office/drawing/2014/main" id="{66E26187-BD16-465B-864D-BD995A0E20AE}"/>
                </a:ext>
              </a:extLst>
            </p:cNvPr>
            <p:cNvSpPr>
              <a:spLocks noChangeShapeType="1"/>
            </p:cNvSpPr>
            <p:nvPr/>
          </p:nvSpPr>
          <p:spPr bwMode="auto">
            <a:xfrm>
              <a:off x="1703" y="1434"/>
              <a:ext cx="705"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90" name="直接连接符 300150">
              <a:extLst>
                <a:ext uri="{FF2B5EF4-FFF2-40B4-BE49-F238E27FC236}">
                  <a16:creationId xmlns:a16="http://schemas.microsoft.com/office/drawing/2014/main" id="{C3D9D840-2A60-4F7F-91CF-243B8EB19D3E}"/>
                </a:ext>
              </a:extLst>
            </p:cNvPr>
            <p:cNvSpPr>
              <a:spLocks noChangeShapeType="1"/>
            </p:cNvSpPr>
            <p:nvPr/>
          </p:nvSpPr>
          <p:spPr bwMode="auto">
            <a:xfrm>
              <a:off x="1711" y="1762"/>
              <a:ext cx="697"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75791" name="组合 300151">
              <a:extLst>
                <a:ext uri="{FF2B5EF4-FFF2-40B4-BE49-F238E27FC236}">
                  <a16:creationId xmlns:a16="http://schemas.microsoft.com/office/drawing/2014/main" id="{31932CBF-322F-4875-99C0-90A38966648F}"/>
                </a:ext>
              </a:extLst>
            </p:cNvPr>
            <p:cNvGrpSpPr>
              <a:grpSpLocks/>
            </p:cNvGrpSpPr>
            <p:nvPr/>
          </p:nvGrpSpPr>
          <p:grpSpPr bwMode="auto">
            <a:xfrm>
              <a:off x="1722" y="1555"/>
              <a:ext cx="581" cy="232"/>
              <a:chOff x="1791" y="773"/>
              <a:chExt cx="644" cy="251"/>
            </a:xfrm>
          </p:grpSpPr>
          <p:sp>
            <p:nvSpPr>
              <p:cNvPr id="75820" name="任意多边形 300152">
                <a:extLst>
                  <a:ext uri="{FF2B5EF4-FFF2-40B4-BE49-F238E27FC236}">
                    <a16:creationId xmlns:a16="http://schemas.microsoft.com/office/drawing/2014/main" id="{2955042A-737A-4F8B-8F1F-ACC71B0591BB}"/>
                  </a:ext>
                </a:extLst>
              </p:cNvPr>
              <p:cNvSpPr>
                <a:spLocks/>
              </p:cNvSpPr>
              <p:nvPr/>
            </p:nvSpPr>
            <p:spPr bwMode="auto">
              <a:xfrm>
                <a:off x="1836" y="774"/>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21" name="矩形 300153">
                <a:extLst>
                  <a:ext uri="{FF2B5EF4-FFF2-40B4-BE49-F238E27FC236}">
                    <a16:creationId xmlns:a16="http://schemas.microsoft.com/office/drawing/2014/main" id="{31CAC4A0-1DCE-4BA5-85A6-9CE9CEC657A5}"/>
                  </a:ext>
                </a:extLst>
              </p:cNvPr>
              <p:cNvSpPr>
                <a:spLocks noChangeArrowheads="1"/>
              </p:cNvSpPr>
              <p:nvPr/>
            </p:nvSpPr>
            <p:spPr bwMode="auto">
              <a:xfrm rot="540000">
                <a:off x="1791" y="773"/>
                <a:ext cx="644" cy="25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DATA0</a:t>
                </a:r>
              </a:p>
            </p:txBody>
          </p:sp>
        </p:grpSp>
        <p:sp>
          <p:nvSpPr>
            <p:cNvPr id="75792" name="右箭头 300154">
              <a:extLst>
                <a:ext uri="{FF2B5EF4-FFF2-40B4-BE49-F238E27FC236}">
                  <a16:creationId xmlns:a16="http://schemas.microsoft.com/office/drawing/2014/main" id="{FA0E679D-7D3B-4CA3-BC62-A66425B95195}"/>
                </a:ext>
              </a:extLst>
            </p:cNvPr>
            <p:cNvSpPr>
              <a:spLocks noChangeArrowheads="1"/>
            </p:cNvSpPr>
            <p:nvPr/>
          </p:nvSpPr>
          <p:spPr bwMode="auto">
            <a:xfrm rot="480000">
              <a:off x="2228" y="1695"/>
              <a:ext cx="184" cy="61"/>
            </a:xfrm>
            <a:prstGeom prst="rightArrow">
              <a:avLst>
                <a:gd name="adj1" fmla="val 50000"/>
                <a:gd name="adj2" fmla="val 125222"/>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793" name="直接连接符 300155">
              <a:extLst>
                <a:ext uri="{FF2B5EF4-FFF2-40B4-BE49-F238E27FC236}">
                  <a16:creationId xmlns:a16="http://schemas.microsoft.com/office/drawing/2014/main" id="{83F74F0D-0378-4CD3-A897-9F7637EEF8CD}"/>
                </a:ext>
              </a:extLst>
            </p:cNvPr>
            <p:cNvSpPr>
              <a:spLocks noChangeShapeType="1"/>
            </p:cNvSpPr>
            <p:nvPr/>
          </p:nvSpPr>
          <p:spPr bwMode="auto">
            <a:xfrm flipH="1">
              <a:off x="1709" y="1937"/>
              <a:ext cx="699"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94" name="直接连接符 300156">
              <a:extLst>
                <a:ext uri="{FF2B5EF4-FFF2-40B4-BE49-F238E27FC236}">
                  <a16:creationId xmlns:a16="http://schemas.microsoft.com/office/drawing/2014/main" id="{AB6DD384-6538-4768-B628-B69FEBD33461}"/>
                </a:ext>
              </a:extLst>
            </p:cNvPr>
            <p:cNvSpPr>
              <a:spLocks noChangeShapeType="1"/>
            </p:cNvSpPr>
            <p:nvPr/>
          </p:nvSpPr>
          <p:spPr bwMode="auto">
            <a:xfrm flipH="1">
              <a:off x="1709" y="2075"/>
              <a:ext cx="704" cy="1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95" name="矩形 300157">
              <a:extLst>
                <a:ext uri="{FF2B5EF4-FFF2-40B4-BE49-F238E27FC236}">
                  <a16:creationId xmlns:a16="http://schemas.microsoft.com/office/drawing/2014/main" id="{48D8FED7-FA6A-4C1C-B706-EAAEC579F2AD}"/>
                </a:ext>
              </a:extLst>
            </p:cNvPr>
            <p:cNvSpPr>
              <a:spLocks noChangeArrowheads="1"/>
            </p:cNvSpPr>
            <p:nvPr/>
          </p:nvSpPr>
          <p:spPr bwMode="auto">
            <a:xfrm rot="-540000">
              <a:off x="1994" y="1933"/>
              <a:ext cx="4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NAK</a:t>
              </a:r>
            </a:p>
          </p:txBody>
        </p:sp>
        <p:sp>
          <p:nvSpPr>
            <p:cNvPr id="75796" name="直接连接符 300158">
              <a:extLst>
                <a:ext uri="{FF2B5EF4-FFF2-40B4-BE49-F238E27FC236}">
                  <a16:creationId xmlns:a16="http://schemas.microsoft.com/office/drawing/2014/main" id="{1C3DC859-CA91-4DEA-82F1-D3A9AECDA01E}"/>
                </a:ext>
              </a:extLst>
            </p:cNvPr>
            <p:cNvSpPr>
              <a:spLocks noChangeShapeType="1"/>
            </p:cNvSpPr>
            <p:nvPr/>
          </p:nvSpPr>
          <p:spPr bwMode="auto">
            <a:xfrm>
              <a:off x="1700" y="2251"/>
              <a:ext cx="705" cy="12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797" name="直接连接符 300159">
              <a:extLst>
                <a:ext uri="{FF2B5EF4-FFF2-40B4-BE49-F238E27FC236}">
                  <a16:creationId xmlns:a16="http://schemas.microsoft.com/office/drawing/2014/main" id="{6FB14129-D787-4912-9F12-0C33E7150F25}"/>
                </a:ext>
              </a:extLst>
            </p:cNvPr>
            <p:cNvSpPr>
              <a:spLocks noChangeShapeType="1"/>
            </p:cNvSpPr>
            <p:nvPr/>
          </p:nvSpPr>
          <p:spPr bwMode="auto">
            <a:xfrm>
              <a:off x="1709" y="2568"/>
              <a:ext cx="696"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nvGrpSpPr>
            <p:cNvPr id="75798" name="组合 300160">
              <a:extLst>
                <a:ext uri="{FF2B5EF4-FFF2-40B4-BE49-F238E27FC236}">
                  <a16:creationId xmlns:a16="http://schemas.microsoft.com/office/drawing/2014/main" id="{63BF1BED-7F7F-4B6D-B902-509AF8F0F6A3}"/>
                </a:ext>
              </a:extLst>
            </p:cNvPr>
            <p:cNvGrpSpPr>
              <a:grpSpLocks/>
            </p:cNvGrpSpPr>
            <p:nvPr/>
          </p:nvGrpSpPr>
          <p:grpSpPr bwMode="auto">
            <a:xfrm>
              <a:off x="1729" y="2348"/>
              <a:ext cx="580" cy="231"/>
              <a:chOff x="1774" y="1687"/>
              <a:chExt cx="645" cy="250"/>
            </a:xfrm>
          </p:grpSpPr>
          <p:sp>
            <p:nvSpPr>
              <p:cNvPr id="75818" name="任意多边形 300161">
                <a:extLst>
                  <a:ext uri="{FF2B5EF4-FFF2-40B4-BE49-F238E27FC236}">
                    <a16:creationId xmlns:a16="http://schemas.microsoft.com/office/drawing/2014/main" id="{3B8DE129-7ECB-478B-90C7-260338D4DB3A}"/>
                  </a:ext>
                </a:extLst>
              </p:cNvPr>
              <p:cNvSpPr>
                <a:spLocks/>
              </p:cNvSpPr>
              <p:nvPr/>
            </p:nvSpPr>
            <p:spPr bwMode="auto">
              <a:xfrm>
                <a:off x="1821"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w 445"/>
                  <a:gd name="T11" fmla="*/ 0 h 187"/>
                  <a:gd name="T12" fmla="*/ 445 w 445"/>
                  <a:gd name="T13" fmla="*/ 187 h 187"/>
                </a:gdLst>
                <a:ahLst/>
                <a:cxnLst>
                  <a:cxn ang="0">
                    <a:pos x="T0" y="T1"/>
                  </a:cxn>
                  <a:cxn ang="0">
                    <a:pos x="T2" y="T3"/>
                  </a:cxn>
                  <a:cxn ang="0">
                    <a:pos x="T4" y="T5"/>
                  </a:cxn>
                  <a:cxn ang="0">
                    <a:pos x="T6" y="T7"/>
                  </a:cxn>
                  <a:cxn ang="0">
                    <a:pos x="T8" y="T9"/>
                  </a:cxn>
                </a:cxnLst>
                <a:rect l="T10" t="T11" r="T12" b="T13"/>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9" name="矩形 300162">
                <a:extLst>
                  <a:ext uri="{FF2B5EF4-FFF2-40B4-BE49-F238E27FC236}">
                    <a16:creationId xmlns:a16="http://schemas.microsoft.com/office/drawing/2014/main" id="{C20A4B94-C245-428A-A8FD-732A4FEB2FDC}"/>
                  </a:ext>
                </a:extLst>
              </p:cNvPr>
              <p:cNvSpPr>
                <a:spLocks noChangeArrowheads="1"/>
              </p:cNvSpPr>
              <p:nvPr/>
            </p:nvSpPr>
            <p:spPr bwMode="auto">
              <a:xfrm rot="540000">
                <a:off x="1774" y="1687"/>
                <a:ext cx="645" cy="2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DATA0</a:t>
                </a:r>
              </a:p>
            </p:txBody>
          </p:sp>
        </p:grpSp>
        <p:sp>
          <p:nvSpPr>
            <p:cNvPr id="75799" name="右箭头 300163">
              <a:extLst>
                <a:ext uri="{FF2B5EF4-FFF2-40B4-BE49-F238E27FC236}">
                  <a16:creationId xmlns:a16="http://schemas.microsoft.com/office/drawing/2014/main" id="{459750B5-0ACE-402D-8ADC-4D92E1FBB82C}"/>
                </a:ext>
              </a:extLst>
            </p:cNvPr>
            <p:cNvSpPr>
              <a:spLocks noChangeArrowheads="1"/>
            </p:cNvSpPr>
            <p:nvPr/>
          </p:nvSpPr>
          <p:spPr bwMode="auto">
            <a:xfrm rot="480000">
              <a:off x="2225" y="2524"/>
              <a:ext cx="184" cy="61"/>
            </a:xfrm>
            <a:prstGeom prst="rightArrow">
              <a:avLst>
                <a:gd name="adj1" fmla="val 50000"/>
                <a:gd name="adj2" fmla="val 125222"/>
              </a:avLst>
            </a:prstGeom>
            <a:solidFill>
              <a:schemeClr val="bg1"/>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00" name="直接连接符 300164">
              <a:extLst>
                <a:ext uri="{FF2B5EF4-FFF2-40B4-BE49-F238E27FC236}">
                  <a16:creationId xmlns:a16="http://schemas.microsoft.com/office/drawing/2014/main" id="{FC42C864-CD1C-4EEA-A3CF-F173BD687A91}"/>
                </a:ext>
              </a:extLst>
            </p:cNvPr>
            <p:cNvSpPr>
              <a:spLocks noChangeShapeType="1"/>
            </p:cNvSpPr>
            <p:nvPr/>
          </p:nvSpPr>
          <p:spPr bwMode="auto">
            <a:xfrm>
              <a:off x="2420" y="2741"/>
              <a:ext cx="144" cy="0"/>
            </a:xfrm>
            <a:prstGeom prst="line">
              <a:avLst/>
            </a:prstGeom>
            <a:noFill/>
            <a:ln w="12700">
              <a:solidFill>
                <a:schemeClr val="tx1"/>
              </a:solidFill>
              <a:round/>
              <a:headEnd type="non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801" name="矩形 300165">
              <a:extLst>
                <a:ext uri="{FF2B5EF4-FFF2-40B4-BE49-F238E27FC236}">
                  <a16:creationId xmlns:a16="http://schemas.microsoft.com/office/drawing/2014/main" id="{D06828A8-8CFF-474C-8A74-E6E1CB75F753}"/>
                </a:ext>
              </a:extLst>
            </p:cNvPr>
            <p:cNvSpPr>
              <a:spLocks noChangeArrowheads="1"/>
            </p:cNvSpPr>
            <p:nvPr/>
          </p:nvSpPr>
          <p:spPr bwMode="auto">
            <a:xfrm>
              <a:off x="2447" y="2734"/>
              <a:ext cx="260" cy="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送</a:t>
              </a:r>
            </a:p>
            <a:p>
              <a:pPr eaLnBrk="0" hangingPunct="0">
                <a:spcBef>
                  <a:spcPct val="0"/>
                </a:spcBef>
                <a:buClr>
                  <a:srgbClr val="000000"/>
                </a:buClr>
              </a:pPr>
              <a:r>
                <a:rPr lang="zh-CN" altLang="en-US">
                  <a:solidFill>
                    <a:schemeClr val="tx1"/>
                  </a:solidFill>
                  <a:ea typeface="黑体" panose="02010609060101010101" pitchFamily="49" charset="-122"/>
                </a:rPr>
                <a:t>主</a:t>
              </a:r>
            </a:p>
            <a:p>
              <a:pPr eaLnBrk="0" hangingPunct="0">
                <a:spcBef>
                  <a:spcPct val="0"/>
                </a:spcBef>
                <a:buClr>
                  <a:srgbClr val="000000"/>
                </a:buClr>
              </a:pPr>
              <a:r>
                <a:rPr lang="zh-CN" altLang="en-US">
                  <a:solidFill>
                    <a:schemeClr val="tx1"/>
                  </a:solidFill>
                  <a:ea typeface="黑体" panose="02010609060101010101" pitchFamily="49" charset="-122"/>
                </a:rPr>
                <a:t>机</a:t>
              </a:r>
            </a:p>
          </p:txBody>
        </p:sp>
        <p:sp>
          <p:nvSpPr>
            <p:cNvPr id="75802" name="直接连接符 300166">
              <a:extLst>
                <a:ext uri="{FF2B5EF4-FFF2-40B4-BE49-F238E27FC236}">
                  <a16:creationId xmlns:a16="http://schemas.microsoft.com/office/drawing/2014/main" id="{5D565498-EED1-487A-82BA-5C3DF73CE2BA}"/>
                </a:ext>
              </a:extLst>
            </p:cNvPr>
            <p:cNvSpPr>
              <a:spLocks noChangeShapeType="1"/>
            </p:cNvSpPr>
            <p:nvPr/>
          </p:nvSpPr>
          <p:spPr bwMode="auto">
            <a:xfrm flipH="1">
              <a:off x="1705" y="2796"/>
              <a:ext cx="700"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03" name="直接连接符 300167">
              <a:extLst>
                <a:ext uri="{FF2B5EF4-FFF2-40B4-BE49-F238E27FC236}">
                  <a16:creationId xmlns:a16="http://schemas.microsoft.com/office/drawing/2014/main" id="{9DCFA349-E23A-4685-99F6-C2EE965C6535}"/>
                </a:ext>
              </a:extLst>
            </p:cNvPr>
            <p:cNvSpPr>
              <a:spLocks noChangeShapeType="1"/>
            </p:cNvSpPr>
            <p:nvPr/>
          </p:nvSpPr>
          <p:spPr bwMode="auto">
            <a:xfrm flipH="1">
              <a:off x="1705" y="2933"/>
              <a:ext cx="705" cy="14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04" name="矩形 300168">
              <a:extLst>
                <a:ext uri="{FF2B5EF4-FFF2-40B4-BE49-F238E27FC236}">
                  <a16:creationId xmlns:a16="http://schemas.microsoft.com/office/drawing/2014/main" id="{A9008F1E-05F8-40FC-8658-77F89AE4D97E}"/>
                </a:ext>
              </a:extLst>
            </p:cNvPr>
            <p:cNvSpPr>
              <a:spLocks noChangeArrowheads="1"/>
            </p:cNvSpPr>
            <p:nvPr/>
          </p:nvSpPr>
          <p:spPr bwMode="auto">
            <a:xfrm rot="-540000">
              <a:off x="1987" y="2790"/>
              <a:ext cx="41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ACK</a:t>
              </a:r>
            </a:p>
          </p:txBody>
        </p:sp>
        <p:sp>
          <p:nvSpPr>
            <p:cNvPr id="75805" name="直接连接符 300169">
              <a:extLst>
                <a:ext uri="{FF2B5EF4-FFF2-40B4-BE49-F238E27FC236}">
                  <a16:creationId xmlns:a16="http://schemas.microsoft.com/office/drawing/2014/main" id="{2D213AC7-04B2-44C7-A0B0-E1A448731411}"/>
                </a:ext>
              </a:extLst>
            </p:cNvPr>
            <p:cNvSpPr>
              <a:spLocks noChangeShapeType="1"/>
            </p:cNvSpPr>
            <p:nvPr/>
          </p:nvSpPr>
          <p:spPr bwMode="auto">
            <a:xfrm flipV="1">
              <a:off x="1784" y="2072"/>
              <a:ext cx="235" cy="50"/>
            </a:xfrm>
            <a:prstGeom prst="line">
              <a:avLst/>
            </a:prstGeom>
            <a:noFill/>
            <a:ln w="12700">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5806" name="直接连接符 300170">
              <a:extLst>
                <a:ext uri="{FF2B5EF4-FFF2-40B4-BE49-F238E27FC236}">
                  <a16:creationId xmlns:a16="http://schemas.microsoft.com/office/drawing/2014/main" id="{DD09F670-C5AE-4C6F-AAF7-BE3736094F09}"/>
                </a:ext>
              </a:extLst>
            </p:cNvPr>
            <p:cNvSpPr>
              <a:spLocks noChangeShapeType="1"/>
            </p:cNvSpPr>
            <p:nvPr/>
          </p:nvSpPr>
          <p:spPr bwMode="auto">
            <a:xfrm flipV="1">
              <a:off x="1798" y="2933"/>
              <a:ext cx="245" cy="48"/>
            </a:xfrm>
            <a:prstGeom prst="line">
              <a:avLst/>
            </a:prstGeom>
            <a:noFill/>
            <a:ln w="12700">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75807" name="矩形 300171">
              <a:extLst>
                <a:ext uri="{FF2B5EF4-FFF2-40B4-BE49-F238E27FC236}">
                  <a16:creationId xmlns:a16="http://schemas.microsoft.com/office/drawing/2014/main" id="{F8686F6B-818B-4732-A1F5-C17A62EDA6FE}"/>
                </a:ext>
              </a:extLst>
            </p:cNvPr>
            <p:cNvSpPr>
              <a:spLocks noChangeArrowheads="1"/>
            </p:cNvSpPr>
            <p:nvPr/>
          </p:nvSpPr>
          <p:spPr bwMode="auto">
            <a:xfrm>
              <a:off x="1529" y="3353"/>
              <a:ext cx="10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a:solidFill>
                    <a:schemeClr val="tx1"/>
                  </a:solidFill>
                  <a:ea typeface="黑体" panose="02010609060101010101" pitchFamily="49" charset="-122"/>
                </a:rPr>
                <a:t>(b) </a:t>
              </a:r>
              <a:r>
                <a:rPr lang="zh-CN" altLang="en-US">
                  <a:solidFill>
                    <a:schemeClr val="tx1"/>
                  </a:solidFill>
                  <a:ea typeface="黑体" panose="02010609060101010101" pitchFamily="49" charset="-122"/>
                </a:rPr>
                <a:t>数据帧出错</a:t>
              </a:r>
            </a:p>
          </p:txBody>
        </p:sp>
        <p:sp>
          <p:nvSpPr>
            <p:cNvPr id="75808" name="矩形 300172">
              <a:extLst>
                <a:ext uri="{FF2B5EF4-FFF2-40B4-BE49-F238E27FC236}">
                  <a16:creationId xmlns:a16="http://schemas.microsoft.com/office/drawing/2014/main" id="{31715C6B-C0EB-4748-8238-E9206E93D359}"/>
                </a:ext>
              </a:extLst>
            </p:cNvPr>
            <p:cNvSpPr>
              <a:spLocks noChangeArrowheads="1"/>
            </p:cNvSpPr>
            <p:nvPr/>
          </p:nvSpPr>
          <p:spPr bwMode="auto">
            <a:xfrm>
              <a:off x="1496" y="2274"/>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重</a:t>
              </a:r>
            </a:p>
            <a:p>
              <a:pPr eaLnBrk="0" hangingPunct="0">
                <a:spcBef>
                  <a:spcPct val="0"/>
                </a:spcBef>
                <a:buClr>
                  <a:srgbClr val="000000"/>
                </a:buClr>
              </a:pPr>
              <a:r>
                <a:rPr lang="zh-CN" altLang="en-US">
                  <a:solidFill>
                    <a:schemeClr val="tx1"/>
                  </a:solidFill>
                  <a:ea typeface="黑体" panose="02010609060101010101" pitchFamily="49" charset="-122"/>
                </a:rPr>
                <a:t>传</a:t>
              </a:r>
            </a:p>
          </p:txBody>
        </p:sp>
        <p:grpSp>
          <p:nvGrpSpPr>
            <p:cNvPr id="75809" name="组合 300173">
              <a:extLst>
                <a:ext uri="{FF2B5EF4-FFF2-40B4-BE49-F238E27FC236}">
                  <a16:creationId xmlns:a16="http://schemas.microsoft.com/office/drawing/2014/main" id="{A0CD7435-50CD-4918-AF02-1F57DF62B86A}"/>
                </a:ext>
              </a:extLst>
            </p:cNvPr>
            <p:cNvGrpSpPr>
              <a:grpSpLocks/>
            </p:cNvGrpSpPr>
            <p:nvPr/>
          </p:nvGrpSpPr>
          <p:grpSpPr bwMode="auto">
            <a:xfrm>
              <a:off x="2362" y="1379"/>
              <a:ext cx="447" cy="593"/>
              <a:chOff x="2496" y="624"/>
              <a:chExt cx="497" cy="645"/>
            </a:xfrm>
          </p:grpSpPr>
          <p:sp>
            <p:nvSpPr>
              <p:cNvPr id="75816" name="爆炸形 2 300174">
                <a:extLst>
                  <a:ext uri="{FF2B5EF4-FFF2-40B4-BE49-F238E27FC236}">
                    <a16:creationId xmlns:a16="http://schemas.microsoft.com/office/drawing/2014/main" id="{D18CB25C-7F88-4993-BCA2-2E2B4A713153}"/>
                  </a:ext>
                </a:extLst>
              </p:cNvPr>
              <p:cNvSpPr>
                <a:spLocks noChangeArrowheads="1"/>
              </p:cNvSpPr>
              <p:nvPr/>
            </p:nvSpPr>
            <p:spPr bwMode="auto">
              <a:xfrm rot="1506054">
                <a:off x="2496" y="624"/>
                <a:ext cx="480" cy="645"/>
              </a:xfrm>
              <a:prstGeom prst="irregularSeal2">
                <a:avLst/>
              </a:prstGeom>
              <a:solidFill>
                <a:srgbClr val="3399FF"/>
              </a:solidFill>
              <a:ln w="12700">
                <a:solidFill>
                  <a:schemeClr val="tx1"/>
                </a:solidFill>
                <a:miter lim="800000"/>
                <a:headEnd type="none" w="sm" len="sm"/>
                <a:tailEnd type="none" w="sm" len="sm"/>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17" name="矩形 300175">
                <a:extLst>
                  <a:ext uri="{FF2B5EF4-FFF2-40B4-BE49-F238E27FC236}">
                    <a16:creationId xmlns:a16="http://schemas.microsoft.com/office/drawing/2014/main" id="{728B2452-9F53-43FF-80B4-F1063FB87D69}"/>
                  </a:ext>
                </a:extLst>
              </p:cNvPr>
              <p:cNvSpPr>
                <a:spLocks noChangeArrowheads="1"/>
              </p:cNvSpPr>
              <p:nvPr/>
            </p:nvSpPr>
            <p:spPr bwMode="auto">
              <a:xfrm>
                <a:off x="2544" y="823"/>
                <a:ext cx="44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a:solidFill>
                      <a:schemeClr val="tx1"/>
                    </a:solidFill>
                    <a:ea typeface="黑体" panose="02010609060101010101" pitchFamily="49" charset="-122"/>
                  </a:rPr>
                  <a:t>出错</a:t>
                </a:r>
              </a:p>
            </p:txBody>
          </p:sp>
        </p:grpSp>
        <p:sp>
          <p:nvSpPr>
            <p:cNvPr id="75810" name="直接连接符 300176">
              <a:extLst>
                <a:ext uri="{FF2B5EF4-FFF2-40B4-BE49-F238E27FC236}">
                  <a16:creationId xmlns:a16="http://schemas.microsoft.com/office/drawing/2014/main" id="{18A6C7DA-4DFC-45F8-B6C2-59EE198DB4DE}"/>
                </a:ext>
              </a:extLst>
            </p:cNvPr>
            <p:cNvSpPr>
              <a:spLocks noChangeShapeType="1"/>
            </p:cNvSpPr>
            <p:nvPr/>
          </p:nvSpPr>
          <p:spPr bwMode="auto">
            <a:xfrm>
              <a:off x="1703" y="1357"/>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11" name="直接连接符 300177">
              <a:extLst>
                <a:ext uri="{FF2B5EF4-FFF2-40B4-BE49-F238E27FC236}">
                  <a16:creationId xmlns:a16="http://schemas.microsoft.com/office/drawing/2014/main" id="{A94B7C24-5DED-4D2B-9F8E-D54687F4AD47}"/>
                </a:ext>
              </a:extLst>
            </p:cNvPr>
            <p:cNvSpPr>
              <a:spLocks noChangeShapeType="1"/>
            </p:cNvSpPr>
            <p:nvPr/>
          </p:nvSpPr>
          <p:spPr bwMode="auto">
            <a:xfrm>
              <a:off x="1526" y="1771"/>
              <a:ext cx="129"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12" name="直接连接符 300178">
              <a:extLst>
                <a:ext uri="{FF2B5EF4-FFF2-40B4-BE49-F238E27FC236}">
                  <a16:creationId xmlns:a16="http://schemas.microsoft.com/office/drawing/2014/main" id="{AE5101D3-61F2-4EA0-91DB-EB924CB4D071}"/>
                </a:ext>
              </a:extLst>
            </p:cNvPr>
            <p:cNvSpPr>
              <a:spLocks noChangeShapeType="1"/>
            </p:cNvSpPr>
            <p:nvPr/>
          </p:nvSpPr>
          <p:spPr bwMode="auto">
            <a:xfrm flipH="1">
              <a:off x="1520" y="2290"/>
              <a:ext cx="14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75813" name="直接连接符 300179">
              <a:extLst>
                <a:ext uri="{FF2B5EF4-FFF2-40B4-BE49-F238E27FC236}">
                  <a16:creationId xmlns:a16="http://schemas.microsoft.com/office/drawing/2014/main" id="{06AA40ED-F894-4E11-BFF2-8091595988C2}"/>
                </a:ext>
              </a:extLst>
            </p:cNvPr>
            <p:cNvSpPr>
              <a:spLocks noChangeShapeType="1"/>
            </p:cNvSpPr>
            <p:nvPr/>
          </p:nvSpPr>
          <p:spPr bwMode="auto">
            <a:xfrm>
              <a:off x="1587" y="1770"/>
              <a:ext cx="0" cy="525"/>
            </a:xfrm>
            <a:prstGeom prst="line">
              <a:avLst/>
            </a:prstGeom>
            <a:noFill/>
            <a:ln w="127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5814" name="矩形 300180">
              <a:extLst>
                <a:ext uri="{FF2B5EF4-FFF2-40B4-BE49-F238E27FC236}">
                  <a16:creationId xmlns:a16="http://schemas.microsoft.com/office/drawing/2014/main" id="{C52C714E-5B07-49D6-B42A-DCC20CF0EC18}"/>
                </a:ext>
              </a:extLst>
            </p:cNvPr>
            <p:cNvSpPr>
              <a:spLocks noChangeArrowheads="1"/>
            </p:cNvSpPr>
            <p:nvPr/>
          </p:nvSpPr>
          <p:spPr bwMode="auto">
            <a:xfrm>
              <a:off x="1467" y="1948"/>
              <a:ext cx="227" cy="1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5815" name="矩形 300181">
              <a:extLst>
                <a:ext uri="{FF2B5EF4-FFF2-40B4-BE49-F238E27FC236}">
                  <a16:creationId xmlns:a16="http://schemas.microsoft.com/office/drawing/2014/main" id="{F5FEBBEC-7D51-42B4-9DB5-59911DC296A4}"/>
                </a:ext>
              </a:extLst>
            </p:cNvPr>
            <p:cNvSpPr>
              <a:spLocks noChangeArrowheads="1"/>
            </p:cNvSpPr>
            <p:nvPr/>
          </p:nvSpPr>
          <p:spPr bwMode="auto">
            <a:xfrm>
              <a:off x="1429" y="1889"/>
              <a:ext cx="2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i="1">
                  <a:solidFill>
                    <a:schemeClr val="tx1"/>
                  </a:solidFill>
                  <a:ea typeface="黑体" panose="02010609060101010101" pitchFamily="49" charset="-122"/>
                </a:rPr>
                <a:t>t</a:t>
              </a:r>
              <a:r>
                <a:rPr lang="en-US" altLang="zh-CN" i="1" baseline="-12000">
                  <a:solidFill>
                    <a:schemeClr val="tx1"/>
                  </a:solidFill>
                  <a:ea typeface="黑体" panose="02010609060101010101" pitchFamily="49" charset="-122"/>
                </a:rPr>
                <a:t>out</a:t>
              </a: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301057">
            <a:extLst>
              <a:ext uri="{FF2B5EF4-FFF2-40B4-BE49-F238E27FC236}">
                <a16:creationId xmlns:a16="http://schemas.microsoft.com/office/drawing/2014/main" id="{0E526E5E-8C1A-489C-9F1F-91B399A9B2C3}"/>
              </a:ext>
            </a:extLst>
          </p:cNvPr>
          <p:cNvSpPr>
            <a:spLocks noGrp="1"/>
          </p:cNvSpPr>
          <p:nvPr>
            <p:ph type="title"/>
          </p:nvPr>
        </p:nvSpPr>
        <p:spPr/>
        <p:txBody>
          <a:bodyPr/>
          <a:lstStyle/>
          <a:p>
            <a:pPr algn="ctr"/>
            <a:r>
              <a:rPr lang="zh-CN" altLang="en-US"/>
              <a:t>计时器的作用</a:t>
            </a:r>
          </a:p>
        </p:txBody>
      </p:sp>
      <p:sp>
        <p:nvSpPr>
          <p:cNvPr id="76803" name="文本占位符 301058">
            <a:extLst>
              <a:ext uri="{FF2B5EF4-FFF2-40B4-BE49-F238E27FC236}">
                <a16:creationId xmlns:a16="http://schemas.microsoft.com/office/drawing/2014/main" id="{2E8858C1-01F8-43F7-99DD-7E170936AFB9}"/>
              </a:ext>
            </a:extLst>
          </p:cNvPr>
          <p:cNvSpPr>
            <a:spLocks noGrp="1"/>
          </p:cNvSpPr>
          <p:nvPr>
            <p:ph type="body" idx="1"/>
          </p:nvPr>
        </p:nvSpPr>
        <p:spPr>
          <a:xfrm>
            <a:off x="827088" y="1412875"/>
            <a:ext cx="7772400" cy="4618038"/>
          </a:xfrm>
        </p:spPr>
        <p:txBody>
          <a:bodyPr/>
          <a:lstStyle/>
          <a:p>
            <a:r>
              <a:rPr lang="zh-CN" altLang="en-US" dirty="0"/>
              <a:t>节点</a:t>
            </a:r>
            <a:r>
              <a:rPr lang="en-US" altLang="zh-CN" dirty="0"/>
              <a:t>A</a:t>
            </a:r>
            <a:r>
              <a:rPr lang="zh-CN" altLang="en-US" dirty="0"/>
              <a:t>发送完一个数据帧时，就启动一个</a:t>
            </a:r>
            <a:r>
              <a:rPr lang="zh-CN" altLang="en-US" dirty="0">
                <a:solidFill>
                  <a:srgbClr val="0000FF"/>
                </a:solidFill>
              </a:rPr>
              <a:t>超时计时器</a:t>
            </a:r>
            <a:r>
              <a:rPr lang="en-US" altLang="zh-CN" dirty="0"/>
              <a:t>(timeout timer)</a:t>
            </a:r>
            <a:r>
              <a:rPr lang="zh-CN" altLang="en-US" dirty="0"/>
              <a:t>。</a:t>
            </a:r>
            <a:endParaRPr lang="en-US" altLang="zh-CN" dirty="0"/>
          </a:p>
          <a:p>
            <a:endParaRPr lang="zh-CN" altLang="en-US" dirty="0"/>
          </a:p>
          <a:p>
            <a:r>
              <a:rPr lang="zh-CN" altLang="en-US" dirty="0"/>
              <a:t>若到了超时计时器所设置的重传时间 </a:t>
            </a:r>
            <a:r>
              <a:rPr lang="en-US" altLang="zh-CN" i="1" dirty="0"/>
              <a:t>t</a:t>
            </a:r>
            <a:r>
              <a:rPr lang="en-US" altLang="zh-CN" i="1" baseline="-25000" dirty="0"/>
              <a:t>out</a:t>
            </a:r>
            <a:r>
              <a:rPr lang="zh-CN" altLang="en-US" dirty="0"/>
              <a:t>而仍收不到节点 </a:t>
            </a:r>
            <a:r>
              <a:rPr lang="en-US" altLang="zh-CN" dirty="0"/>
              <a:t>B </a:t>
            </a:r>
            <a:r>
              <a:rPr lang="zh-CN" altLang="en-US" dirty="0"/>
              <a:t>的任何确认帧，则节点 </a:t>
            </a:r>
            <a:r>
              <a:rPr lang="en-US" altLang="zh-CN" dirty="0"/>
              <a:t>A </a:t>
            </a:r>
            <a:r>
              <a:rPr lang="zh-CN" altLang="en-US" dirty="0"/>
              <a:t>就重传前面所发送的这一数据帧。</a:t>
            </a:r>
            <a:endParaRPr lang="en-US" altLang="zh-CN" dirty="0"/>
          </a:p>
          <a:p>
            <a:endParaRPr lang="zh-CN" altLang="en-US" dirty="0"/>
          </a:p>
          <a:p>
            <a:r>
              <a:rPr lang="zh-CN" altLang="en-US" dirty="0"/>
              <a:t>一般可将重传时间选为略大于“从发完数据帧到收到确认帧所需的平均时间”。    </a:t>
            </a:r>
          </a:p>
        </p:txBody>
      </p:sp>
    </p:spTree>
  </p:cSld>
  <p:clrMapOvr>
    <a:masterClrMapping/>
  </p:clrMapOvr>
  <p:transition spd="slow">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302081">
            <a:extLst>
              <a:ext uri="{FF2B5EF4-FFF2-40B4-BE49-F238E27FC236}">
                <a16:creationId xmlns:a16="http://schemas.microsoft.com/office/drawing/2014/main" id="{CBD783D2-4996-4488-8172-1EB09618A29E}"/>
              </a:ext>
            </a:extLst>
          </p:cNvPr>
          <p:cNvSpPr>
            <a:spLocks noGrp="1"/>
          </p:cNvSpPr>
          <p:nvPr>
            <p:ph type="title"/>
          </p:nvPr>
        </p:nvSpPr>
        <p:spPr/>
        <p:txBody>
          <a:bodyPr/>
          <a:lstStyle/>
          <a:p>
            <a:pPr algn="ctr"/>
            <a:r>
              <a:rPr lang="zh-CN" altLang="en-US"/>
              <a:t>解决重复帧的问题 </a:t>
            </a:r>
          </a:p>
        </p:txBody>
      </p:sp>
      <p:sp>
        <p:nvSpPr>
          <p:cNvPr id="78851" name="文本占位符 302082">
            <a:extLst>
              <a:ext uri="{FF2B5EF4-FFF2-40B4-BE49-F238E27FC236}">
                <a16:creationId xmlns:a16="http://schemas.microsoft.com/office/drawing/2014/main" id="{44587AA2-3186-4F5F-B37A-7727C22CE640}"/>
              </a:ext>
            </a:extLst>
          </p:cNvPr>
          <p:cNvSpPr>
            <a:spLocks noGrp="1"/>
          </p:cNvSpPr>
          <p:nvPr>
            <p:ph type="body" idx="1"/>
          </p:nvPr>
        </p:nvSpPr>
        <p:spPr>
          <a:xfrm>
            <a:off x="395288" y="1484313"/>
            <a:ext cx="6635750" cy="4114800"/>
          </a:xfrm>
        </p:spPr>
        <p:txBody>
          <a:bodyPr/>
          <a:lstStyle/>
          <a:p>
            <a:r>
              <a:rPr lang="zh-CN" altLang="en-US" sz="2400" dirty="0"/>
              <a:t>使每一个数据帧带上不同的发送序号。每发送一个新的数据帧就把它的发送序号加 </a:t>
            </a:r>
            <a:r>
              <a:rPr lang="en-US" altLang="zh-CN" sz="2400" dirty="0"/>
              <a:t>1</a:t>
            </a:r>
            <a:r>
              <a:rPr lang="zh-CN" altLang="en-US" sz="2400" dirty="0"/>
              <a:t>。 </a:t>
            </a:r>
            <a:endParaRPr lang="en-US" altLang="zh-CN" sz="2400" dirty="0"/>
          </a:p>
          <a:p>
            <a:endParaRPr lang="zh-CN" altLang="en-US" sz="2400" dirty="0"/>
          </a:p>
          <a:p>
            <a:r>
              <a:rPr lang="zh-CN" altLang="en-US" sz="2400" dirty="0"/>
              <a:t>若节点 </a:t>
            </a:r>
            <a:r>
              <a:rPr lang="en-US" altLang="zh-CN" sz="2400" dirty="0"/>
              <a:t>B </a:t>
            </a:r>
            <a:r>
              <a:rPr lang="zh-CN" altLang="en-US" sz="2400" dirty="0"/>
              <a:t>收到发送序号相同的数据帧，就表明出现了重复帧。这时应丢弃重复帧，因为已经收到过同样的数据帧并且也交给了主机 </a:t>
            </a:r>
            <a:r>
              <a:rPr lang="en-US" altLang="zh-CN" sz="2400" dirty="0"/>
              <a:t>B</a:t>
            </a:r>
            <a:r>
              <a:rPr lang="zh-CN" altLang="en-US" sz="2400" dirty="0"/>
              <a:t>。</a:t>
            </a:r>
            <a:endParaRPr lang="en-US" altLang="zh-CN" sz="2400" dirty="0"/>
          </a:p>
          <a:p>
            <a:endParaRPr lang="zh-CN" altLang="en-US" sz="2400" dirty="0"/>
          </a:p>
          <a:p>
            <a:r>
              <a:rPr lang="zh-CN" altLang="en-US" sz="2400" dirty="0"/>
              <a:t>但此时节点 </a:t>
            </a:r>
            <a:r>
              <a:rPr lang="en-US" altLang="zh-CN" sz="2400" dirty="0"/>
              <a:t>B </a:t>
            </a:r>
            <a:r>
              <a:rPr lang="zh-CN" altLang="en-US" sz="2400" dirty="0"/>
              <a:t>还必须向 </a:t>
            </a:r>
            <a:r>
              <a:rPr lang="en-US" altLang="zh-CN" sz="2400" dirty="0"/>
              <a:t>A </a:t>
            </a:r>
            <a:r>
              <a:rPr lang="zh-CN" altLang="en-US" sz="2400" dirty="0"/>
              <a:t>发送确认帧 </a:t>
            </a:r>
            <a:r>
              <a:rPr lang="en-US" altLang="zh-CN" sz="2400" dirty="0"/>
              <a:t>ACK</a:t>
            </a:r>
            <a:r>
              <a:rPr lang="zh-CN" altLang="en-US" sz="2400" dirty="0"/>
              <a:t>，因为 </a:t>
            </a:r>
            <a:r>
              <a:rPr lang="en-US" altLang="zh-CN" sz="2400" dirty="0"/>
              <a:t>B </a:t>
            </a:r>
            <a:r>
              <a:rPr lang="zh-CN" altLang="en-US" sz="2400" dirty="0"/>
              <a:t>已经知道 </a:t>
            </a:r>
            <a:r>
              <a:rPr lang="en-US" altLang="zh-CN" sz="2400" dirty="0"/>
              <a:t>A </a:t>
            </a:r>
            <a:r>
              <a:rPr lang="zh-CN" altLang="en-US" sz="2400" dirty="0"/>
              <a:t>还没有收到上一次发过去的确认帧 </a:t>
            </a:r>
            <a:r>
              <a:rPr lang="en-US" altLang="zh-CN" sz="2400" dirty="0"/>
              <a:t>ACK</a:t>
            </a:r>
            <a:r>
              <a:rPr lang="zh-CN" altLang="en-US" sz="2400" dirty="0"/>
              <a:t>。    </a:t>
            </a:r>
          </a:p>
        </p:txBody>
      </p:sp>
      <p:grpSp>
        <p:nvGrpSpPr>
          <p:cNvPr id="78852" name="Group 6">
            <a:extLst>
              <a:ext uri="{FF2B5EF4-FFF2-40B4-BE49-F238E27FC236}">
                <a16:creationId xmlns:a16="http://schemas.microsoft.com/office/drawing/2014/main" id="{D54002EA-89D7-44F4-B340-F35797D49450}"/>
              </a:ext>
            </a:extLst>
          </p:cNvPr>
          <p:cNvGrpSpPr>
            <a:grpSpLocks/>
          </p:cNvGrpSpPr>
          <p:nvPr/>
        </p:nvGrpSpPr>
        <p:grpSpPr bwMode="auto">
          <a:xfrm>
            <a:off x="6948488" y="1744663"/>
            <a:ext cx="2017712" cy="3844925"/>
            <a:chOff x="4490" y="1299"/>
            <a:chExt cx="1271" cy="2422"/>
          </a:xfrm>
        </p:grpSpPr>
        <p:sp>
          <p:nvSpPr>
            <p:cNvPr id="78853" name="Freeform 7">
              <a:extLst>
                <a:ext uri="{FF2B5EF4-FFF2-40B4-BE49-F238E27FC236}">
                  <a16:creationId xmlns:a16="http://schemas.microsoft.com/office/drawing/2014/main" id="{54431779-DA0D-4F3D-8B4C-F441C6CC6BB0}"/>
                </a:ext>
              </a:extLst>
            </p:cNvPr>
            <p:cNvSpPr>
              <a:spLocks/>
            </p:cNvSpPr>
            <p:nvPr/>
          </p:nvSpPr>
          <p:spPr bwMode="auto">
            <a:xfrm>
              <a:off x="4756" y="2420"/>
              <a:ext cx="702" cy="439"/>
            </a:xfrm>
            <a:custGeom>
              <a:avLst/>
              <a:gdLst>
                <a:gd name="T0" fmla="*/ 0 w 769"/>
                <a:gd name="T1" fmla="*/ 0 h 466"/>
                <a:gd name="T2" fmla="*/ 701 w 769"/>
                <a:gd name="T3" fmla="*/ 137 h 466"/>
                <a:gd name="T4" fmla="*/ 701 w 769"/>
                <a:gd name="T5" fmla="*/ 438 h 466"/>
                <a:gd name="T6" fmla="*/ 0 w 769"/>
                <a:gd name="T7" fmla="*/ 301 h 466"/>
                <a:gd name="T8" fmla="*/ 0 w 769"/>
                <a:gd name="T9" fmla="*/ 0 h 466"/>
                <a:gd name="T10" fmla="*/ 0 60000 65536"/>
                <a:gd name="T11" fmla="*/ 0 60000 65536"/>
                <a:gd name="T12" fmla="*/ 0 60000 65536"/>
                <a:gd name="T13" fmla="*/ 0 60000 65536"/>
                <a:gd name="T14" fmla="*/ 0 60000 65536"/>
                <a:gd name="T15" fmla="*/ 0 w 769"/>
                <a:gd name="T16" fmla="*/ 0 h 466"/>
                <a:gd name="T17" fmla="*/ 769 w 769"/>
                <a:gd name="T18" fmla="*/ 466 h 466"/>
              </a:gdLst>
              <a:ahLst/>
              <a:cxnLst>
                <a:cxn ang="T10">
                  <a:pos x="T0" y="T1"/>
                </a:cxn>
                <a:cxn ang="T11">
                  <a:pos x="T2" y="T3"/>
                </a:cxn>
                <a:cxn ang="T12">
                  <a:pos x="T4" y="T5"/>
                </a:cxn>
                <a:cxn ang="T13">
                  <a:pos x="T6" y="T7"/>
                </a:cxn>
                <a:cxn ang="T14">
                  <a:pos x="T8" y="T9"/>
                </a:cxn>
              </a:cxnLst>
              <a:rect l="T15" t="T16" r="T17" b="T18"/>
              <a:pathLst>
                <a:path w="769" h="466">
                  <a:moveTo>
                    <a:pt x="0" y="0"/>
                  </a:moveTo>
                  <a:lnTo>
                    <a:pt x="768" y="145"/>
                  </a:lnTo>
                  <a:lnTo>
                    <a:pt x="768" y="465"/>
                  </a:lnTo>
                  <a:lnTo>
                    <a:pt x="0" y="32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854" name="Line 8">
              <a:extLst>
                <a:ext uri="{FF2B5EF4-FFF2-40B4-BE49-F238E27FC236}">
                  <a16:creationId xmlns:a16="http://schemas.microsoft.com/office/drawing/2014/main" id="{C857F933-EBFD-4075-B334-E3D3D2BFE356}"/>
                </a:ext>
              </a:extLst>
            </p:cNvPr>
            <p:cNvSpPr>
              <a:spLocks noChangeShapeType="1"/>
            </p:cNvSpPr>
            <p:nvPr/>
          </p:nvSpPr>
          <p:spPr bwMode="auto">
            <a:xfrm>
              <a:off x="5458" y="1488"/>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5" name="Rectangle 9">
              <a:extLst>
                <a:ext uri="{FF2B5EF4-FFF2-40B4-BE49-F238E27FC236}">
                  <a16:creationId xmlns:a16="http://schemas.microsoft.com/office/drawing/2014/main" id="{28E6CD5A-B549-4DAF-A058-78262CFB71EF}"/>
                </a:ext>
              </a:extLst>
            </p:cNvPr>
            <p:cNvSpPr>
              <a:spLocks noChangeArrowheads="1"/>
            </p:cNvSpPr>
            <p:nvPr/>
          </p:nvSpPr>
          <p:spPr bwMode="auto">
            <a:xfrm>
              <a:off x="4645" y="1299"/>
              <a:ext cx="21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en-US" altLang="zh-CN">
                  <a:solidFill>
                    <a:srgbClr val="333399"/>
                  </a:solidFill>
                  <a:ea typeface="黑体" panose="02010609060101010101" pitchFamily="49" charset="-122"/>
                </a:rPr>
                <a:t>A</a:t>
              </a:r>
            </a:p>
          </p:txBody>
        </p:sp>
        <p:sp>
          <p:nvSpPr>
            <p:cNvPr id="78856" name="Rectangle 10">
              <a:extLst>
                <a:ext uri="{FF2B5EF4-FFF2-40B4-BE49-F238E27FC236}">
                  <a16:creationId xmlns:a16="http://schemas.microsoft.com/office/drawing/2014/main" id="{4FA8CC7C-A41F-4AA0-8290-A5D56A52CED8}"/>
                </a:ext>
              </a:extLst>
            </p:cNvPr>
            <p:cNvSpPr>
              <a:spLocks noChangeArrowheads="1"/>
            </p:cNvSpPr>
            <p:nvPr/>
          </p:nvSpPr>
          <p:spPr bwMode="auto">
            <a:xfrm>
              <a:off x="5358" y="129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en-US" altLang="zh-CN">
                  <a:solidFill>
                    <a:srgbClr val="333399"/>
                  </a:solidFill>
                  <a:ea typeface="黑体" panose="02010609060101010101" pitchFamily="49" charset="-122"/>
                </a:rPr>
                <a:t>B</a:t>
              </a:r>
            </a:p>
          </p:txBody>
        </p:sp>
        <p:sp>
          <p:nvSpPr>
            <p:cNvPr id="78857" name="Line 11">
              <a:extLst>
                <a:ext uri="{FF2B5EF4-FFF2-40B4-BE49-F238E27FC236}">
                  <a16:creationId xmlns:a16="http://schemas.microsoft.com/office/drawing/2014/main" id="{61E38D11-A186-49DD-9BEE-69CFBEA9B3EA}"/>
                </a:ext>
              </a:extLst>
            </p:cNvPr>
            <p:cNvSpPr>
              <a:spLocks noChangeShapeType="1"/>
            </p:cNvSpPr>
            <p:nvPr/>
          </p:nvSpPr>
          <p:spPr bwMode="auto">
            <a:xfrm>
              <a:off x="4751" y="1571"/>
              <a:ext cx="704"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8" name="Freeform 12">
              <a:extLst>
                <a:ext uri="{FF2B5EF4-FFF2-40B4-BE49-F238E27FC236}">
                  <a16:creationId xmlns:a16="http://schemas.microsoft.com/office/drawing/2014/main" id="{F41926CC-5CAD-4FEF-BDF0-82FBA785E46D}"/>
                </a:ext>
              </a:extLst>
            </p:cNvPr>
            <p:cNvSpPr>
              <a:spLocks/>
            </p:cNvSpPr>
            <p:nvPr/>
          </p:nvSpPr>
          <p:spPr bwMode="auto">
            <a:xfrm>
              <a:off x="4759" y="1579"/>
              <a:ext cx="692" cy="439"/>
            </a:xfrm>
            <a:custGeom>
              <a:avLst/>
              <a:gdLst>
                <a:gd name="T0" fmla="*/ 0 w 769"/>
                <a:gd name="T1" fmla="*/ 0 h 466"/>
                <a:gd name="T2" fmla="*/ 691 w 769"/>
                <a:gd name="T3" fmla="*/ 137 h 466"/>
                <a:gd name="T4" fmla="*/ 691 w 769"/>
                <a:gd name="T5" fmla="*/ 438 h 466"/>
                <a:gd name="T6" fmla="*/ 0 w 769"/>
                <a:gd name="T7" fmla="*/ 301 h 466"/>
                <a:gd name="T8" fmla="*/ 0 w 769"/>
                <a:gd name="T9" fmla="*/ 0 h 466"/>
                <a:gd name="T10" fmla="*/ 0 60000 65536"/>
                <a:gd name="T11" fmla="*/ 0 60000 65536"/>
                <a:gd name="T12" fmla="*/ 0 60000 65536"/>
                <a:gd name="T13" fmla="*/ 0 60000 65536"/>
                <a:gd name="T14" fmla="*/ 0 60000 65536"/>
                <a:gd name="T15" fmla="*/ 0 w 769"/>
                <a:gd name="T16" fmla="*/ 0 h 466"/>
                <a:gd name="T17" fmla="*/ 769 w 769"/>
                <a:gd name="T18" fmla="*/ 466 h 466"/>
              </a:gdLst>
              <a:ahLst/>
              <a:cxnLst>
                <a:cxn ang="T10">
                  <a:pos x="T0" y="T1"/>
                </a:cxn>
                <a:cxn ang="T11">
                  <a:pos x="T2" y="T3"/>
                </a:cxn>
                <a:cxn ang="T12">
                  <a:pos x="T4" y="T5"/>
                </a:cxn>
                <a:cxn ang="T13">
                  <a:pos x="T6" y="T7"/>
                </a:cxn>
                <a:cxn ang="T14">
                  <a:pos x="T8" y="T9"/>
                </a:cxn>
              </a:cxnLst>
              <a:rect l="T15" t="T16" r="T17" b="T18"/>
              <a:pathLst>
                <a:path w="769" h="466">
                  <a:moveTo>
                    <a:pt x="0" y="0"/>
                  </a:moveTo>
                  <a:lnTo>
                    <a:pt x="768" y="145"/>
                  </a:lnTo>
                  <a:lnTo>
                    <a:pt x="768" y="465"/>
                  </a:lnTo>
                  <a:lnTo>
                    <a:pt x="0" y="32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78859" name="Group 13">
              <a:extLst>
                <a:ext uri="{FF2B5EF4-FFF2-40B4-BE49-F238E27FC236}">
                  <a16:creationId xmlns:a16="http://schemas.microsoft.com/office/drawing/2014/main" id="{72A0CD67-0801-45BC-B35A-6270A72087B2}"/>
                </a:ext>
              </a:extLst>
            </p:cNvPr>
            <p:cNvGrpSpPr>
              <a:grpSpLocks/>
            </p:cNvGrpSpPr>
            <p:nvPr/>
          </p:nvGrpSpPr>
          <p:grpSpPr bwMode="auto">
            <a:xfrm>
              <a:off x="4781" y="1678"/>
              <a:ext cx="581" cy="231"/>
              <a:chOff x="4659" y="774"/>
              <a:chExt cx="645" cy="249"/>
            </a:xfrm>
          </p:grpSpPr>
          <p:sp>
            <p:nvSpPr>
              <p:cNvPr id="78892" name="Freeform 14">
                <a:extLst>
                  <a:ext uri="{FF2B5EF4-FFF2-40B4-BE49-F238E27FC236}">
                    <a16:creationId xmlns:a16="http://schemas.microsoft.com/office/drawing/2014/main" id="{27F5BC25-9A7E-4F7D-B023-D3025358BFE3}"/>
                  </a:ext>
                </a:extLst>
              </p:cNvPr>
              <p:cNvSpPr>
                <a:spLocks/>
              </p:cNvSpPr>
              <p:nvPr/>
            </p:nvSpPr>
            <p:spPr bwMode="auto">
              <a:xfrm>
                <a:off x="4704" y="774"/>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60000 65536"/>
                  <a:gd name="T11" fmla="*/ 0 60000 65536"/>
                  <a:gd name="T12" fmla="*/ 0 60000 65536"/>
                  <a:gd name="T13" fmla="*/ 0 60000 65536"/>
                  <a:gd name="T14" fmla="*/ 0 60000 65536"/>
                  <a:gd name="T15" fmla="*/ 0 w 445"/>
                  <a:gd name="T16" fmla="*/ 0 h 187"/>
                  <a:gd name="T17" fmla="*/ 445 w 445"/>
                  <a:gd name="T18" fmla="*/ 187 h 187"/>
                </a:gdLst>
                <a:ahLst/>
                <a:cxnLst>
                  <a:cxn ang="T10">
                    <a:pos x="T0" y="T1"/>
                  </a:cxn>
                  <a:cxn ang="T11">
                    <a:pos x="T2" y="T3"/>
                  </a:cxn>
                  <a:cxn ang="T12">
                    <a:pos x="T4" y="T5"/>
                  </a:cxn>
                  <a:cxn ang="T13">
                    <a:pos x="T6" y="T7"/>
                  </a:cxn>
                  <a:cxn ang="T14">
                    <a:pos x="T8" y="T9"/>
                  </a:cxn>
                </a:cxnLst>
                <a:rect l="T15" t="T16" r="T17" b="T18"/>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893" name="Rectangle 15">
                <a:extLst>
                  <a:ext uri="{FF2B5EF4-FFF2-40B4-BE49-F238E27FC236}">
                    <a16:creationId xmlns:a16="http://schemas.microsoft.com/office/drawing/2014/main" id="{497701F7-B301-4905-B427-152504B13C33}"/>
                  </a:ext>
                </a:extLst>
              </p:cNvPr>
              <p:cNvSpPr>
                <a:spLocks noChangeArrowheads="1"/>
              </p:cNvSpPr>
              <p:nvPr/>
            </p:nvSpPr>
            <p:spPr bwMode="auto">
              <a:xfrm rot="540000">
                <a:off x="4659" y="774"/>
                <a:ext cx="645" cy="249"/>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en-US" altLang="zh-CN">
                    <a:solidFill>
                      <a:srgbClr val="333399"/>
                    </a:solidFill>
                    <a:ea typeface="黑体" panose="02010609060101010101" pitchFamily="49" charset="-122"/>
                  </a:rPr>
                  <a:t>DATA0</a:t>
                </a:r>
              </a:p>
            </p:txBody>
          </p:sp>
        </p:grpSp>
        <p:sp>
          <p:nvSpPr>
            <p:cNvPr id="78860" name="AutoShape 16">
              <a:extLst>
                <a:ext uri="{FF2B5EF4-FFF2-40B4-BE49-F238E27FC236}">
                  <a16:creationId xmlns:a16="http://schemas.microsoft.com/office/drawing/2014/main" id="{4465D7AA-0E25-47E0-97F4-C43292DF61AD}"/>
                </a:ext>
              </a:extLst>
            </p:cNvPr>
            <p:cNvSpPr>
              <a:spLocks noChangeArrowheads="1"/>
            </p:cNvSpPr>
            <p:nvPr/>
          </p:nvSpPr>
          <p:spPr bwMode="auto">
            <a:xfrm rot="480000">
              <a:off x="5307" y="1832"/>
              <a:ext cx="184" cy="61"/>
            </a:xfrm>
            <a:prstGeom prst="rightArrow">
              <a:avLst>
                <a:gd name="adj1" fmla="val 50000"/>
                <a:gd name="adj2" fmla="val 125222"/>
              </a:avLst>
            </a:prstGeom>
            <a:solidFill>
              <a:schemeClr val="bg1"/>
            </a:solidFill>
            <a:ln w="12700">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8861" name="Line 17">
              <a:extLst>
                <a:ext uri="{FF2B5EF4-FFF2-40B4-BE49-F238E27FC236}">
                  <a16:creationId xmlns:a16="http://schemas.microsoft.com/office/drawing/2014/main" id="{095EECE7-E42F-42DF-AB6E-41C929589849}"/>
                </a:ext>
              </a:extLst>
            </p:cNvPr>
            <p:cNvSpPr>
              <a:spLocks noChangeShapeType="1"/>
            </p:cNvSpPr>
            <p:nvPr/>
          </p:nvSpPr>
          <p:spPr bwMode="auto">
            <a:xfrm>
              <a:off x="5455" y="2020"/>
              <a:ext cx="143" cy="0"/>
            </a:xfrm>
            <a:prstGeom prst="line">
              <a:avLst/>
            </a:prstGeom>
            <a:noFill/>
            <a:ln w="12700">
              <a:solidFill>
                <a:schemeClr val="tx1"/>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2" name="Rectangle 18">
              <a:extLst>
                <a:ext uri="{FF2B5EF4-FFF2-40B4-BE49-F238E27FC236}">
                  <a16:creationId xmlns:a16="http://schemas.microsoft.com/office/drawing/2014/main" id="{4DB1C744-D685-4F46-9489-A41A1CA480E4}"/>
                </a:ext>
              </a:extLst>
            </p:cNvPr>
            <p:cNvSpPr>
              <a:spLocks noChangeArrowheads="1"/>
            </p:cNvSpPr>
            <p:nvPr/>
          </p:nvSpPr>
          <p:spPr bwMode="auto">
            <a:xfrm>
              <a:off x="5501" y="2001"/>
              <a:ext cx="2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zh-CN" altLang="en-US">
                  <a:solidFill>
                    <a:srgbClr val="333399"/>
                  </a:solidFill>
                  <a:ea typeface="黑体" panose="02010609060101010101" pitchFamily="49" charset="-122"/>
                </a:rPr>
                <a:t>送</a:t>
              </a:r>
            </a:p>
            <a:p>
              <a:pPr eaLnBrk="0" hangingPunct="0"/>
              <a:r>
                <a:rPr kumimoji="1" lang="zh-CN" altLang="en-US">
                  <a:solidFill>
                    <a:srgbClr val="333399"/>
                  </a:solidFill>
                  <a:ea typeface="黑体" panose="02010609060101010101" pitchFamily="49" charset="-122"/>
                </a:rPr>
                <a:t>主</a:t>
              </a:r>
            </a:p>
            <a:p>
              <a:pPr eaLnBrk="0" hangingPunct="0"/>
              <a:r>
                <a:rPr kumimoji="1" lang="zh-CN" altLang="en-US">
                  <a:solidFill>
                    <a:srgbClr val="333399"/>
                  </a:solidFill>
                  <a:ea typeface="黑体" panose="02010609060101010101" pitchFamily="49" charset="-122"/>
                </a:rPr>
                <a:t>机</a:t>
              </a:r>
            </a:p>
          </p:txBody>
        </p:sp>
        <p:sp>
          <p:nvSpPr>
            <p:cNvPr id="78863" name="Line 19">
              <a:extLst>
                <a:ext uri="{FF2B5EF4-FFF2-40B4-BE49-F238E27FC236}">
                  <a16:creationId xmlns:a16="http://schemas.microsoft.com/office/drawing/2014/main" id="{33190745-FE68-4194-A361-6DF6E79C1739}"/>
                </a:ext>
              </a:extLst>
            </p:cNvPr>
            <p:cNvSpPr>
              <a:spLocks noChangeShapeType="1"/>
            </p:cNvSpPr>
            <p:nvPr/>
          </p:nvSpPr>
          <p:spPr bwMode="auto">
            <a:xfrm flipH="1">
              <a:off x="5082" y="2092"/>
              <a:ext cx="373" cy="6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4" name="Line 20">
              <a:extLst>
                <a:ext uri="{FF2B5EF4-FFF2-40B4-BE49-F238E27FC236}">
                  <a16:creationId xmlns:a16="http://schemas.microsoft.com/office/drawing/2014/main" id="{A25D8114-4909-4668-BEB8-149DF7E14508}"/>
                </a:ext>
              </a:extLst>
            </p:cNvPr>
            <p:cNvSpPr>
              <a:spLocks noChangeShapeType="1"/>
            </p:cNvSpPr>
            <p:nvPr/>
          </p:nvSpPr>
          <p:spPr bwMode="auto">
            <a:xfrm flipH="1">
              <a:off x="5077" y="2230"/>
              <a:ext cx="383" cy="7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5" name="Rectangle 21">
              <a:extLst>
                <a:ext uri="{FF2B5EF4-FFF2-40B4-BE49-F238E27FC236}">
                  <a16:creationId xmlns:a16="http://schemas.microsoft.com/office/drawing/2014/main" id="{9FD445B7-884A-4942-8289-58A2D82CAD49}"/>
                </a:ext>
              </a:extLst>
            </p:cNvPr>
            <p:cNvSpPr>
              <a:spLocks noChangeArrowheads="1"/>
            </p:cNvSpPr>
            <p:nvPr/>
          </p:nvSpPr>
          <p:spPr bwMode="auto">
            <a:xfrm rot="-540000">
              <a:off x="5128" y="2065"/>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en-US" altLang="zh-CN">
                  <a:solidFill>
                    <a:srgbClr val="333399"/>
                  </a:solidFill>
                  <a:ea typeface="黑体" panose="02010609060101010101" pitchFamily="49" charset="-122"/>
                </a:rPr>
                <a:t>ACK</a:t>
              </a:r>
            </a:p>
          </p:txBody>
        </p:sp>
        <p:sp>
          <p:nvSpPr>
            <p:cNvPr id="78866" name="Line 22">
              <a:extLst>
                <a:ext uri="{FF2B5EF4-FFF2-40B4-BE49-F238E27FC236}">
                  <a16:creationId xmlns:a16="http://schemas.microsoft.com/office/drawing/2014/main" id="{CE5CA99E-C5D9-458E-899F-8FF782B9B629}"/>
                </a:ext>
              </a:extLst>
            </p:cNvPr>
            <p:cNvSpPr>
              <a:spLocks noChangeShapeType="1"/>
            </p:cNvSpPr>
            <p:nvPr/>
          </p:nvSpPr>
          <p:spPr bwMode="auto">
            <a:xfrm>
              <a:off x="4756" y="2740"/>
              <a:ext cx="696" cy="12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8867" name="Group 23">
              <a:extLst>
                <a:ext uri="{FF2B5EF4-FFF2-40B4-BE49-F238E27FC236}">
                  <a16:creationId xmlns:a16="http://schemas.microsoft.com/office/drawing/2014/main" id="{C7082D45-6880-42B5-9DF4-5826754C805F}"/>
                </a:ext>
              </a:extLst>
            </p:cNvPr>
            <p:cNvGrpSpPr>
              <a:grpSpLocks/>
            </p:cNvGrpSpPr>
            <p:nvPr/>
          </p:nvGrpSpPr>
          <p:grpSpPr bwMode="auto">
            <a:xfrm>
              <a:off x="4777" y="2519"/>
              <a:ext cx="580" cy="232"/>
              <a:chOff x="4655" y="1687"/>
              <a:chExt cx="644" cy="253"/>
            </a:xfrm>
          </p:grpSpPr>
          <p:sp>
            <p:nvSpPr>
              <p:cNvPr id="78890" name="Freeform 24">
                <a:extLst>
                  <a:ext uri="{FF2B5EF4-FFF2-40B4-BE49-F238E27FC236}">
                    <a16:creationId xmlns:a16="http://schemas.microsoft.com/office/drawing/2014/main" id="{C00DA83C-F2C7-4C90-9060-7276F97CB6A8}"/>
                  </a:ext>
                </a:extLst>
              </p:cNvPr>
              <p:cNvSpPr>
                <a:spLocks/>
              </p:cNvSpPr>
              <p:nvPr/>
            </p:nvSpPr>
            <p:spPr bwMode="auto">
              <a:xfrm>
                <a:off x="4701" y="1689"/>
                <a:ext cx="445" cy="187"/>
              </a:xfrm>
              <a:custGeom>
                <a:avLst/>
                <a:gdLst>
                  <a:gd name="T0" fmla="*/ 6 w 445"/>
                  <a:gd name="T1" fmla="*/ 0 h 187"/>
                  <a:gd name="T2" fmla="*/ 444 w 445"/>
                  <a:gd name="T3" fmla="*/ 60 h 187"/>
                  <a:gd name="T4" fmla="*/ 444 w 445"/>
                  <a:gd name="T5" fmla="*/ 186 h 187"/>
                  <a:gd name="T6" fmla="*/ 0 w 445"/>
                  <a:gd name="T7" fmla="*/ 120 h 187"/>
                  <a:gd name="T8" fmla="*/ 6 w 445"/>
                  <a:gd name="T9" fmla="*/ 0 h 187"/>
                  <a:gd name="T10" fmla="*/ 0 60000 65536"/>
                  <a:gd name="T11" fmla="*/ 0 60000 65536"/>
                  <a:gd name="T12" fmla="*/ 0 60000 65536"/>
                  <a:gd name="T13" fmla="*/ 0 60000 65536"/>
                  <a:gd name="T14" fmla="*/ 0 60000 65536"/>
                  <a:gd name="T15" fmla="*/ 0 w 445"/>
                  <a:gd name="T16" fmla="*/ 0 h 187"/>
                  <a:gd name="T17" fmla="*/ 445 w 445"/>
                  <a:gd name="T18" fmla="*/ 187 h 187"/>
                </a:gdLst>
                <a:ahLst/>
                <a:cxnLst>
                  <a:cxn ang="T10">
                    <a:pos x="T0" y="T1"/>
                  </a:cxn>
                  <a:cxn ang="T11">
                    <a:pos x="T2" y="T3"/>
                  </a:cxn>
                  <a:cxn ang="T12">
                    <a:pos x="T4" y="T5"/>
                  </a:cxn>
                  <a:cxn ang="T13">
                    <a:pos x="T6" y="T7"/>
                  </a:cxn>
                  <a:cxn ang="T14">
                    <a:pos x="T8" y="T9"/>
                  </a:cxn>
                </a:cxnLst>
                <a:rect l="T15" t="T16" r="T17" b="T18"/>
                <a:pathLst>
                  <a:path w="445" h="187">
                    <a:moveTo>
                      <a:pt x="6" y="0"/>
                    </a:moveTo>
                    <a:lnTo>
                      <a:pt x="444" y="60"/>
                    </a:lnTo>
                    <a:lnTo>
                      <a:pt x="444" y="186"/>
                    </a:lnTo>
                    <a:lnTo>
                      <a:pt x="0" y="120"/>
                    </a:lnTo>
                    <a:lnTo>
                      <a:pt x="6"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891" name="Rectangle 25">
                <a:extLst>
                  <a:ext uri="{FF2B5EF4-FFF2-40B4-BE49-F238E27FC236}">
                    <a16:creationId xmlns:a16="http://schemas.microsoft.com/office/drawing/2014/main" id="{559F33EF-8FEB-4587-8C70-1B481C269215}"/>
                  </a:ext>
                </a:extLst>
              </p:cNvPr>
              <p:cNvSpPr>
                <a:spLocks noChangeArrowheads="1"/>
              </p:cNvSpPr>
              <p:nvPr/>
            </p:nvSpPr>
            <p:spPr bwMode="auto">
              <a:xfrm rot="540000">
                <a:off x="4655" y="1687"/>
                <a:ext cx="644" cy="25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en-US" altLang="zh-CN">
                    <a:solidFill>
                      <a:srgbClr val="333399"/>
                    </a:solidFill>
                    <a:ea typeface="黑体" panose="02010609060101010101" pitchFamily="49" charset="-122"/>
                  </a:rPr>
                  <a:t>DATA0</a:t>
                </a:r>
              </a:p>
            </p:txBody>
          </p:sp>
        </p:grpSp>
        <p:sp>
          <p:nvSpPr>
            <p:cNvPr id="78868" name="AutoShape 26">
              <a:extLst>
                <a:ext uri="{FF2B5EF4-FFF2-40B4-BE49-F238E27FC236}">
                  <a16:creationId xmlns:a16="http://schemas.microsoft.com/office/drawing/2014/main" id="{30D230AD-9655-48EB-A393-6EE9F81501FF}"/>
                </a:ext>
              </a:extLst>
            </p:cNvPr>
            <p:cNvSpPr>
              <a:spLocks noChangeArrowheads="1"/>
            </p:cNvSpPr>
            <p:nvPr/>
          </p:nvSpPr>
          <p:spPr bwMode="auto">
            <a:xfrm rot="480000">
              <a:off x="5308" y="2697"/>
              <a:ext cx="183" cy="61"/>
            </a:xfrm>
            <a:prstGeom prst="rightArrow">
              <a:avLst>
                <a:gd name="adj1" fmla="val 50000"/>
                <a:gd name="adj2" fmla="val 124542"/>
              </a:avLst>
            </a:prstGeom>
            <a:solidFill>
              <a:schemeClr val="bg1"/>
            </a:solidFill>
            <a:ln w="12700">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8869" name="Rectangle 27">
              <a:extLst>
                <a:ext uri="{FF2B5EF4-FFF2-40B4-BE49-F238E27FC236}">
                  <a16:creationId xmlns:a16="http://schemas.microsoft.com/office/drawing/2014/main" id="{3A0817B4-A8AB-4092-99B9-ECD192BA1003}"/>
                </a:ext>
              </a:extLst>
            </p:cNvPr>
            <p:cNvSpPr>
              <a:spLocks noChangeArrowheads="1"/>
            </p:cNvSpPr>
            <p:nvPr/>
          </p:nvSpPr>
          <p:spPr bwMode="auto">
            <a:xfrm>
              <a:off x="5487" y="2749"/>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zh-CN" altLang="en-US">
                  <a:solidFill>
                    <a:srgbClr val="333399"/>
                  </a:solidFill>
                  <a:ea typeface="黑体" panose="02010609060101010101" pitchFamily="49" charset="-122"/>
                </a:rPr>
                <a:t>丢</a:t>
              </a:r>
            </a:p>
            <a:p>
              <a:pPr eaLnBrk="0" hangingPunct="0"/>
              <a:r>
                <a:rPr kumimoji="1" lang="zh-CN" altLang="en-US">
                  <a:solidFill>
                    <a:srgbClr val="333399"/>
                  </a:solidFill>
                  <a:ea typeface="黑体" panose="02010609060101010101" pitchFamily="49" charset="-122"/>
                </a:rPr>
                <a:t>弃</a:t>
              </a:r>
            </a:p>
          </p:txBody>
        </p:sp>
        <p:sp>
          <p:nvSpPr>
            <p:cNvPr id="78870" name="Line 28">
              <a:extLst>
                <a:ext uri="{FF2B5EF4-FFF2-40B4-BE49-F238E27FC236}">
                  <a16:creationId xmlns:a16="http://schemas.microsoft.com/office/drawing/2014/main" id="{2BEBBB3D-988F-416E-9E6C-7AD5133FCE9E}"/>
                </a:ext>
              </a:extLst>
            </p:cNvPr>
            <p:cNvSpPr>
              <a:spLocks noChangeShapeType="1"/>
            </p:cNvSpPr>
            <p:nvPr/>
          </p:nvSpPr>
          <p:spPr bwMode="auto">
            <a:xfrm flipH="1">
              <a:off x="4754" y="2933"/>
              <a:ext cx="698" cy="13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1" name="Line 29">
              <a:extLst>
                <a:ext uri="{FF2B5EF4-FFF2-40B4-BE49-F238E27FC236}">
                  <a16:creationId xmlns:a16="http://schemas.microsoft.com/office/drawing/2014/main" id="{EB41BFBE-C645-4801-9214-AE38E72447D7}"/>
                </a:ext>
              </a:extLst>
            </p:cNvPr>
            <p:cNvSpPr>
              <a:spLocks noChangeShapeType="1"/>
            </p:cNvSpPr>
            <p:nvPr/>
          </p:nvSpPr>
          <p:spPr bwMode="auto">
            <a:xfrm flipH="1">
              <a:off x="4754" y="3070"/>
              <a:ext cx="704" cy="14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2" name="Rectangle 30">
              <a:extLst>
                <a:ext uri="{FF2B5EF4-FFF2-40B4-BE49-F238E27FC236}">
                  <a16:creationId xmlns:a16="http://schemas.microsoft.com/office/drawing/2014/main" id="{11B5EED4-F8C6-4704-9557-CA0A401A64A3}"/>
                </a:ext>
              </a:extLst>
            </p:cNvPr>
            <p:cNvSpPr>
              <a:spLocks noChangeArrowheads="1"/>
            </p:cNvSpPr>
            <p:nvPr/>
          </p:nvSpPr>
          <p:spPr bwMode="auto">
            <a:xfrm rot="-540000">
              <a:off x="5048" y="2926"/>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en-US" altLang="zh-CN">
                  <a:solidFill>
                    <a:srgbClr val="333399"/>
                  </a:solidFill>
                  <a:ea typeface="黑体" panose="02010609060101010101" pitchFamily="49" charset="-122"/>
                </a:rPr>
                <a:t>ACK</a:t>
              </a:r>
            </a:p>
          </p:txBody>
        </p:sp>
        <p:sp>
          <p:nvSpPr>
            <p:cNvPr id="78873" name="Line 31">
              <a:extLst>
                <a:ext uri="{FF2B5EF4-FFF2-40B4-BE49-F238E27FC236}">
                  <a16:creationId xmlns:a16="http://schemas.microsoft.com/office/drawing/2014/main" id="{FCCF7184-21CC-4CD7-867F-A450122A34F5}"/>
                </a:ext>
              </a:extLst>
            </p:cNvPr>
            <p:cNvSpPr>
              <a:spLocks noChangeShapeType="1"/>
            </p:cNvSpPr>
            <p:nvPr/>
          </p:nvSpPr>
          <p:spPr bwMode="auto">
            <a:xfrm flipV="1">
              <a:off x="4845" y="3070"/>
              <a:ext cx="246" cy="48"/>
            </a:xfrm>
            <a:prstGeom prst="line">
              <a:avLst/>
            </a:prstGeom>
            <a:noFill/>
            <a:ln w="12700">
              <a:solidFill>
                <a:schemeClr val="tx1"/>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4" name="Rectangle 32">
              <a:extLst>
                <a:ext uri="{FF2B5EF4-FFF2-40B4-BE49-F238E27FC236}">
                  <a16:creationId xmlns:a16="http://schemas.microsoft.com/office/drawing/2014/main" id="{E6C59EE4-1942-4962-8B36-47A0756E2BB4}"/>
                </a:ext>
              </a:extLst>
            </p:cNvPr>
            <p:cNvSpPr>
              <a:spLocks noChangeArrowheads="1"/>
            </p:cNvSpPr>
            <p:nvPr/>
          </p:nvSpPr>
          <p:spPr bwMode="auto">
            <a:xfrm>
              <a:off x="4600" y="3490"/>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zh-CN" altLang="en-US">
                  <a:solidFill>
                    <a:srgbClr val="333399"/>
                  </a:solidFill>
                  <a:ea typeface="黑体" panose="02010609060101010101" pitchFamily="49" charset="-122"/>
                </a:rPr>
                <a:t>重复帧接收</a:t>
              </a:r>
            </a:p>
          </p:txBody>
        </p:sp>
        <p:sp>
          <p:nvSpPr>
            <p:cNvPr id="78875" name="Rectangle 33">
              <a:extLst>
                <a:ext uri="{FF2B5EF4-FFF2-40B4-BE49-F238E27FC236}">
                  <a16:creationId xmlns:a16="http://schemas.microsoft.com/office/drawing/2014/main" id="{94148DD6-8719-4C1F-9427-B99F47D1F0CE}"/>
                </a:ext>
              </a:extLst>
            </p:cNvPr>
            <p:cNvSpPr>
              <a:spLocks noChangeArrowheads="1"/>
            </p:cNvSpPr>
            <p:nvPr/>
          </p:nvSpPr>
          <p:spPr bwMode="auto">
            <a:xfrm>
              <a:off x="4534" y="2422"/>
              <a:ext cx="2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zh-CN" altLang="en-US">
                  <a:solidFill>
                    <a:srgbClr val="333399"/>
                  </a:solidFill>
                  <a:ea typeface="黑体" panose="02010609060101010101" pitchFamily="49" charset="-122"/>
                </a:rPr>
                <a:t>重</a:t>
              </a:r>
            </a:p>
            <a:p>
              <a:pPr eaLnBrk="0" hangingPunct="0"/>
              <a:r>
                <a:rPr kumimoji="1" lang="zh-CN" altLang="en-US">
                  <a:solidFill>
                    <a:srgbClr val="333399"/>
                  </a:solidFill>
                  <a:ea typeface="黑体" panose="02010609060101010101" pitchFamily="49" charset="-122"/>
                </a:rPr>
                <a:t>传</a:t>
              </a:r>
            </a:p>
          </p:txBody>
        </p:sp>
        <p:sp>
          <p:nvSpPr>
            <p:cNvPr id="78876" name="Line 34">
              <a:extLst>
                <a:ext uri="{FF2B5EF4-FFF2-40B4-BE49-F238E27FC236}">
                  <a16:creationId xmlns:a16="http://schemas.microsoft.com/office/drawing/2014/main" id="{71CB09AB-2E74-4DF5-AB0A-CFE525E01EAB}"/>
                </a:ext>
              </a:extLst>
            </p:cNvPr>
            <p:cNvSpPr>
              <a:spLocks noChangeShapeType="1"/>
            </p:cNvSpPr>
            <p:nvPr/>
          </p:nvSpPr>
          <p:spPr bwMode="auto">
            <a:xfrm>
              <a:off x="4586" y="1893"/>
              <a:ext cx="130"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7" name="Line 35">
              <a:extLst>
                <a:ext uri="{FF2B5EF4-FFF2-40B4-BE49-F238E27FC236}">
                  <a16:creationId xmlns:a16="http://schemas.microsoft.com/office/drawing/2014/main" id="{2D23276F-BFF9-49D4-9D17-448974CE7575}"/>
                </a:ext>
              </a:extLst>
            </p:cNvPr>
            <p:cNvSpPr>
              <a:spLocks noChangeShapeType="1"/>
            </p:cNvSpPr>
            <p:nvPr/>
          </p:nvSpPr>
          <p:spPr bwMode="auto">
            <a:xfrm flipH="1">
              <a:off x="4581" y="2412"/>
              <a:ext cx="145"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8" name="Line 36">
              <a:extLst>
                <a:ext uri="{FF2B5EF4-FFF2-40B4-BE49-F238E27FC236}">
                  <a16:creationId xmlns:a16="http://schemas.microsoft.com/office/drawing/2014/main" id="{B9512EE5-713B-4986-B756-497FB74F7886}"/>
                </a:ext>
              </a:extLst>
            </p:cNvPr>
            <p:cNvSpPr>
              <a:spLocks noChangeShapeType="1"/>
            </p:cNvSpPr>
            <p:nvPr/>
          </p:nvSpPr>
          <p:spPr bwMode="auto">
            <a:xfrm>
              <a:off x="4645" y="1888"/>
              <a:ext cx="0" cy="524"/>
            </a:xfrm>
            <a:prstGeom prst="line">
              <a:avLst/>
            </a:prstGeom>
            <a:noFill/>
            <a:ln w="12700">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8879" name="Group 37">
              <a:extLst>
                <a:ext uri="{FF2B5EF4-FFF2-40B4-BE49-F238E27FC236}">
                  <a16:creationId xmlns:a16="http://schemas.microsoft.com/office/drawing/2014/main" id="{F0B8F99C-EC0D-4F9F-ABC3-D25906AA0BDC}"/>
                </a:ext>
              </a:extLst>
            </p:cNvPr>
            <p:cNvGrpSpPr>
              <a:grpSpLocks/>
            </p:cNvGrpSpPr>
            <p:nvPr/>
          </p:nvGrpSpPr>
          <p:grpSpPr bwMode="auto">
            <a:xfrm>
              <a:off x="4490" y="2017"/>
              <a:ext cx="289" cy="235"/>
              <a:chOff x="4322" y="1112"/>
              <a:chExt cx="321" cy="256"/>
            </a:xfrm>
          </p:grpSpPr>
          <p:sp>
            <p:nvSpPr>
              <p:cNvPr id="78888" name="Rectangle 38">
                <a:extLst>
                  <a:ext uri="{FF2B5EF4-FFF2-40B4-BE49-F238E27FC236}">
                    <a16:creationId xmlns:a16="http://schemas.microsoft.com/office/drawing/2014/main" id="{FFBDAA9D-A507-47F3-807B-D39818855572}"/>
                  </a:ext>
                </a:extLst>
              </p:cNvPr>
              <p:cNvSpPr>
                <a:spLocks noChangeArrowheads="1"/>
              </p:cNvSpPr>
              <p:nvPr/>
            </p:nvSpPr>
            <p:spPr bwMode="auto">
              <a:xfrm>
                <a:off x="4362" y="1176"/>
                <a:ext cx="25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8889" name="Rectangle 39">
                <a:extLst>
                  <a:ext uri="{FF2B5EF4-FFF2-40B4-BE49-F238E27FC236}">
                    <a16:creationId xmlns:a16="http://schemas.microsoft.com/office/drawing/2014/main" id="{D9B996A9-636A-499D-87CE-58138AC61FFC}"/>
                  </a:ext>
                </a:extLst>
              </p:cNvPr>
              <p:cNvSpPr>
                <a:spLocks noChangeArrowheads="1"/>
              </p:cNvSpPr>
              <p:nvPr/>
            </p:nvSpPr>
            <p:spPr bwMode="auto">
              <a:xfrm>
                <a:off x="4322" y="1112"/>
                <a:ext cx="32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en-US" altLang="zh-CN" i="1">
                    <a:solidFill>
                      <a:srgbClr val="333399"/>
                    </a:solidFill>
                    <a:ea typeface="黑体" panose="02010609060101010101" pitchFamily="49" charset="-122"/>
                  </a:rPr>
                  <a:t>t</a:t>
                </a:r>
                <a:r>
                  <a:rPr kumimoji="1" lang="en-US" altLang="zh-CN" i="1" baseline="-12000">
                    <a:solidFill>
                      <a:srgbClr val="333399"/>
                    </a:solidFill>
                    <a:ea typeface="黑体" panose="02010609060101010101" pitchFamily="49" charset="-122"/>
                  </a:rPr>
                  <a:t>out</a:t>
                </a:r>
              </a:p>
            </p:txBody>
          </p:sp>
        </p:grpSp>
        <p:sp>
          <p:nvSpPr>
            <p:cNvPr id="78880" name="Freeform 40">
              <a:extLst>
                <a:ext uri="{FF2B5EF4-FFF2-40B4-BE49-F238E27FC236}">
                  <a16:creationId xmlns:a16="http://schemas.microsoft.com/office/drawing/2014/main" id="{A30A08BD-ED61-45C9-9D7A-88C2E9F91FC6}"/>
                </a:ext>
              </a:extLst>
            </p:cNvPr>
            <p:cNvSpPr>
              <a:spLocks/>
            </p:cNvSpPr>
            <p:nvPr/>
          </p:nvSpPr>
          <p:spPr bwMode="auto">
            <a:xfrm>
              <a:off x="5066" y="2153"/>
              <a:ext cx="17" cy="155"/>
            </a:xfrm>
            <a:custGeom>
              <a:avLst/>
              <a:gdLst>
                <a:gd name="T0" fmla="*/ 16 w 19"/>
                <a:gd name="T1" fmla="*/ 0 h 169"/>
                <a:gd name="T2" fmla="*/ 13 w 19"/>
                <a:gd name="T3" fmla="*/ 17 h 169"/>
                <a:gd name="T4" fmla="*/ 13 w 19"/>
                <a:gd name="T5" fmla="*/ 34 h 169"/>
                <a:gd name="T6" fmla="*/ 13 w 19"/>
                <a:gd name="T7" fmla="*/ 51 h 169"/>
                <a:gd name="T8" fmla="*/ 13 w 19"/>
                <a:gd name="T9" fmla="*/ 69 h 169"/>
                <a:gd name="T10" fmla="*/ 13 w 19"/>
                <a:gd name="T11" fmla="*/ 85 h 169"/>
                <a:gd name="T12" fmla="*/ 8 w 19"/>
                <a:gd name="T13" fmla="*/ 103 h 169"/>
                <a:gd name="T14" fmla="*/ 4 w 19"/>
                <a:gd name="T15" fmla="*/ 120 h 169"/>
                <a:gd name="T16" fmla="*/ 0 w 19"/>
                <a:gd name="T17" fmla="*/ 137 h 169"/>
                <a:gd name="T18" fmla="*/ 0 w 19"/>
                <a:gd name="T19" fmla="*/ 154 h 1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
                <a:gd name="T31" fmla="*/ 0 h 169"/>
                <a:gd name="T32" fmla="*/ 19 w 19"/>
                <a:gd name="T33" fmla="*/ 169 h 1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 h="169">
                  <a:moveTo>
                    <a:pt x="18" y="0"/>
                  </a:moveTo>
                  <a:lnTo>
                    <a:pt x="14" y="19"/>
                  </a:lnTo>
                  <a:lnTo>
                    <a:pt x="14" y="37"/>
                  </a:lnTo>
                  <a:lnTo>
                    <a:pt x="14" y="56"/>
                  </a:lnTo>
                  <a:lnTo>
                    <a:pt x="14" y="75"/>
                  </a:lnTo>
                  <a:lnTo>
                    <a:pt x="14" y="93"/>
                  </a:lnTo>
                  <a:lnTo>
                    <a:pt x="9" y="112"/>
                  </a:lnTo>
                  <a:lnTo>
                    <a:pt x="5" y="131"/>
                  </a:lnTo>
                  <a:lnTo>
                    <a:pt x="0" y="149"/>
                  </a:lnTo>
                  <a:lnTo>
                    <a:pt x="0" y="168"/>
                  </a:lnTo>
                </a:path>
              </a:pathLst>
            </a:custGeom>
            <a:noFill/>
            <a:ln w="25400" cap="rnd"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881" name="Line 41">
              <a:extLst>
                <a:ext uri="{FF2B5EF4-FFF2-40B4-BE49-F238E27FC236}">
                  <a16:creationId xmlns:a16="http://schemas.microsoft.com/office/drawing/2014/main" id="{82A6C700-9BB3-44ED-A0DE-B20DD2B1619E}"/>
                </a:ext>
              </a:extLst>
            </p:cNvPr>
            <p:cNvSpPr>
              <a:spLocks noChangeShapeType="1"/>
            </p:cNvSpPr>
            <p:nvPr/>
          </p:nvSpPr>
          <p:spPr bwMode="auto">
            <a:xfrm>
              <a:off x="4751" y="1494"/>
              <a:ext cx="0" cy="18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2" name="Line 42">
              <a:extLst>
                <a:ext uri="{FF2B5EF4-FFF2-40B4-BE49-F238E27FC236}">
                  <a16:creationId xmlns:a16="http://schemas.microsoft.com/office/drawing/2014/main" id="{733E0018-E4A6-40C2-B154-CC2BFC8B0D52}"/>
                </a:ext>
              </a:extLst>
            </p:cNvPr>
            <p:cNvSpPr>
              <a:spLocks noChangeShapeType="1"/>
            </p:cNvSpPr>
            <p:nvPr/>
          </p:nvSpPr>
          <p:spPr bwMode="auto">
            <a:xfrm>
              <a:off x="4747" y="2412"/>
              <a:ext cx="705" cy="12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3" name="Line 43">
              <a:extLst>
                <a:ext uri="{FF2B5EF4-FFF2-40B4-BE49-F238E27FC236}">
                  <a16:creationId xmlns:a16="http://schemas.microsoft.com/office/drawing/2014/main" id="{238B4E10-1934-47F1-8A7F-8300AAE2E328}"/>
                </a:ext>
              </a:extLst>
            </p:cNvPr>
            <p:cNvSpPr>
              <a:spLocks noChangeShapeType="1"/>
            </p:cNvSpPr>
            <p:nvPr/>
          </p:nvSpPr>
          <p:spPr bwMode="auto">
            <a:xfrm>
              <a:off x="5482" y="2671"/>
              <a:ext cx="87" cy="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4" name="Line 44">
              <a:extLst>
                <a:ext uri="{FF2B5EF4-FFF2-40B4-BE49-F238E27FC236}">
                  <a16:creationId xmlns:a16="http://schemas.microsoft.com/office/drawing/2014/main" id="{177E0C1C-CCC7-47AB-B556-89E09F6EA30A}"/>
                </a:ext>
              </a:extLst>
            </p:cNvPr>
            <p:cNvSpPr>
              <a:spLocks noChangeShapeType="1"/>
            </p:cNvSpPr>
            <p:nvPr/>
          </p:nvSpPr>
          <p:spPr bwMode="auto">
            <a:xfrm rot="-5400000">
              <a:off x="5482" y="2671"/>
              <a:ext cx="88" cy="87"/>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5" name="Line 45">
              <a:extLst>
                <a:ext uri="{FF2B5EF4-FFF2-40B4-BE49-F238E27FC236}">
                  <a16:creationId xmlns:a16="http://schemas.microsoft.com/office/drawing/2014/main" id="{5E860326-EDBB-4163-B6E6-A1DB6B878424}"/>
                </a:ext>
              </a:extLst>
            </p:cNvPr>
            <p:cNvSpPr>
              <a:spLocks noChangeShapeType="1"/>
            </p:cNvSpPr>
            <p:nvPr/>
          </p:nvSpPr>
          <p:spPr bwMode="auto">
            <a:xfrm>
              <a:off x="4759" y="1893"/>
              <a:ext cx="696" cy="12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6" name="AutoShape 46">
              <a:extLst>
                <a:ext uri="{FF2B5EF4-FFF2-40B4-BE49-F238E27FC236}">
                  <a16:creationId xmlns:a16="http://schemas.microsoft.com/office/drawing/2014/main" id="{062F43E4-1C23-49FE-B0CB-2AFC8B05EFC5}"/>
                </a:ext>
              </a:extLst>
            </p:cNvPr>
            <p:cNvSpPr>
              <a:spLocks noChangeArrowheads="1"/>
            </p:cNvSpPr>
            <p:nvPr/>
          </p:nvSpPr>
          <p:spPr bwMode="auto">
            <a:xfrm rot="1163935">
              <a:off x="4736" y="1885"/>
              <a:ext cx="488" cy="661"/>
            </a:xfrm>
            <a:prstGeom prst="irregularSeal2">
              <a:avLst/>
            </a:prstGeom>
            <a:solidFill>
              <a:schemeClr val="bg1"/>
            </a:solidFill>
            <a:ln w="12700">
              <a:solidFill>
                <a:schemeClr val="tx1"/>
              </a:solidFill>
              <a:miter lim="800000"/>
              <a:headEnd type="none" w="sm" len="sm"/>
              <a:tailEnd type="none" w="sm" len="sm"/>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78887" name="Rectangle 47">
              <a:extLst>
                <a:ext uri="{FF2B5EF4-FFF2-40B4-BE49-F238E27FC236}">
                  <a16:creationId xmlns:a16="http://schemas.microsoft.com/office/drawing/2014/main" id="{146539E4-7CBD-4ABC-965A-C8DC4665E68F}"/>
                </a:ext>
              </a:extLst>
            </p:cNvPr>
            <p:cNvSpPr>
              <a:spLocks noChangeArrowheads="1"/>
            </p:cNvSpPr>
            <p:nvPr/>
          </p:nvSpPr>
          <p:spPr bwMode="auto">
            <a:xfrm>
              <a:off x="4828" y="2010"/>
              <a:ext cx="30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r>
                <a:rPr kumimoji="1" lang="zh-CN" altLang="en-US">
                  <a:solidFill>
                    <a:srgbClr val="333399"/>
                  </a:solidFill>
                  <a:ea typeface="黑体" panose="02010609060101010101" pitchFamily="49" charset="-122"/>
                </a:rPr>
                <a:t>丢</a:t>
              </a:r>
            </a:p>
            <a:p>
              <a:pPr eaLnBrk="0" hangingPunct="0"/>
              <a:r>
                <a:rPr kumimoji="1" lang="zh-CN" altLang="en-US">
                  <a:solidFill>
                    <a:srgbClr val="333399"/>
                  </a:solidFill>
                  <a:ea typeface="黑体" panose="02010609060101010101" pitchFamily="49" charset="-122"/>
                </a:rPr>
                <a:t>失</a:t>
              </a:r>
            </a:p>
            <a:p>
              <a:pPr eaLnBrk="0" hangingPunct="0"/>
              <a:r>
                <a:rPr kumimoji="1" lang="zh-CN" altLang="en-US">
                  <a:solidFill>
                    <a:srgbClr val="333399"/>
                  </a:solidFill>
                  <a:ea typeface="黑体" panose="02010609060101010101" pitchFamily="49" charset="-122"/>
                </a:rPr>
                <a:t> ！</a:t>
              </a:r>
            </a:p>
          </p:txBody>
        </p:sp>
      </p:grpSp>
    </p:spTree>
  </p:cSld>
  <p:clrMapOvr>
    <a:masterClrMapping/>
  </p:clrMapOvr>
  <p:transition spd="slow">
    <p:randomBa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303105">
            <a:extLst>
              <a:ext uri="{FF2B5EF4-FFF2-40B4-BE49-F238E27FC236}">
                <a16:creationId xmlns:a16="http://schemas.microsoft.com/office/drawing/2014/main" id="{DC882699-4F6D-429A-A21D-629B53FBDAFC}"/>
              </a:ext>
            </a:extLst>
          </p:cNvPr>
          <p:cNvSpPr>
            <a:spLocks noGrp="1"/>
          </p:cNvSpPr>
          <p:nvPr>
            <p:ph type="title"/>
          </p:nvPr>
        </p:nvSpPr>
        <p:spPr/>
        <p:txBody>
          <a:bodyPr/>
          <a:lstStyle/>
          <a:p>
            <a:pPr algn="ctr"/>
            <a:r>
              <a:rPr lang="zh-CN" altLang="en-US"/>
              <a:t>帧的编号问题 </a:t>
            </a:r>
          </a:p>
        </p:txBody>
      </p:sp>
      <p:sp>
        <p:nvSpPr>
          <p:cNvPr id="79875" name="文本占位符 303106">
            <a:extLst>
              <a:ext uri="{FF2B5EF4-FFF2-40B4-BE49-F238E27FC236}">
                <a16:creationId xmlns:a16="http://schemas.microsoft.com/office/drawing/2014/main" id="{73B91A4B-9D83-451F-8F03-D01F4991E702}"/>
              </a:ext>
            </a:extLst>
          </p:cNvPr>
          <p:cNvSpPr>
            <a:spLocks noGrp="1"/>
          </p:cNvSpPr>
          <p:nvPr>
            <p:ph type="body" idx="1"/>
          </p:nvPr>
        </p:nvSpPr>
        <p:spPr>
          <a:xfrm>
            <a:off x="755650" y="1412875"/>
            <a:ext cx="7772400" cy="4114800"/>
          </a:xfrm>
        </p:spPr>
        <p:txBody>
          <a:bodyPr/>
          <a:lstStyle/>
          <a:p>
            <a:r>
              <a:rPr lang="zh-CN" altLang="en-US" sz="2600"/>
              <a:t>任何一个编号系统的序号所占用的比特数一定是有限的。因此，经过一段时间后，发送序号就会重复。 </a:t>
            </a:r>
            <a:endParaRPr lang="en-US" altLang="zh-CN" sz="2600"/>
          </a:p>
          <a:p>
            <a:endParaRPr lang="zh-CN" altLang="en-US" sz="2600"/>
          </a:p>
          <a:p>
            <a:r>
              <a:rPr lang="zh-CN" altLang="en-US" sz="2600"/>
              <a:t>序号占用的比特数越少，数据传输的额外开销就越小。 </a:t>
            </a:r>
            <a:endParaRPr lang="en-US" altLang="zh-CN" sz="2600"/>
          </a:p>
          <a:p>
            <a:endParaRPr lang="zh-CN" altLang="en-US" sz="2600"/>
          </a:p>
          <a:p>
            <a:r>
              <a:rPr lang="zh-CN" altLang="en-US" sz="2600"/>
              <a:t>对于停止等待协议，由于每发送一个数据帧就停止等待，因此用一个比特来编号就够了。</a:t>
            </a:r>
          </a:p>
          <a:p>
            <a:pPr lvl="1"/>
            <a:r>
              <a:rPr lang="zh-CN" altLang="en-US" sz="2200">
                <a:ea typeface="黑体" panose="02010609060101010101" pitchFamily="49" charset="-122"/>
              </a:rPr>
              <a:t>一个比特可表示 </a:t>
            </a:r>
            <a:r>
              <a:rPr lang="en-US" altLang="zh-CN" sz="2200">
                <a:ea typeface="黑体" panose="02010609060101010101" pitchFamily="49" charset="-122"/>
              </a:rPr>
              <a:t>0 </a:t>
            </a:r>
            <a:r>
              <a:rPr lang="zh-CN" altLang="en-US" sz="2200">
                <a:ea typeface="黑体" panose="02010609060101010101" pitchFamily="49" charset="-122"/>
              </a:rPr>
              <a:t>和 </a:t>
            </a:r>
            <a:r>
              <a:rPr lang="en-US" altLang="zh-CN" sz="2200">
                <a:ea typeface="黑体" panose="02010609060101010101" pitchFamily="49" charset="-122"/>
              </a:rPr>
              <a:t>1 </a:t>
            </a:r>
            <a:r>
              <a:rPr lang="zh-CN" altLang="en-US" sz="2200">
                <a:ea typeface="黑体" panose="02010609060101010101" pitchFamily="49" charset="-122"/>
              </a:rPr>
              <a:t>两种不同的序号。</a:t>
            </a:r>
            <a:r>
              <a:rPr lang="zh-CN" altLang="en-US" sz="2200"/>
              <a:t> </a:t>
            </a:r>
          </a:p>
        </p:txBody>
      </p:sp>
    </p:spTree>
  </p:cSld>
  <p:clrMapOvr>
    <a:masterClrMapping/>
  </p:clrMapOvr>
  <p:transition spd="slow">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304129">
            <a:extLst>
              <a:ext uri="{FF2B5EF4-FFF2-40B4-BE49-F238E27FC236}">
                <a16:creationId xmlns:a16="http://schemas.microsoft.com/office/drawing/2014/main" id="{0DB83603-1AA6-4755-9DFB-98BA9351F21C}"/>
              </a:ext>
            </a:extLst>
          </p:cNvPr>
          <p:cNvSpPr>
            <a:spLocks noGrp="1"/>
          </p:cNvSpPr>
          <p:nvPr>
            <p:ph type="title"/>
          </p:nvPr>
        </p:nvSpPr>
        <p:spPr>
          <a:xfrm>
            <a:off x="684213" y="260350"/>
            <a:ext cx="8243887" cy="741363"/>
          </a:xfrm>
        </p:spPr>
        <p:txBody>
          <a:bodyPr/>
          <a:lstStyle/>
          <a:p>
            <a:pPr algn="ctr"/>
            <a:r>
              <a:rPr lang="zh-CN" altLang="en-US" dirty="0"/>
              <a:t>停止等待协议的算法</a:t>
            </a:r>
          </a:p>
        </p:txBody>
      </p:sp>
      <p:sp>
        <p:nvSpPr>
          <p:cNvPr id="81923" name="文本占位符 304130">
            <a:extLst>
              <a:ext uri="{FF2B5EF4-FFF2-40B4-BE49-F238E27FC236}">
                <a16:creationId xmlns:a16="http://schemas.microsoft.com/office/drawing/2014/main" id="{28C6D4BC-E19E-4DEE-AC36-6FF40CC11487}"/>
              </a:ext>
            </a:extLst>
          </p:cNvPr>
          <p:cNvSpPr>
            <a:spLocks noGrp="1"/>
          </p:cNvSpPr>
          <p:nvPr>
            <p:ph type="body" idx="1"/>
          </p:nvPr>
        </p:nvSpPr>
        <p:spPr>
          <a:xfrm>
            <a:off x="755650" y="1412875"/>
            <a:ext cx="7772400" cy="4392613"/>
          </a:xfrm>
        </p:spPr>
        <p:txBody>
          <a:bodyPr/>
          <a:lstStyle/>
          <a:p>
            <a:pPr algn="just"/>
            <a:r>
              <a:rPr lang="zh-CN" altLang="en-US" sz="2600" dirty="0"/>
              <a:t>这里</a:t>
            </a:r>
            <a:r>
              <a:rPr lang="zh-CN" altLang="en-US" sz="2600" dirty="0">
                <a:solidFill>
                  <a:srgbClr val="FF0000"/>
                </a:solidFill>
              </a:rPr>
              <a:t>不使用否认帧</a:t>
            </a:r>
            <a:r>
              <a:rPr lang="zh-CN" altLang="en-US" sz="2600" dirty="0"/>
              <a:t>（实用的数据链路层协议大都是这样的），而且确认帧带有序号 </a:t>
            </a:r>
            <a:r>
              <a:rPr lang="en-US" altLang="zh-CN" sz="2600" i="1" dirty="0"/>
              <a:t>n</a:t>
            </a:r>
            <a:r>
              <a:rPr lang="zh-CN" altLang="en-US" sz="2600" dirty="0"/>
              <a:t>。</a:t>
            </a:r>
            <a:endParaRPr lang="en-US" altLang="zh-CN" sz="2600" dirty="0"/>
          </a:p>
          <a:p>
            <a:pPr algn="just"/>
            <a:endParaRPr lang="zh-CN" altLang="en-US" sz="2600" dirty="0"/>
          </a:p>
          <a:p>
            <a:pPr algn="just"/>
            <a:r>
              <a:rPr lang="zh-CN" altLang="en-US" sz="2600" dirty="0"/>
              <a:t>按照习惯的表示法，</a:t>
            </a:r>
            <a:r>
              <a:rPr lang="en-US" altLang="zh-CN" sz="2600" dirty="0" err="1"/>
              <a:t>ACK</a:t>
            </a:r>
            <a:r>
              <a:rPr lang="en-US" altLang="zh-CN" sz="2600" i="1" dirty="0" err="1"/>
              <a:t>n</a:t>
            </a:r>
            <a:r>
              <a:rPr lang="en-US" altLang="zh-CN" sz="1700" i="1" dirty="0"/>
              <a:t> </a:t>
            </a:r>
            <a:r>
              <a:rPr lang="zh-CN" altLang="en-US" sz="2600" dirty="0"/>
              <a:t>表示“第</a:t>
            </a:r>
            <a:r>
              <a:rPr lang="zh-CN" altLang="en-US" sz="1500" dirty="0"/>
              <a:t> </a:t>
            </a:r>
            <a:r>
              <a:rPr lang="en-US" altLang="zh-CN" sz="2600" i="1" dirty="0"/>
              <a:t>n</a:t>
            </a:r>
            <a:r>
              <a:rPr lang="en-US" altLang="zh-CN" sz="2600" dirty="0"/>
              <a:t> – 1</a:t>
            </a:r>
            <a:r>
              <a:rPr lang="en-US" altLang="zh-CN" sz="1500" dirty="0"/>
              <a:t> </a:t>
            </a:r>
            <a:r>
              <a:rPr lang="zh-CN" altLang="en-US" sz="2600" dirty="0"/>
              <a:t>号帧已经收到，现在期望接收第</a:t>
            </a:r>
            <a:r>
              <a:rPr lang="zh-CN" altLang="en-US" sz="1500" dirty="0"/>
              <a:t> </a:t>
            </a:r>
            <a:r>
              <a:rPr lang="en-US" altLang="zh-CN" sz="2600" i="1" dirty="0"/>
              <a:t>n</a:t>
            </a:r>
            <a:r>
              <a:rPr lang="en-US" altLang="zh-CN" sz="1500" i="1" dirty="0"/>
              <a:t> </a:t>
            </a:r>
            <a:r>
              <a:rPr lang="zh-CN" altLang="en-US" sz="2600" dirty="0"/>
              <a:t>号帧”。</a:t>
            </a:r>
          </a:p>
          <a:p>
            <a:pPr lvl="1" algn="just"/>
            <a:r>
              <a:rPr lang="en-US" altLang="zh-CN" sz="2200" dirty="0">
                <a:ea typeface="黑体" panose="02010609060101010101" pitchFamily="49" charset="-122"/>
              </a:rPr>
              <a:t>ACK1 </a:t>
            </a:r>
            <a:r>
              <a:rPr lang="zh-CN" altLang="en-US" sz="2200" dirty="0">
                <a:ea typeface="黑体" panose="02010609060101010101" pitchFamily="49" charset="-122"/>
              </a:rPr>
              <a:t>表示“</a:t>
            </a:r>
            <a:r>
              <a:rPr lang="en-US" altLang="zh-CN" sz="2200" dirty="0">
                <a:ea typeface="黑体" panose="02010609060101010101" pitchFamily="49" charset="-122"/>
              </a:rPr>
              <a:t>0</a:t>
            </a:r>
            <a:r>
              <a:rPr lang="zh-CN" altLang="en-US" sz="2200" dirty="0">
                <a:ea typeface="黑体" panose="02010609060101010101" pitchFamily="49" charset="-122"/>
              </a:rPr>
              <a:t>号帧”已收到，现在期望接收的下一帧是“</a:t>
            </a:r>
            <a:r>
              <a:rPr lang="zh-CN" altLang="en-US" sz="1300" dirty="0">
                <a:ea typeface="黑体" panose="02010609060101010101" pitchFamily="49" charset="-122"/>
              </a:rPr>
              <a:t> </a:t>
            </a:r>
            <a:r>
              <a:rPr lang="en-US" altLang="zh-CN" sz="2200" dirty="0">
                <a:ea typeface="黑体" panose="02010609060101010101" pitchFamily="49" charset="-122"/>
              </a:rPr>
              <a:t>1</a:t>
            </a:r>
            <a:r>
              <a:rPr lang="zh-CN" altLang="en-US" sz="2200" dirty="0">
                <a:ea typeface="黑体" panose="02010609060101010101" pitchFamily="49" charset="-122"/>
              </a:rPr>
              <a:t>号帧”；</a:t>
            </a:r>
          </a:p>
          <a:p>
            <a:pPr lvl="1" algn="just"/>
            <a:r>
              <a:rPr lang="en-US" altLang="zh-CN" sz="2200" dirty="0">
                <a:ea typeface="黑体" panose="02010609060101010101" pitchFamily="49" charset="-122"/>
              </a:rPr>
              <a:t>ACK0</a:t>
            </a:r>
            <a:r>
              <a:rPr lang="en-US" altLang="zh-CN" sz="1300" dirty="0">
                <a:ea typeface="黑体" panose="02010609060101010101" pitchFamily="49" charset="-122"/>
              </a:rPr>
              <a:t> </a:t>
            </a:r>
            <a:r>
              <a:rPr lang="zh-CN" altLang="en-US" sz="2200" dirty="0">
                <a:ea typeface="黑体" panose="02010609060101010101" pitchFamily="49" charset="-122"/>
              </a:rPr>
              <a:t>表示“</a:t>
            </a:r>
            <a:r>
              <a:rPr lang="en-US" altLang="zh-CN" sz="2200" dirty="0">
                <a:ea typeface="黑体" panose="02010609060101010101" pitchFamily="49" charset="-122"/>
              </a:rPr>
              <a:t>1</a:t>
            </a:r>
            <a:r>
              <a:rPr lang="zh-CN" altLang="en-US" sz="2200" dirty="0">
                <a:ea typeface="黑体" panose="02010609060101010101" pitchFamily="49" charset="-122"/>
              </a:rPr>
              <a:t>号帧”已收到，现在期望接收的下一帧是 “</a:t>
            </a:r>
            <a:r>
              <a:rPr lang="en-US" altLang="zh-CN" sz="2200" dirty="0">
                <a:ea typeface="黑体" panose="02010609060101010101" pitchFamily="49" charset="-122"/>
              </a:rPr>
              <a:t>0 </a:t>
            </a:r>
            <a:r>
              <a:rPr lang="zh-CN" altLang="en-US" sz="2200" dirty="0">
                <a:ea typeface="黑体" panose="02010609060101010101" pitchFamily="49" charset="-122"/>
              </a:rPr>
              <a:t>号帧”。</a:t>
            </a:r>
            <a:r>
              <a:rPr lang="zh-CN" altLang="en-US" sz="2200" dirty="0"/>
              <a:t> </a:t>
            </a:r>
          </a:p>
        </p:txBody>
      </p:sp>
    </p:spTree>
  </p:cSld>
  <p:clrMapOvr>
    <a:masterClrMapping/>
  </p:clrMapOvr>
  <p:transition spd="slow">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文本占位符 305153">
            <a:extLst>
              <a:ext uri="{FF2B5EF4-FFF2-40B4-BE49-F238E27FC236}">
                <a16:creationId xmlns:a16="http://schemas.microsoft.com/office/drawing/2014/main" id="{DA6A4F57-2266-431C-99F0-AD0B73E3E169}"/>
              </a:ext>
            </a:extLst>
          </p:cNvPr>
          <p:cNvSpPr>
            <a:spLocks noGrp="1"/>
          </p:cNvSpPr>
          <p:nvPr>
            <p:ph type="body" idx="1"/>
          </p:nvPr>
        </p:nvSpPr>
        <p:spPr>
          <a:xfrm>
            <a:off x="107950" y="1341438"/>
            <a:ext cx="4786313" cy="5040312"/>
          </a:xfrm>
          <a:solidFill>
            <a:srgbClr val="FFFF66"/>
          </a:solidFill>
        </p:spPr>
        <p:txBody>
          <a:bodyPr/>
          <a:lstStyle/>
          <a:p>
            <a:pPr marL="342900" indent="-342900">
              <a:lnSpc>
                <a:spcPct val="115000"/>
              </a:lnSpc>
              <a:spcBef>
                <a:spcPct val="0"/>
              </a:spcBef>
              <a:buFont typeface="Wingdings" panose="05000000000000000000" pitchFamily="2" charset="2"/>
              <a:buNone/>
            </a:pPr>
            <a:r>
              <a:rPr lang="zh-CN" altLang="en-US" sz="1900" dirty="0">
                <a:solidFill>
                  <a:schemeClr val="hlink"/>
                </a:solidFill>
              </a:rPr>
              <a:t>在发送结点</a:t>
            </a:r>
          </a:p>
          <a:p>
            <a:pPr marL="342900" indent="-342900">
              <a:lnSpc>
                <a:spcPct val="115000"/>
              </a:lnSpc>
              <a:spcBef>
                <a:spcPct val="0"/>
              </a:spcBef>
              <a:buFont typeface="Wingdings" panose="05000000000000000000" pitchFamily="2" charset="2"/>
              <a:buNone/>
            </a:pPr>
            <a:r>
              <a:rPr lang="en-US" altLang="zh-CN" sz="1900" dirty="0"/>
              <a:t>(1)   </a:t>
            </a:r>
            <a:r>
              <a:rPr lang="zh-CN" altLang="en-US" sz="1900" dirty="0"/>
              <a:t>从主机取一个数据帧，送交发送缓存。</a:t>
            </a:r>
          </a:p>
          <a:p>
            <a:pPr marL="342900" indent="-342900">
              <a:lnSpc>
                <a:spcPct val="115000"/>
              </a:lnSpc>
              <a:spcBef>
                <a:spcPct val="0"/>
              </a:spcBef>
              <a:buFont typeface="Wingdings" panose="05000000000000000000" pitchFamily="2" charset="2"/>
              <a:buNone/>
            </a:pPr>
            <a:r>
              <a:rPr lang="en-US" altLang="zh-CN" sz="1900" dirty="0"/>
              <a:t>(2)   V(S)←0</a:t>
            </a:r>
            <a:r>
              <a:rPr lang="zh-CN" altLang="en-US" sz="1900" dirty="0"/>
              <a:t>。 </a:t>
            </a:r>
          </a:p>
          <a:p>
            <a:pPr marL="342900" indent="-342900">
              <a:lnSpc>
                <a:spcPct val="115000"/>
              </a:lnSpc>
              <a:spcBef>
                <a:spcPct val="0"/>
              </a:spcBef>
              <a:buFont typeface="Wingdings" panose="05000000000000000000" pitchFamily="2" charset="2"/>
              <a:buNone/>
            </a:pPr>
            <a:r>
              <a:rPr lang="en-US" altLang="zh-CN" sz="1900" dirty="0"/>
              <a:t>(3)   N(S)←V(S)</a:t>
            </a:r>
            <a:r>
              <a:rPr lang="zh-CN" altLang="en-US" sz="1900" dirty="0"/>
              <a:t>。</a:t>
            </a:r>
          </a:p>
          <a:p>
            <a:pPr marL="342900" indent="-342900">
              <a:lnSpc>
                <a:spcPct val="115000"/>
              </a:lnSpc>
              <a:spcBef>
                <a:spcPct val="0"/>
              </a:spcBef>
              <a:buFont typeface="Wingdings" panose="05000000000000000000" pitchFamily="2" charset="2"/>
              <a:buNone/>
            </a:pPr>
            <a:r>
              <a:rPr lang="en-US" altLang="zh-CN" sz="1900" dirty="0"/>
              <a:t>(4)  </a:t>
            </a:r>
            <a:r>
              <a:rPr lang="zh-CN" altLang="en-US" sz="1900" dirty="0"/>
              <a:t>将发送缓存中的数据帧发送出去。 </a:t>
            </a:r>
          </a:p>
          <a:p>
            <a:pPr marL="342900" indent="-342900">
              <a:lnSpc>
                <a:spcPct val="115000"/>
              </a:lnSpc>
              <a:spcBef>
                <a:spcPct val="0"/>
              </a:spcBef>
              <a:buFont typeface="Wingdings" panose="05000000000000000000" pitchFamily="2" charset="2"/>
              <a:buNone/>
            </a:pPr>
            <a:r>
              <a:rPr lang="en-US" altLang="zh-CN" sz="1900" dirty="0"/>
              <a:t>(5)  </a:t>
            </a:r>
            <a:r>
              <a:rPr lang="zh-CN" altLang="en-US" sz="1900" dirty="0"/>
              <a:t>设置超时计时器。</a:t>
            </a:r>
          </a:p>
          <a:p>
            <a:pPr marL="342900" indent="-342900">
              <a:lnSpc>
                <a:spcPct val="115000"/>
              </a:lnSpc>
              <a:spcBef>
                <a:spcPct val="0"/>
              </a:spcBef>
              <a:buFont typeface="Wingdings" panose="05000000000000000000" pitchFamily="2" charset="2"/>
              <a:buNone/>
            </a:pPr>
            <a:r>
              <a:rPr lang="en-US" altLang="zh-CN" sz="1900" dirty="0"/>
              <a:t>(6)  </a:t>
            </a:r>
            <a:r>
              <a:rPr lang="zh-CN" altLang="en-US" sz="1900" dirty="0"/>
              <a:t>等待。</a:t>
            </a:r>
            <a:endParaRPr lang="zh-CN" altLang="en-US" sz="1900" dirty="0">
              <a:solidFill>
                <a:schemeClr val="hlink"/>
              </a:solidFill>
            </a:endParaRPr>
          </a:p>
          <a:p>
            <a:pPr marL="342900" indent="-342900">
              <a:lnSpc>
                <a:spcPct val="115000"/>
              </a:lnSpc>
              <a:spcBef>
                <a:spcPct val="0"/>
              </a:spcBef>
              <a:buFont typeface="Wingdings" panose="05000000000000000000" pitchFamily="2" charset="2"/>
              <a:buNone/>
            </a:pPr>
            <a:r>
              <a:rPr lang="en-US" altLang="zh-CN" sz="1900" dirty="0"/>
              <a:t>(7)  </a:t>
            </a:r>
            <a:r>
              <a:rPr lang="zh-CN" altLang="en-US" sz="1900" dirty="0"/>
              <a:t>当收到确认帧 </a:t>
            </a:r>
            <a:r>
              <a:rPr lang="en-US" altLang="zh-CN" sz="1900" dirty="0" err="1"/>
              <a:t>ACK</a:t>
            </a:r>
            <a:r>
              <a:rPr lang="en-US" altLang="zh-CN" sz="1900" i="1" dirty="0" err="1"/>
              <a:t>n</a:t>
            </a:r>
            <a:r>
              <a:rPr lang="zh-CN" altLang="en-US" sz="1900" dirty="0"/>
              <a:t>，   </a:t>
            </a:r>
          </a:p>
          <a:p>
            <a:pPr marL="342900" indent="-342900">
              <a:lnSpc>
                <a:spcPct val="115000"/>
              </a:lnSpc>
              <a:spcBef>
                <a:spcPct val="0"/>
              </a:spcBef>
              <a:buFont typeface="Wingdings" panose="05000000000000000000" pitchFamily="2" charset="2"/>
              <a:buNone/>
            </a:pPr>
            <a:r>
              <a:rPr lang="zh-CN" altLang="en-US" sz="1900" dirty="0"/>
              <a:t>      若 </a:t>
            </a:r>
            <a:r>
              <a:rPr lang="en-US" altLang="zh-CN" sz="1900" i="1" dirty="0"/>
              <a:t>n</a:t>
            </a:r>
            <a:r>
              <a:rPr lang="en-US" altLang="zh-CN" sz="1900" dirty="0"/>
              <a:t> = 1 – V(S)</a:t>
            </a:r>
            <a:r>
              <a:rPr lang="zh-CN" altLang="en-US" sz="1900" dirty="0"/>
              <a:t>，则：</a:t>
            </a:r>
          </a:p>
          <a:p>
            <a:pPr marL="342900" indent="-342900">
              <a:lnSpc>
                <a:spcPct val="115000"/>
              </a:lnSpc>
              <a:spcBef>
                <a:spcPct val="0"/>
              </a:spcBef>
              <a:buFont typeface="Wingdings" panose="05000000000000000000" pitchFamily="2" charset="2"/>
              <a:buNone/>
            </a:pPr>
            <a:r>
              <a:rPr lang="zh-CN" altLang="en-US" sz="1900" dirty="0"/>
              <a:t>           从主机取一个新的数据帧，放入发   送缓存；</a:t>
            </a:r>
            <a:r>
              <a:rPr lang="en-US" altLang="zh-CN" sz="1900" dirty="0"/>
              <a:t>V(S)←[1 </a:t>
            </a:r>
            <a:r>
              <a:rPr lang="en-US" altLang="zh-CN" sz="1900" dirty="0">
                <a:sym typeface="Symbol" panose="05050102010706020507" pitchFamily="18" charset="2"/>
              </a:rPr>
              <a:t></a:t>
            </a:r>
            <a:r>
              <a:rPr lang="en-US" altLang="zh-CN" sz="1900" dirty="0"/>
              <a:t> V(S)]</a:t>
            </a:r>
            <a:r>
              <a:rPr lang="zh-CN" altLang="en-US" sz="1900" dirty="0"/>
              <a:t>，转到 </a:t>
            </a:r>
            <a:r>
              <a:rPr lang="en-US" altLang="zh-CN" sz="1900" dirty="0"/>
              <a:t>(3)</a:t>
            </a:r>
            <a:r>
              <a:rPr lang="zh-CN" altLang="en-US" sz="1900" dirty="0"/>
              <a:t>。    </a:t>
            </a:r>
          </a:p>
          <a:p>
            <a:pPr marL="342900" indent="-342900">
              <a:lnSpc>
                <a:spcPct val="115000"/>
              </a:lnSpc>
              <a:spcBef>
                <a:spcPct val="0"/>
              </a:spcBef>
              <a:buFont typeface="Wingdings" panose="05000000000000000000" pitchFamily="2" charset="2"/>
              <a:buNone/>
            </a:pPr>
            <a:r>
              <a:rPr lang="zh-CN" altLang="en-US" sz="1900" dirty="0"/>
              <a:t>     否则，丢弃这个确认帧，转到</a:t>
            </a:r>
            <a:r>
              <a:rPr lang="en-US" altLang="zh-CN" sz="1900" dirty="0"/>
              <a:t>(6)</a:t>
            </a:r>
            <a:r>
              <a:rPr lang="zh-CN" altLang="en-US" sz="1900" dirty="0"/>
              <a:t>。 </a:t>
            </a:r>
          </a:p>
          <a:p>
            <a:pPr marL="342900" indent="-342900">
              <a:lnSpc>
                <a:spcPct val="115000"/>
              </a:lnSpc>
              <a:spcBef>
                <a:spcPct val="0"/>
              </a:spcBef>
              <a:buFont typeface="Wingdings" panose="05000000000000000000" pitchFamily="2" charset="2"/>
              <a:buNone/>
            </a:pPr>
            <a:r>
              <a:rPr lang="en-US" altLang="zh-CN" sz="1900" dirty="0"/>
              <a:t>(8)  </a:t>
            </a:r>
            <a:r>
              <a:rPr lang="zh-CN" altLang="en-US" sz="1900" dirty="0"/>
              <a:t>若超时计时器时间到，则转到</a:t>
            </a:r>
            <a:r>
              <a:rPr lang="en-US" altLang="zh-CN" sz="1900" dirty="0"/>
              <a:t>(4)</a:t>
            </a:r>
            <a:r>
              <a:rPr lang="zh-CN" altLang="en-US" sz="1900" dirty="0"/>
              <a:t>。</a:t>
            </a:r>
          </a:p>
        </p:txBody>
      </p:sp>
      <p:sp>
        <p:nvSpPr>
          <p:cNvPr id="82947" name="矩形 305154">
            <a:extLst>
              <a:ext uri="{FF2B5EF4-FFF2-40B4-BE49-F238E27FC236}">
                <a16:creationId xmlns:a16="http://schemas.microsoft.com/office/drawing/2014/main" id="{90A1F0A1-65ED-45D7-85A5-ACF94588DA20}"/>
              </a:ext>
            </a:extLst>
          </p:cNvPr>
          <p:cNvSpPr>
            <a:spLocks noChangeArrowheads="1"/>
          </p:cNvSpPr>
          <p:nvPr/>
        </p:nvSpPr>
        <p:spPr bwMode="auto">
          <a:xfrm>
            <a:off x="5003800" y="1341438"/>
            <a:ext cx="3960813" cy="50403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nSpc>
                <a:spcPct val="90000"/>
              </a:lnSpc>
              <a:spcBef>
                <a:spcPct val="20000"/>
              </a:spcBef>
              <a:buClr>
                <a:schemeClr val="accent2"/>
              </a:buClr>
              <a:buFont typeface="Wingdings" panose="05000000000000000000" pitchFamily="2" charset="2"/>
              <a:buNone/>
            </a:pPr>
            <a:r>
              <a:rPr lang="zh-CN" altLang="en-US" sz="1900" dirty="0">
                <a:solidFill>
                  <a:schemeClr val="hlink"/>
                </a:solidFill>
                <a:latin typeface="Verdana" panose="020B0604030504040204" pitchFamily="34" charset="0"/>
              </a:rPr>
              <a:t>在接收结点</a:t>
            </a:r>
          </a:p>
          <a:p>
            <a:pPr>
              <a:lnSpc>
                <a:spcPct val="90000"/>
              </a:lnSpc>
              <a:spcBef>
                <a:spcPct val="20000"/>
              </a:spcBef>
              <a:buClr>
                <a:schemeClr val="accent2"/>
              </a:buClr>
              <a:buFont typeface="Wingdings" panose="05000000000000000000" pitchFamily="2" charset="2"/>
              <a:buNone/>
            </a:pPr>
            <a:r>
              <a:rPr lang="en-US" altLang="zh-CN" sz="1900" dirty="0">
                <a:solidFill>
                  <a:schemeClr val="tx1"/>
                </a:solidFill>
                <a:latin typeface="Verdana" panose="020B0604030504040204" pitchFamily="34" charset="0"/>
              </a:rPr>
              <a:t>(1)  V(R)←0</a:t>
            </a:r>
            <a:r>
              <a:rPr lang="zh-CN" altLang="en-US" sz="1900" dirty="0">
                <a:solidFill>
                  <a:schemeClr val="tx1"/>
                </a:solidFill>
                <a:latin typeface="Verdana" panose="020B0604030504040204" pitchFamily="34" charset="0"/>
              </a:rPr>
              <a:t>。</a:t>
            </a:r>
          </a:p>
          <a:p>
            <a:pPr>
              <a:lnSpc>
                <a:spcPct val="90000"/>
              </a:lnSpc>
              <a:spcBef>
                <a:spcPct val="20000"/>
              </a:spcBef>
              <a:buClr>
                <a:schemeClr val="accent2"/>
              </a:buClr>
              <a:buFont typeface="Wingdings" panose="05000000000000000000" pitchFamily="2" charset="2"/>
              <a:buNone/>
            </a:pPr>
            <a:r>
              <a:rPr lang="en-US" altLang="zh-CN" sz="1900" dirty="0">
                <a:solidFill>
                  <a:schemeClr val="tx1"/>
                </a:solidFill>
                <a:latin typeface="Verdana" panose="020B0604030504040204" pitchFamily="34" charset="0"/>
              </a:rPr>
              <a:t>(2)  </a:t>
            </a:r>
            <a:r>
              <a:rPr lang="zh-CN" altLang="en-US" sz="1900" dirty="0">
                <a:solidFill>
                  <a:schemeClr val="tx1"/>
                </a:solidFill>
                <a:latin typeface="Verdana" panose="020B0604030504040204" pitchFamily="34" charset="0"/>
              </a:rPr>
              <a:t>等待。</a:t>
            </a:r>
          </a:p>
          <a:p>
            <a:pPr>
              <a:lnSpc>
                <a:spcPct val="90000"/>
              </a:lnSpc>
              <a:spcBef>
                <a:spcPct val="20000"/>
              </a:spcBef>
              <a:buClr>
                <a:schemeClr val="accent2"/>
              </a:buClr>
              <a:buFont typeface="Wingdings" panose="05000000000000000000" pitchFamily="2" charset="2"/>
              <a:buNone/>
            </a:pPr>
            <a:r>
              <a:rPr lang="en-US" altLang="zh-CN" sz="1900" dirty="0">
                <a:solidFill>
                  <a:schemeClr val="tx1"/>
                </a:solidFill>
                <a:latin typeface="Verdana" panose="020B0604030504040204" pitchFamily="34" charset="0"/>
              </a:rPr>
              <a:t>(3)  </a:t>
            </a:r>
            <a:r>
              <a:rPr lang="zh-CN" altLang="en-US" sz="1900" dirty="0">
                <a:solidFill>
                  <a:schemeClr val="tx1"/>
                </a:solidFill>
                <a:latin typeface="Verdana" panose="020B0604030504040204" pitchFamily="34" charset="0"/>
              </a:rPr>
              <a:t>收到一个校验正确的数据帧：</a:t>
            </a:r>
          </a:p>
          <a:p>
            <a:pPr>
              <a:lnSpc>
                <a:spcPct val="90000"/>
              </a:lnSpc>
              <a:spcBef>
                <a:spcPct val="20000"/>
              </a:spcBef>
              <a:buClr>
                <a:schemeClr val="accent2"/>
              </a:buClr>
              <a:buFont typeface="Wingdings" panose="05000000000000000000" pitchFamily="2" charset="2"/>
              <a:buNone/>
            </a:pPr>
            <a:r>
              <a:rPr lang="zh-CN" altLang="en-US" sz="1900" dirty="0">
                <a:solidFill>
                  <a:schemeClr val="tx1"/>
                </a:solidFill>
                <a:latin typeface="Verdana" panose="020B0604030504040204" pitchFamily="34" charset="0"/>
              </a:rPr>
              <a:t>       若</a:t>
            </a:r>
            <a:r>
              <a:rPr lang="en-US" altLang="zh-CN" sz="1900" dirty="0">
                <a:solidFill>
                  <a:schemeClr val="tx1"/>
                </a:solidFill>
                <a:latin typeface="Verdana" panose="020B0604030504040204" pitchFamily="34" charset="0"/>
              </a:rPr>
              <a:t>N(S) = V(R)</a:t>
            </a:r>
            <a:r>
              <a:rPr lang="zh-CN" altLang="en-US" sz="1900" dirty="0">
                <a:solidFill>
                  <a:schemeClr val="tx1"/>
                </a:solidFill>
                <a:latin typeface="Verdana" panose="020B0604030504040204" pitchFamily="34" charset="0"/>
              </a:rPr>
              <a:t>，则执行</a:t>
            </a:r>
            <a:r>
              <a:rPr lang="en-US" altLang="zh-CN" sz="1900" dirty="0">
                <a:solidFill>
                  <a:schemeClr val="tx1"/>
                </a:solidFill>
                <a:latin typeface="Verdana" panose="020B0604030504040204" pitchFamily="34" charset="0"/>
              </a:rPr>
              <a:t>(4)</a:t>
            </a:r>
            <a:r>
              <a:rPr lang="zh-CN" altLang="en-US" sz="1900" dirty="0">
                <a:solidFill>
                  <a:schemeClr val="tx1"/>
                </a:solidFill>
                <a:latin typeface="Verdana" panose="020B0604030504040204" pitchFamily="34" charset="0"/>
              </a:rPr>
              <a:t>；</a:t>
            </a:r>
          </a:p>
          <a:p>
            <a:pPr>
              <a:lnSpc>
                <a:spcPct val="90000"/>
              </a:lnSpc>
              <a:spcBef>
                <a:spcPct val="20000"/>
              </a:spcBef>
              <a:buClr>
                <a:schemeClr val="accent2"/>
              </a:buClr>
              <a:buFont typeface="Wingdings" panose="05000000000000000000" pitchFamily="2" charset="2"/>
              <a:buNone/>
            </a:pPr>
            <a:r>
              <a:rPr lang="zh-CN" altLang="en-US" sz="1900" dirty="0">
                <a:solidFill>
                  <a:schemeClr val="tx1"/>
                </a:solidFill>
                <a:latin typeface="Verdana" panose="020B0604030504040204" pitchFamily="34" charset="0"/>
              </a:rPr>
              <a:t>        否则丢弃此数据帧，然后转到</a:t>
            </a:r>
            <a:r>
              <a:rPr lang="en-US" altLang="zh-CN" sz="1900" dirty="0">
                <a:solidFill>
                  <a:schemeClr val="tx1"/>
                </a:solidFill>
                <a:latin typeface="Verdana" panose="020B0604030504040204" pitchFamily="34" charset="0"/>
              </a:rPr>
              <a:t>(6)</a:t>
            </a:r>
            <a:r>
              <a:rPr lang="zh-CN" altLang="en-US" sz="1900" dirty="0">
                <a:solidFill>
                  <a:schemeClr val="tx1"/>
                </a:solidFill>
                <a:latin typeface="Verdana" panose="020B0604030504040204" pitchFamily="34" charset="0"/>
              </a:rPr>
              <a:t>。</a:t>
            </a:r>
          </a:p>
          <a:p>
            <a:pPr>
              <a:lnSpc>
                <a:spcPct val="90000"/>
              </a:lnSpc>
              <a:spcBef>
                <a:spcPct val="20000"/>
              </a:spcBef>
              <a:buClr>
                <a:schemeClr val="accent2"/>
              </a:buClr>
              <a:buFont typeface="Wingdings" panose="05000000000000000000" pitchFamily="2" charset="2"/>
              <a:buNone/>
            </a:pPr>
            <a:r>
              <a:rPr lang="en-US" altLang="zh-CN" sz="1900" dirty="0">
                <a:solidFill>
                  <a:schemeClr val="tx1"/>
                </a:solidFill>
                <a:latin typeface="Verdana" panose="020B0604030504040204" pitchFamily="34" charset="0"/>
              </a:rPr>
              <a:t>(4) </a:t>
            </a:r>
            <a:r>
              <a:rPr lang="zh-CN" altLang="en-US" sz="1900" dirty="0">
                <a:solidFill>
                  <a:schemeClr val="tx1"/>
                </a:solidFill>
                <a:latin typeface="Verdana" panose="020B0604030504040204" pitchFamily="34" charset="0"/>
              </a:rPr>
              <a:t>将收到的数据帧中的数据部分送交上层软件</a:t>
            </a:r>
          </a:p>
          <a:p>
            <a:pPr>
              <a:lnSpc>
                <a:spcPct val="90000"/>
              </a:lnSpc>
              <a:spcBef>
                <a:spcPct val="20000"/>
              </a:spcBef>
              <a:buClr>
                <a:schemeClr val="accent2"/>
              </a:buClr>
              <a:buFont typeface="Wingdings" panose="05000000000000000000" pitchFamily="2" charset="2"/>
              <a:buNone/>
            </a:pPr>
            <a:r>
              <a:rPr lang="en-US" altLang="zh-CN" sz="1900" dirty="0">
                <a:solidFill>
                  <a:schemeClr val="tx1"/>
                </a:solidFill>
                <a:latin typeface="Verdana" panose="020B0604030504040204" pitchFamily="34" charset="0"/>
              </a:rPr>
              <a:t>(5)  V(R)←[1 </a:t>
            </a:r>
            <a:r>
              <a:rPr lang="en-US" altLang="zh-CN" sz="1900" dirty="0">
                <a:solidFill>
                  <a:schemeClr val="tx1"/>
                </a:solidFill>
                <a:latin typeface="Verdana" panose="020B0604030504040204" pitchFamily="34" charset="0"/>
                <a:sym typeface="Symbol" panose="05050102010706020507" pitchFamily="18" charset="2"/>
              </a:rPr>
              <a:t></a:t>
            </a:r>
            <a:r>
              <a:rPr lang="en-US" altLang="zh-CN" sz="1900" dirty="0">
                <a:solidFill>
                  <a:schemeClr val="tx1"/>
                </a:solidFill>
                <a:latin typeface="Verdana" panose="020B0604030504040204" pitchFamily="34" charset="0"/>
              </a:rPr>
              <a:t> V(R)]</a:t>
            </a:r>
            <a:r>
              <a:rPr lang="zh-CN" altLang="en-US" sz="1900" dirty="0">
                <a:solidFill>
                  <a:schemeClr val="tx1"/>
                </a:solidFill>
                <a:latin typeface="Verdana" panose="020B0604030504040204" pitchFamily="34" charset="0"/>
              </a:rPr>
              <a:t>。</a:t>
            </a:r>
          </a:p>
          <a:p>
            <a:pPr>
              <a:lnSpc>
                <a:spcPct val="90000"/>
              </a:lnSpc>
              <a:spcBef>
                <a:spcPct val="20000"/>
              </a:spcBef>
              <a:buClr>
                <a:schemeClr val="accent2"/>
              </a:buClr>
              <a:buFont typeface="Wingdings" panose="05000000000000000000" pitchFamily="2" charset="2"/>
              <a:buNone/>
            </a:pPr>
            <a:r>
              <a:rPr lang="en-US" altLang="zh-CN" sz="1900" dirty="0">
                <a:solidFill>
                  <a:schemeClr val="tx1"/>
                </a:solidFill>
                <a:latin typeface="Verdana" panose="020B0604030504040204" pitchFamily="34" charset="0"/>
              </a:rPr>
              <a:t>(6)  </a:t>
            </a:r>
            <a:r>
              <a:rPr lang="en-US" altLang="zh-CN" sz="1900" i="1" dirty="0" err="1">
                <a:solidFill>
                  <a:schemeClr val="tx1"/>
                </a:solidFill>
                <a:latin typeface="Verdana" panose="020B0604030504040204" pitchFamily="34" charset="0"/>
              </a:rPr>
              <a:t>n</a:t>
            </a:r>
            <a:r>
              <a:rPr lang="en-US" altLang="zh-CN" sz="1900" dirty="0" err="1">
                <a:solidFill>
                  <a:schemeClr val="tx1"/>
                </a:solidFill>
                <a:latin typeface="Verdana" panose="020B0604030504040204" pitchFamily="34" charset="0"/>
              </a:rPr>
              <a:t>←V</a:t>
            </a:r>
            <a:r>
              <a:rPr lang="en-US" altLang="zh-CN" sz="1900" dirty="0">
                <a:solidFill>
                  <a:schemeClr val="tx1"/>
                </a:solidFill>
                <a:latin typeface="Verdana" panose="020B0604030504040204" pitchFamily="34" charset="0"/>
              </a:rPr>
              <a:t>(R)</a:t>
            </a:r>
            <a:r>
              <a:rPr lang="zh-CN" altLang="en-US" sz="1900" dirty="0">
                <a:solidFill>
                  <a:schemeClr val="tx1"/>
                </a:solidFill>
                <a:latin typeface="Verdana" panose="020B0604030504040204" pitchFamily="34" charset="0"/>
              </a:rPr>
              <a:t>；</a:t>
            </a:r>
          </a:p>
          <a:p>
            <a:pPr>
              <a:lnSpc>
                <a:spcPct val="90000"/>
              </a:lnSpc>
              <a:spcBef>
                <a:spcPct val="20000"/>
              </a:spcBef>
              <a:buClr>
                <a:schemeClr val="accent2"/>
              </a:buClr>
              <a:buFont typeface="Wingdings" panose="05000000000000000000" pitchFamily="2" charset="2"/>
              <a:buNone/>
            </a:pPr>
            <a:r>
              <a:rPr lang="zh-CN" altLang="en-US" sz="1900" dirty="0">
                <a:solidFill>
                  <a:schemeClr val="tx1"/>
                </a:solidFill>
                <a:latin typeface="Verdana" panose="020B0604030504040204" pitchFamily="34" charset="0"/>
              </a:rPr>
              <a:t>      发送确认帧 </a:t>
            </a:r>
            <a:r>
              <a:rPr lang="en-US" altLang="zh-CN" sz="1900" dirty="0" err="1">
                <a:solidFill>
                  <a:schemeClr val="tx1"/>
                </a:solidFill>
                <a:latin typeface="Verdana" panose="020B0604030504040204" pitchFamily="34" charset="0"/>
              </a:rPr>
              <a:t>ACK</a:t>
            </a:r>
            <a:r>
              <a:rPr lang="en-US" altLang="zh-CN" sz="1900" i="1" dirty="0" err="1">
                <a:solidFill>
                  <a:schemeClr val="tx1"/>
                </a:solidFill>
                <a:latin typeface="Verdana" panose="020B0604030504040204" pitchFamily="34" charset="0"/>
              </a:rPr>
              <a:t>n</a:t>
            </a:r>
            <a:r>
              <a:rPr lang="zh-CN" altLang="en-US" sz="1900" dirty="0">
                <a:solidFill>
                  <a:schemeClr val="tx1"/>
                </a:solidFill>
                <a:latin typeface="Verdana" panose="020B0604030504040204" pitchFamily="34" charset="0"/>
              </a:rPr>
              <a:t>，转到</a:t>
            </a:r>
            <a:r>
              <a:rPr lang="en-US" altLang="zh-CN" sz="1900" dirty="0">
                <a:solidFill>
                  <a:schemeClr val="tx1"/>
                </a:solidFill>
                <a:latin typeface="Verdana" panose="020B0604030504040204" pitchFamily="34" charset="0"/>
              </a:rPr>
              <a:t>(2)</a:t>
            </a:r>
            <a:r>
              <a:rPr lang="zh-CN" altLang="en-US" sz="1900" dirty="0">
                <a:solidFill>
                  <a:schemeClr val="tx1"/>
                </a:solidFill>
                <a:latin typeface="Verdana" panose="020B0604030504040204" pitchFamily="34" charset="0"/>
              </a:rPr>
              <a:t>。 </a:t>
            </a:r>
          </a:p>
        </p:txBody>
      </p:sp>
      <p:sp>
        <p:nvSpPr>
          <p:cNvPr id="2" name="矩形 1">
            <a:extLst>
              <a:ext uri="{FF2B5EF4-FFF2-40B4-BE49-F238E27FC236}">
                <a16:creationId xmlns:a16="http://schemas.microsoft.com/office/drawing/2014/main" id="{2B205B34-2D81-44DE-A186-02F98E61DE27}"/>
              </a:ext>
            </a:extLst>
          </p:cNvPr>
          <p:cNvSpPr/>
          <p:nvPr/>
        </p:nvSpPr>
        <p:spPr>
          <a:xfrm>
            <a:off x="2501106" y="476250"/>
            <a:ext cx="4339650" cy="646331"/>
          </a:xfrm>
          <a:prstGeom prst="rect">
            <a:avLst/>
          </a:prstGeom>
        </p:spPr>
        <p:txBody>
          <a:bodyPr wrap="none">
            <a:spAutoFit/>
          </a:bodyPr>
          <a:lstStyle/>
          <a:p>
            <a:r>
              <a:rPr lang="zh-CN" altLang="en-US" sz="3600" dirty="0">
                <a:solidFill>
                  <a:schemeClr val="tx1"/>
                </a:solidFill>
              </a:rPr>
              <a:t>停止等待协议的算法</a:t>
            </a:r>
          </a:p>
        </p:txBody>
      </p:sp>
    </p:spTree>
  </p:cSld>
  <p:clrMapOvr>
    <a:masterClrMapping/>
  </p:clrMapOvr>
  <p:transition spd="slow">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306177">
            <a:extLst>
              <a:ext uri="{FF2B5EF4-FFF2-40B4-BE49-F238E27FC236}">
                <a16:creationId xmlns:a16="http://schemas.microsoft.com/office/drawing/2014/main" id="{55AAAD01-D3A5-47B4-B5C8-908CE33045A0}"/>
              </a:ext>
            </a:extLst>
          </p:cNvPr>
          <p:cNvSpPr>
            <a:spLocks noGrp="1"/>
          </p:cNvSpPr>
          <p:nvPr>
            <p:ph type="title"/>
          </p:nvPr>
        </p:nvSpPr>
        <p:spPr>
          <a:xfrm>
            <a:off x="539750" y="188913"/>
            <a:ext cx="8243888" cy="741362"/>
          </a:xfrm>
        </p:spPr>
        <p:txBody>
          <a:bodyPr/>
          <a:lstStyle/>
          <a:p>
            <a:pPr algn="ctr"/>
            <a:r>
              <a:rPr lang="zh-CN" altLang="en-US"/>
              <a:t>停止等待协议的要点</a:t>
            </a:r>
          </a:p>
        </p:txBody>
      </p:sp>
      <p:sp>
        <p:nvSpPr>
          <p:cNvPr id="83971" name="文本占位符 306178">
            <a:extLst>
              <a:ext uri="{FF2B5EF4-FFF2-40B4-BE49-F238E27FC236}">
                <a16:creationId xmlns:a16="http://schemas.microsoft.com/office/drawing/2014/main" id="{D0E03FDA-B8EA-4DC1-9404-2D81E01862E4}"/>
              </a:ext>
            </a:extLst>
          </p:cNvPr>
          <p:cNvSpPr>
            <a:spLocks noGrp="1"/>
          </p:cNvSpPr>
          <p:nvPr>
            <p:ph type="body" idx="1"/>
          </p:nvPr>
        </p:nvSpPr>
        <p:spPr>
          <a:xfrm>
            <a:off x="971550" y="1268413"/>
            <a:ext cx="7772400" cy="5113337"/>
          </a:xfrm>
        </p:spPr>
        <p:txBody>
          <a:bodyPr/>
          <a:lstStyle/>
          <a:p>
            <a:pPr algn="just"/>
            <a:r>
              <a:rPr lang="zh-CN" altLang="en-US" dirty="0"/>
              <a:t>只有收到序号正确的确认帧</a:t>
            </a:r>
            <a:r>
              <a:rPr lang="zh-CN" altLang="en-US" sz="1700" dirty="0"/>
              <a:t> </a:t>
            </a:r>
            <a:r>
              <a:rPr lang="en-US" altLang="zh-CN" dirty="0" err="1"/>
              <a:t>ACK</a:t>
            </a:r>
            <a:r>
              <a:rPr lang="en-US" altLang="zh-CN" i="1" dirty="0" err="1"/>
              <a:t>n</a:t>
            </a:r>
            <a:r>
              <a:rPr lang="en-US" altLang="zh-CN" sz="1700" i="1" dirty="0"/>
              <a:t> </a:t>
            </a:r>
            <a:r>
              <a:rPr lang="zh-CN" altLang="en-US" dirty="0"/>
              <a:t>后，才更新发送状态变量</a:t>
            </a:r>
            <a:r>
              <a:rPr lang="zh-CN" altLang="en-US" sz="1700" dirty="0"/>
              <a:t> </a:t>
            </a:r>
            <a:r>
              <a:rPr lang="en-US" altLang="zh-CN" dirty="0"/>
              <a:t>V(S)</a:t>
            </a:r>
            <a:r>
              <a:rPr lang="zh-CN" altLang="en-US" dirty="0"/>
              <a:t>一次，并发送新的数据帧。</a:t>
            </a:r>
          </a:p>
          <a:p>
            <a:pPr algn="just"/>
            <a:r>
              <a:rPr lang="zh-CN" altLang="en-US" dirty="0"/>
              <a:t>接收端接收到正确的数据帧时，就要将发送序号</a:t>
            </a:r>
            <a:r>
              <a:rPr lang="zh-CN" altLang="en-US" sz="1700" dirty="0"/>
              <a:t> </a:t>
            </a:r>
            <a:r>
              <a:rPr lang="en-US" altLang="zh-CN" dirty="0"/>
              <a:t>N(S)</a:t>
            </a:r>
            <a:r>
              <a:rPr lang="en-US" altLang="zh-CN" sz="1500" dirty="0"/>
              <a:t> </a:t>
            </a:r>
            <a:r>
              <a:rPr lang="zh-CN" altLang="en-US" dirty="0"/>
              <a:t>与本地的接收状态变量</a:t>
            </a:r>
            <a:r>
              <a:rPr lang="zh-CN" altLang="en-US" sz="1700" dirty="0"/>
              <a:t> </a:t>
            </a:r>
            <a:r>
              <a:rPr lang="en-US" altLang="zh-CN" dirty="0"/>
              <a:t>V(R)</a:t>
            </a:r>
            <a:r>
              <a:rPr lang="en-US" altLang="zh-CN" sz="1700" dirty="0"/>
              <a:t> </a:t>
            </a:r>
            <a:r>
              <a:rPr lang="zh-CN" altLang="en-US" dirty="0"/>
              <a:t>相比较。</a:t>
            </a:r>
          </a:p>
          <a:p>
            <a:pPr lvl="1" algn="just"/>
            <a:r>
              <a:rPr lang="zh-CN" altLang="en-US" dirty="0">
                <a:ea typeface="黑体" panose="02010609060101010101" pitchFamily="49" charset="-122"/>
              </a:rPr>
              <a:t>若二者相等就表明是</a:t>
            </a:r>
            <a:r>
              <a:rPr lang="zh-CN" altLang="en-US" dirty="0">
                <a:solidFill>
                  <a:srgbClr val="0000FF"/>
                </a:solidFill>
                <a:ea typeface="黑体" panose="02010609060101010101" pitchFamily="49" charset="-122"/>
              </a:rPr>
              <a:t>新的数据帧</a:t>
            </a:r>
            <a:r>
              <a:rPr lang="zh-CN" altLang="en-US" dirty="0">
                <a:ea typeface="黑体" panose="02010609060101010101" pitchFamily="49" charset="-122"/>
              </a:rPr>
              <a:t>，就收下，并发送确认。</a:t>
            </a:r>
          </a:p>
          <a:p>
            <a:pPr lvl="1" algn="just"/>
            <a:r>
              <a:rPr lang="zh-CN" altLang="en-US" dirty="0">
                <a:ea typeface="黑体" panose="02010609060101010101" pitchFamily="49" charset="-122"/>
              </a:rPr>
              <a:t>否则为</a:t>
            </a:r>
            <a:r>
              <a:rPr lang="zh-CN" altLang="en-US" dirty="0">
                <a:solidFill>
                  <a:srgbClr val="0000FF"/>
                </a:solidFill>
                <a:ea typeface="黑体" panose="02010609060101010101" pitchFamily="49" charset="-122"/>
              </a:rPr>
              <a:t>重复帧</a:t>
            </a:r>
            <a:r>
              <a:rPr lang="zh-CN" altLang="en-US" dirty="0">
                <a:ea typeface="黑体" panose="02010609060101010101" pitchFamily="49" charset="-122"/>
              </a:rPr>
              <a:t>，就必须丢弃。但这时仍须向发送端发送</a:t>
            </a:r>
            <a:r>
              <a:rPr lang="zh-CN" altLang="en-US" dirty="0">
                <a:solidFill>
                  <a:srgbClr val="FF0000"/>
                </a:solidFill>
                <a:ea typeface="黑体" panose="02010609060101010101" pitchFamily="49" charset="-122"/>
              </a:rPr>
              <a:t>确认帧</a:t>
            </a:r>
            <a:r>
              <a:rPr lang="zh-CN" altLang="en-US" sz="1500" dirty="0">
                <a:solidFill>
                  <a:srgbClr val="FF0000"/>
                </a:solidFill>
                <a:ea typeface="黑体" panose="02010609060101010101" pitchFamily="49" charset="-122"/>
              </a:rPr>
              <a:t> </a:t>
            </a:r>
            <a:r>
              <a:rPr lang="en-US" altLang="zh-CN" dirty="0" err="1">
                <a:solidFill>
                  <a:srgbClr val="FF0000"/>
                </a:solidFill>
                <a:ea typeface="黑体" panose="02010609060101010101" pitchFamily="49" charset="-122"/>
              </a:rPr>
              <a:t>ACK</a:t>
            </a:r>
            <a:r>
              <a:rPr lang="en-US" altLang="zh-CN" i="1" dirty="0" err="1">
                <a:solidFill>
                  <a:srgbClr val="FF0000"/>
                </a:solidFill>
                <a:ea typeface="黑体" panose="02010609060101010101" pitchFamily="49" charset="-122"/>
              </a:rPr>
              <a:t>n</a:t>
            </a:r>
            <a:r>
              <a:rPr lang="zh-CN" altLang="en-US" dirty="0">
                <a:ea typeface="黑体" panose="02010609060101010101" pitchFamily="49" charset="-122"/>
              </a:rPr>
              <a:t>，而接收状态变量</a:t>
            </a:r>
            <a:r>
              <a:rPr lang="zh-CN" altLang="en-US" sz="1500" dirty="0">
                <a:ea typeface="黑体" panose="02010609060101010101" pitchFamily="49" charset="-122"/>
              </a:rPr>
              <a:t> </a:t>
            </a:r>
            <a:r>
              <a:rPr lang="en-US" altLang="zh-CN" dirty="0">
                <a:ea typeface="黑体" panose="02010609060101010101" pitchFamily="49" charset="-122"/>
              </a:rPr>
              <a:t>V(R)</a:t>
            </a:r>
            <a:r>
              <a:rPr lang="en-US" altLang="zh-CN" sz="1500" dirty="0">
                <a:ea typeface="黑体" panose="02010609060101010101" pitchFamily="49" charset="-122"/>
              </a:rPr>
              <a:t> </a:t>
            </a:r>
            <a:r>
              <a:rPr lang="zh-CN" altLang="en-US" dirty="0">
                <a:ea typeface="黑体" panose="02010609060101010101" pitchFamily="49" charset="-122"/>
              </a:rPr>
              <a:t>和确认序号</a:t>
            </a:r>
            <a:r>
              <a:rPr lang="zh-CN" altLang="en-US" sz="1500" dirty="0">
                <a:ea typeface="黑体" panose="02010609060101010101" pitchFamily="49" charset="-122"/>
              </a:rPr>
              <a:t> </a:t>
            </a:r>
            <a:r>
              <a:rPr lang="en-US" altLang="zh-CN" i="1" dirty="0">
                <a:ea typeface="黑体" panose="02010609060101010101" pitchFamily="49" charset="-122"/>
              </a:rPr>
              <a:t>n</a:t>
            </a:r>
            <a:r>
              <a:rPr lang="en-US" altLang="zh-CN" sz="1700" i="1" dirty="0">
                <a:ea typeface="黑体" panose="02010609060101010101" pitchFamily="49" charset="-122"/>
              </a:rPr>
              <a:t> </a:t>
            </a:r>
            <a:r>
              <a:rPr lang="zh-CN" altLang="en-US" dirty="0">
                <a:ea typeface="黑体" panose="02010609060101010101" pitchFamily="49" charset="-122"/>
              </a:rPr>
              <a:t>都不变。</a:t>
            </a:r>
            <a:r>
              <a:rPr lang="zh-CN" altLang="en-US" dirty="0"/>
              <a:t>   </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animEffect transition="in" filter="circle(in)">
                                      <p:cBhvr>
                                        <p:cTn id="7" dur="2000"/>
                                        <p:tgtEl>
                                          <p:spTgt spid="839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83971">
                                            <p:txEl>
                                              <p:pRg st="2" end="2"/>
                                            </p:txEl>
                                          </p:spTgt>
                                        </p:tgtEl>
                                        <p:attrNameLst>
                                          <p:attrName>style.visibility</p:attrName>
                                        </p:attrNameLst>
                                      </p:cBhvr>
                                      <p:to>
                                        <p:strVal val="visible"/>
                                      </p:to>
                                    </p:set>
                                    <p:animEffect transition="in" filter="circle(in)">
                                      <p:cBhvr>
                                        <p:cTn id="12" dur="2000"/>
                                        <p:tgtEl>
                                          <p:spTgt spid="839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83971">
                                            <p:txEl>
                                              <p:pRg st="3" end="3"/>
                                            </p:txEl>
                                          </p:spTgt>
                                        </p:tgtEl>
                                        <p:attrNameLst>
                                          <p:attrName>style.visibility</p:attrName>
                                        </p:attrNameLst>
                                      </p:cBhvr>
                                      <p:to>
                                        <p:strVal val="visible"/>
                                      </p:to>
                                    </p:set>
                                    <p:animEffect transition="in" filter="circle(in)">
                                      <p:cBhvr>
                                        <p:cTn id="17" dur="2000"/>
                                        <p:tgtEl>
                                          <p:spTgt spid="839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307201">
            <a:extLst>
              <a:ext uri="{FF2B5EF4-FFF2-40B4-BE49-F238E27FC236}">
                <a16:creationId xmlns:a16="http://schemas.microsoft.com/office/drawing/2014/main" id="{CC7B72E5-AECD-4EBF-AECA-C781D720675C}"/>
              </a:ext>
            </a:extLst>
          </p:cNvPr>
          <p:cNvSpPr>
            <a:spLocks noGrp="1"/>
          </p:cNvSpPr>
          <p:nvPr>
            <p:ph type="title"/>
          </p:nvPr>
        </p:nvSpPr>
        <p:spPr>
          <a:xfrm>
            <a:off x="504825" y="260350"/>
            <a:ext cx="8243888" cy="812800"/>
          </a:xfrm>
        </p:spPr>
        <p:txBody>
          <a:bodyPr/>
          <a:lstStyle/>
          <a:p>
            <a:pPr algn="ctr"/>
            <a:r>
              <a:rPr lang="zh-CN" altLang="en-US"/>
              <a:t>停止等待协议的要点</a:t>
            </a:r>
          </a:p>
        </p:txBody>
      </p:sp>
      <p:sp>
        <p:nvSpPr>
          <p:cNvPr id="84995" name="文本占位符 307202">
            <a:extLst>
              <a:ext uri="{FF2B5EF4-FFF2-40B4-BE49-F238E27FC236}">
                <a16:creationId xmlns:a16="http://schemas.microsoft.com/office/drawing/2014/main" id="{FFE91B0C-6B09-48C1-AF3B-1769FE143207}"/>
              </a:ext>
            </a:extLst>
          </p:cNvPr>
          <p:cNvSpPr>
            <a:spLocks noGrp="1"/>
          </p:cNvSpPr>
          <p:nvPr>
            <p:ph type="body" idx="1"/>
          </p:nvPr>
        </p:nvSpPr>
        <p:spPr>
          <a:xfrm>
            <a:off x="971550" y="1412875"/>
            <a:ext cx="7772400" cy="4968875"/>
          </a:xfrm>
        </p:spPr>
        <p:txBody>
          <a:bodyPr/>
          <a:lstStyle/>
          <a:p>
            <a:pPr algn="just"/>
            <a:r>
              <a:rPr lang="zh-CN" altLang="en-US" sz="2600" dirty="0"/>
              <a:t>发送端在发送完数据帧时，必须在其发送缓存中暂时保留这个数据帧的</a:t>
            </a:r>
            <a:r>
              <a:rPr lang="zh-CN" altLang="en-US" sz="2600" dirty="0">
                <a:solidFill>
                  <a:srgbClr val="0000FF"/>
                </a:solidFill>
              </a:rPr>
              <a:t>副本</a:t>
            </a:r>
            <a:r>
              <a:rPr lang="zh-CN" altLang="en-US" sz="2600" dirty="0"/>
              <a:t>。这样才能在出差错时进行重传。只有确认对方已经收到这个数据帧时，才可以清除这个副本。</a:t>
            </a:r>
          </a:p>
          <a:p>
            <a:pPr algn="just"/>
            <a:r>
              <a:rPr lang="zh-CN" altLang="en-US" sz="2600" dirty="0"/>
              <a:t>发送端对出错的数据帧进行重传是自动进行的，因而这种差错控制体制常简称为 </a:t>
            </a:r>
            <a:r>
              <a:rPr lang="en-US" altLang="zh-CN" sz="2600" dirty="0">
                <a:solidFill>
                  <a:srgbClr val="0000FF"/>
                </a:solidFill>
              </a:rPr>
              <a:t>ARQ</a:t>
            </a:r>
            <a:r>
              <a:rPr lang="en-US" altLang="zh-CN" sz="2600" dirty="0"/>
              <a:t> (Automatic Repeat </a:t>
            </a:r>
            <a:r>
              <a:rPr lang="en-US" altLang="zh-CN" sz="2600" dirty="0" err="1"/>
              <a:t>reQuest</a:t>
            </a:r>
            <a:r>
              <a:rPr lang="en-US" altLang="zh-CN" sz="2600" dirty="0"/>
              <a:t>)</a:t>
            </a:r>
            <a:r>
              <a:rPr lang="zh-CN" altLang="en-US" sz="2600" dirty="0"/>
              <a:t>，直译是自动重传请求，但意思是自动请求重传。  </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animEffect transition="in" filter="circle(in)">
                                      <p:cBhvr>
                                        <p:cTn id="7" dur="2000"/>
                                        <p:tgtEl>
                                          <p:spTgt spid="849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308225">
            <a:extLst>
              <a:ext uri="{FF2B5EF4-FFF2-40B4-BE49-F238E27FC236}">
                <a16:creationId xmlns:a16="http://schemas.microsoft.com/office/drawing/2014/main" id="{48085FC6-78A2-4C8C-A208-C44083C8D87F}"/>
              </a:ext>
            </a:extLst>
          </p:cNvPr>
          <p:cNvSpPr>
            <a:spLocks noGrp="1"/>
          </p:cNvSpPr>
          <p:nvPr>
            <p:ph type="title"/>
          </p:nvPr>
        </p:nvSpPr>
        <p:spPr/>
        <p:txBody>
          <a:bodyPr/>
          <a:lstStyle/>
          <a:p>
            <a:pPr algn="ctr"/>
            <a:r>
              <a:rPr lang="zh-CN" altLang="en-US"/>
              <a:t>停止等待协议 </a:t>
            </a:r>
            <a:r>
              <a:rPr lang="en-US" altLang="zh-CN"/>
              <a:t>ARQ </a:t>
            </a:r>
            <a:r>
              <a:rPr lang="zh-CN" altLang="en-US"/>
              <a:t>的定量分析 </a:t>
            </a:r>
          </a:p>
        </p:txBody>
      </p:sp>
      <p:sp>
        <p:nvSpPr>
          <p:cNvPr id="87043" name="Rectangle 57">
            <a:extLst>
              <a:ext uri="{FF2B5EF4-FFF2-40B4-BE49-F238E27FC236}">
                <a16:creationId xmlns:a16="http://schemas.microsoft.com/office/drawing/2014/main" id="{8764C0C4-06C2-41A0-B138-5D1A3689FCCF}"/>
              </a:ext>
            </a:extLst>
          </p:cNvPr>
          <p:cNvSpPr>
            <a:spLocks noChangeArrowheads="1"/>
          </p:cNvSpPr>
          <p:nvPr/>
        </p:nvSpPr>
        <p:spPr bwMode="auto">
          <a:xfrm>
            <a:off x="387350" y="1069975"/>
            <a:ext cx="8305800" cy="4738688"/>
          </a:xfrm>
          <a:prstGeom prst="rect">
            <a:avLst/>
          </a:prstGeom>
          <a:solidFill>
            <a:srgbClr val="E6FDFE"/>
          </a:solidFill>
          <a:ln w="12700">
            <a:solidFill>
              <a:schemeClr val="tx1"/>
            </a:solidFill>
            <a:miter lim="800000"/>
            <a:headEnd type="none" w="sm" len="sm"/>
            <a:tailEnd type="none" w="sm" len="sm"/>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44" name="Text Box 4">
            <a:extLst>
              <a:ext uri="{FF2B5EF4-FFF2-40B4-BE49-F238E27FC236}">
                <a16:creationId xmlns:a16="http://schemas.microsoft.com/office/drawing/2014/main" id="{EDA5163A-1BB4-4372-A9A7-C6EDC4A7C816}"/>
              </a:ext>
            </a:extLst>
          </p:cNvPr>
          <p:cNvSpPr txBox="1">
            <a:spLocks noChangeArrowheads="1"/>
          </p:cNvSpPr>
          <p:nvPr/>
        </p:nvSpPr>
        <p:spPr bwMode="auto">
          <a:xfrm>
            <a:off x="2916238" y="1389063"/>
            <a:ext cx="354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a:solidFill>
                  <a:srgbClr val="333399"/>
                </a:solidFill>
                <a:ea typeface="黑体" panose="02010609060101010101" pitchFamily="49" charset="-122"/>
              </a:rPr>
              <a:t>A</a:t>
            </a:r>
          </a:p>
        </p:txBody>
      </p:sp>
      <p:sp>
        <p:nvSpPr>
          <p:cNvPr id="87045" name="Text Box 5">
            <a:extLst>
              <a:ext uri="{FF2B5EF4-FFF2-40B4-BE49-F238E27FC236}">
                <a16:creationId xmlns:a16="http://schemas.microsoft.com/office/drawing/2014/main" id="{FEAB31E0-8E13-4CD8-8F0A-0BF646864BBE}"/>
              </a:ext>
            </a:extLst>
          </p:cNvPr>
          <p:cNvSpPr txBox="1">
            <a:spLocks noChangeArrowheads="1"/>
          </p:cNvSpPr>
          <p:nvPr/>
        </p:nvSpPr>
        <p:spPr bwMode="auto">
          <a:xfrm>
            <a:off x="6107113" y="1404938"/>
            <a:ext cx="354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a:solidFill>
                  <a:srgbClr val="333399"/>
                </a:solidFill>
                <a:ea typeface="黑体" panose="02010609060101010101" pitchFamily="49" charset="-122"/>
              </a:rPr>
              <a:t>B</a:t>
            </a:r>
          </a:p>
        </p:txBody>
      </p:sp>
      <p:sp>
        <p:nvSpPr>
          <p:cNvPr id="87046" name="AutoShape 6">
            <a:extLst>
              <a:ext uri="{FF2B5EF4-FFF2-40B4-BE49-F238E27FC236}">
                <a16:creationId xmlns:a16="http://schemas.microsoft.com/office/drawing/2014/main" id="{9F9E2F30-E150-4C18-B979-37D0A11A3644}"/>
              </a:ext>
            </a:extLst>
          </p:cNvPr>
          <p:cNvSpPr>
            <a:spLocks noChangeArrowheads="1"/>
          </p:cNvSpPr>
          <p:nvPr/>
        </p:nvSpPr>
        <p:spPr bwMode="auto">
          <a:xfrm rot="-5400000" flipH="1" flipV="1">
            <a:off x="4151313" y="769938"/>
            <a:ext cx="1066800" cy="3200400"/>
          </a:xfrm>
          <a:prstGeom prst="parallelogram">
            <a:avLst>
              <a:gd name="adj" fmla="val 30056"/>
            </a:avLst>
          </a:prstGeom>
          <a:solidFill>
            <a:srgbClr val="FFFF66"/>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47" name="AutoShape 7">
            <a:extLst>
              <a:ext uri="{FF2B5EF4-FFF2-40B4-BE49-F238E27FC236}">
                <a16:creationId xmlns:a16="http://schemas.microsoft.com/office/drawing/2014/main" id="{97059342-5BC6-4D76-AB21-5CDC0D83D7C2}"/>
              </a:ext>
            </a:extLst>
          </p:cNvPr>
          <p:cNvSpPr>
            <a:spLocks noChangeArrowheads="1"/>
          </p:cNvSpPr>
          <p:nvPr/>
        </p:nvSpPr>
        <p:spPr bwMode="auto">
          <a:xfrm rot="5400000" flipV="1">
            <a:off x="4379913" y="1989138"/>
            <a:ext cx="609600" cy="3200400"/>
          </a:xfrm>
          <a:prstGeom prst="parallelogram">
            <a:avLst>
              <a:gd name="adj" fmla="val 49218"/>
            </a:avLst>
          </a:prstGeom>
          <a:solidFill>
            <a:srgbClr val="00FF00"/>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48" name="AutoShape 8">
            <a:extLst>
              <a:ext uri="{FF2B5EF4-FFF2-40B4-BE49-F238E27FC236}">
                <a16:creationId xmlns:a16="http://schemas.microsoft.com/office/drawing/2014/main" id="{F094565A-E061-45E7-AAEB-89E3774367D9}"/>
              </a:ext>
            </a:extLst>
          </p:cNvPr>
          <p:cNvSpPr>
            <a:spLocks noChangeArrowheads="1"/>
          </p:cNvSpPr>
          <p:nvPr/>
        </p:nvSpPr>
        <p:spPr bwMode="auto">
          <a:xfrm rot="-5400000" flipH="1" flipV="1">
            <a:off x="4151313" y="3208338"/>
            <a:ext cx="1066800" cy="3200400"/>
          </a:xfrm>
          <a:prstGeom prst="parallelogram">
            <a:avLst>
              <a:gd name="adj" fmla="val 30056"/>
            </a:avLst>
          </a:prstGeom>
          <a:solidFill>
            <a:srgbClr val="FFFF66"/>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49" name="Line 9">
            <a:extLst>
              <a:ext uri="{FF2B5EF4-FFF2-40B4-BE49-F238E27FC236}">
                <a16:creationId xmlns:a16="http://schemas.microsoft.com/office/drawing/2014/main" id="{3A85B5AE-E82D-425C-832A-536018AE45F4}"/>
              </a:ext>
            </a:extLst>
          </p:cNvPr>
          <p:cNvSpPr>
            <a:spLocks noChangeShapeType="1"/>
          </p:cNvSpPr>
          <p:nvPr/>
        </p:nvSpPr>
        <p:spPr bwMode="auto">
          <a:xfrm>
            <a:off x="3084513" y="1760538"/>
            <a:ext cx="0" cy="3657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0" name="Line 10">
            <a:extLst>
              <a:ext uri="{FF2B5EF4-FFF2-40B4-BE49-F238E27FC236}">
                <a16:creationId xmlns:a16="http://schemas.microsoft.com/office/drawing/2014/main" id="{535E1CF2-5E9B-4DB9-8366-7BA3DEBCBF03}"/>
              </a:ext>
            </a:extLst>
          </p:cNvPr>
          <p:cNvSpPr>
            <a:spLocks noChangeShapeType="1"/>
          </p:cNvSpPr>
          <p:nvPr/>
        </p:nvSpPr>
        <p:spPr bwMode="auto">
          <a:xfrm>
            <a:off x="6284913" y="1760538"/>
            <a:ext cx="0" cy="3657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1" name="Line 11">
            <a:extLst>
              <a:ext uri="{FF2B5EF4-FFF2-40B4-BE49-F238E27FC236}">
                <a16:creationId xmlns:a16="http://schemas.microsoft.com/office/drawing/2014/main" id="{D11BFA72-4342-43F1-AC5B-D9AF7444FD16}"/>
              </a:ext>
            </a:extLst>
          </p:cNvPr>
          <p:cNvSpPr>
            <a:spLocks noChangeShapeType="1"/>
          </p:cNvSpPr>
          <p:nvPr/>
        </p:nvSpPr>
        <p:spPr bwMode="auto">
          <a:xfrm>
            <a:off x="3084513" y="1836738"/>
            <a:ext cx="3200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2" name="Text Box 12">
            <a:extLst>
              <a:ext uri="{FF2B5EF4-FFF2-40B4-BE49-F238E27FC236}">
                <a16:creationId xmlns:a16="http://schemas.microsoft.com/office/drawing/2014/main" id="{13F0118A-8F0F-47B8-82CF-8695AF0FB649}"/>
              </a:ext>
            </a:extLst>
          </p:cNvPr>
          <p:cNvSpPr txBox="1">
            <a:spLocks noChangeArrowheads="1"/>
          </p:cNvSpPr>
          <p:nvPr/>
        </p:nvSpPr>
        <p:spPr bwMode="auto">
          <a:xfrm>
            <a:off x="3389313" y="2014538"/>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a:solidFill>
                  <a:srgbClr val="333399"/>
                </a:solidFill>
                <a:ea typeface="黑体" panose="02010609060101010101" pitchFamily="49" charset="-122"/>
              </a:rPr>
              <a:t>DATA</a:t>
            </a:r>
          </a:p>
        </p:txBody>
      </p:sp>
      <p:sp>
        <p:nvSpPr>
          <p:cNvPr id="87053" name="Text Box 13">
            <a:extLst>
              <a:ext uri="{FF2B5EF4-FFF2-40B4-BE49-F238E27FC236}">
                <a16:creationId xmlns:a16="http://schemas.microsoft.com/office/drawing/2014/main" id="{DD6231A9-6DC7-4010-BB39-B4E77C8D8ACE}"/>
              </a:ext>
            </a:extLst>
          </p:cNvPr>
          <p:cNvSpPr txBox="1">
            <a:spLocks noChangeArrowheads="1"/>
          </p:cNvSpPr>
          <p:nvPr/>
        </p:nvSpPr>
        <p:spPr bwMode="auto">
          <a:xfrm>
            <a:off x="3389313" y="4497388"/>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a:solidFill>
                  <a:srgbClr val="333399"/>
                </a:solidFill>
                <a:ea typeface="黑体" panose="02010609060101010101" pitchFamily="49" charset="-122"/>
              </a:rPr>
              <a:t>DATA</a:t>
            </a:r>
          </a:p>
        </p:txBody>
      </p:sp>
      <p:sp>
        <p:nvSpPr>
          <p:cNvPr id="87054" name="Text Box 14">
            <a:extLst>
              <a:ext uri="{FF2B5EF4-FFF2-40B4-BE49-F238E27FC236}">
                <a16:creationId xmlns:a16="http://schemas.microsoft.com/office/drawing/2014/main" id="{44725534-B082-4258-A3B7-0101628E29E4}"/>
              </a:ext>
            </a:extLst>
          </p:cNvPr>
          <p:cNvSpPr txBox="1">
            <a:spLocks noChangeArrowheads="1"/>
          </p:cNvSpPr>
          <p:nvPr/>
        </p:nvSpPr>
        <p:spPr bwMode="auto">
          <a:xfrm>
            <a:off x="5370513" y="3278188"/>
            <a:ext cx="708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a:solidFill>
                  <a:srgbClr val="333399"/>
                </a:solidFill>
                <a:ea typeface="黑体" panose="02010609060101010101" pitchFamily="49" charset="-122"/>
              </a:rPr>
              <a:t>ACK</a:t>
            </a:r>
          </a:p>
        </p:txBody>
      </p:sp>
      <p:sp>
        <p:nvSpPr>
          <p:cNvPr id="87055" name="AutoShape 15">
            <a:extLst>
              <a:ext uri="{FF2B5EF4-FFF2-40B4-BE49-F238E27FC236}">
                <a16:creationId xmlns:a16="http://schemas.microsoft.com/office/drawing/2014/main" id="{154762C9-8CA5-46BC-9C96-5E1D2B0C283D}"/>
              </a:ext>
            </a:extLst>
          </p:cNvPr>
          <p:cNvSpPr>
            <a:spLocks noChangeArrowheads="1"/>
          </p:cNvSpPr>
          <p:nvPr/>
        </p:nvSpPr>
        <p:spPr bwMode="auto">
          <a:xfrm rot="322333">
            <a:off x="4227513" y="2293938"/>
            <a:ext cx="1066800" cy="152400"/>
          </a:xfrm>
          <a:prstGeom prst="rightArrow">
            <a:avLst>
              <a:gd name="adj1" fmla="val 50000"/>
              <a:gd name="adj2" fmla="val 175000"/>
            </a:avLst>
          </a:prstGeom>
          <a:solidFill>
            <a:schemeClr val="bg1"/>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56" name="AutoShape 16">
            <a:extLst>
              <a:ext uri="{FF2B5EF4-FFF2-40B4-BE49-F238E27FC236}">
                <a16:creationId xmlns:a16="http://schemas.microsoft.com/office/drawing/2014/main" id="{A49F9496-BA08-4328-BAA7-E599266A43C4}"/>
              </a:ext>
            </a:extLst>
          </p:cNvPr>
          <p:cNvSpPr>
            <a:spLocks noChangeArrowheads="1"/>
          </p:cNvSpPr>
          <p:nvPr/>
        </p:nvSpPr>
        <p:spPr bwMode="auto">
          <a:xfrm rot="322333">
            <a:off x="4227513" y="4732338"/>
            <a:ext cx="1066800" cy="152400"/>
          </a:xfrm>
          <a:prstGeom prst="rightArrow">
            <a:avLst>
              <a:gd name="adj1" fmla="val 50000"/>
              <a:gd name="adj2" fmla="val 175000"/>
            </a:avLst>
          </a:prstGeom>
          <a:solidFill>
            <a:schemeClr val="bg1"/>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57" name="AutoShape 17">
            <a:extLst>
              <a:ext uri="{FF2B5EF4-FFF2-40B4-BE49-F238E27FC236}">
                <a16:creationId xmlns:a16="http://schemas.microsoft.com/office/drawing/2014/main" id="{68E8F027-FB13-4AD9-B6EF-9E85D8E37B0C}"/>
              </a:ext>
            </a:extLst>
          </p:cNvPr>
          <p:cNvSpPr>
            <a:spLocks noChangeArrowheads="1"/>
          </p:cNvSpPr>
          <p:nvPr/>
        </p:nvSpPr>
        <p:spPr bwMode="auto">
          <a:xfrm rot="21277667" flipH="1">
            <a:off x="4151313" y="3513138"/>
            <a:ext cx="1066800" cy="152400"/>
          </a:xfrm>
          <a:prstGeom prst="rightArrow">
            <a:avLst>
              <a:gd name="adj1" fmla="val 50000"/>
              <a:gd name="adj2" fmla="val 175000"/>
            </a:avLst>
          </a:prstGeom>
          <a:solidFill>
            <a:schemeClr val="bg1"/>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58" name="Line 18">
            <a:extLst>
              <a:ext uri="{FF2B5EF4-FFF2-40B4-BE49-F238E27FC236}">
                <a16:creationId xmlns:a16="http://schemas.microsoft.com/office/drawing/2014/main" id="{A995F6E6-24FE-4817-9C61-FD1C24F3D3B6}"/>
              </a:ext>
            </a:extLst>
          </p:cNvPr>
          <p:cNvSpPr>
            <a:spLocks noChangeShapeType="1"/>
          </p:cNvSpPr>
          <p:nvPr/>
        </p:nvSpPr>
        <p:spPr bwMode="auto">
          <a:xfrm flipV="1">
            <a:off x="2155825" y="1836738"/>
            <a:ext cx="852488" cy="15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9" name="Line 19">
            <a:extLst>
              <a:ext uri="{FF2B5EF4-FFF2-40B4-BE49-F238E27FC236}">
                <a16:creationId xmlns:a16="http://schemas.microsoft.com/office/drawing/2014/main" id="{3658350B-4EB6-435E-BC5A-82D94B188739}"/>
              </a:ext>
            </a:extLst>
          </p:cNvPr>
          <p:cNvSpPr>
            <a:spLocks noChangeShapeType="1"/>
          </p:cNvSpPr>
          <p:nvPr/>
        </p:nvSpPr>
        <p:spPr bwMode="auto">
          <a:xfrm flipV="1">
            <a:off x="2713038" y="2570163"/>
            <a:ext cx="2952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0" name="Line 20">
            <a:extLst>
              <a:ext uri="{FF2B5EF4-FFF2-40B4-BE49-F238E27FC236}">
                <a16:creationId xmlns:a16="http://schemas.microsoft.com/office/drawing/2014/main" id="{12378F83-EAD0-44CE-B61E-0861153A05FF}"/>
              </a:ext>
            </a:extLst>
          </p:cNvPr>
          <p:cNvSpPr>
            <a:spLocks noChangeShapeType="1"/>
          </p:cNvSpPr>
          <p:nvPr/>
        </p:nvSpPr>
        <p:spPr bwMode="auto">
          <a:xfrm>
            <a:off x="2855913" y="1836738"/>
            <a:ext cx="0" cy="733425"/>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61" name="Line 21">
            <a:extLst>
              <a:ext uri="{FF2B5EF4-FFF2-40B4-BE49-F238E27FC236}">
                <a16:creationId xmlns:a16="http://schemas.microsoft.com/office/drawing/2014/main" id="{7D83FEC7-E5E2-4740-9FA7-F2E7AF1228DF}"/>
              </a:ext>
            </a:extLst>
          </p:cNvPr>
          <p:cNvSpPr>
            <a:spLocks noChangeShapeType="1"/>
          </p:cNvSpPr>
          <p:nvPr/>
        </p:nvSpPr>
        <p:spPr bwMode="auto">
          <a:xfrm>
            <a:off x="6361113" y="183673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2" name="Line 22">
            <a:extLst>
              <a:ext uri="{FF2B5EF4-FFF2-40B4-BE49-F238E27FC236}">
                <a16:creationId xmlns:a16="http://schemas.microsoft.com/office/drawing/2014/main" id="{A5A77A80-66EB-4BA1-A19E-8A8E5EACB1A5}"/>
              </a:ext>
            </a:extLst>
          </p:cNvPr>
          <p:cNvSpPr>
            <a:spLocks noChangeShapeType="1"/>
          </p:cNvSpPr>
          <p:nvPr/>
        </p:nvSpPr>
        <p:spPr bwMode="auto">
          <a:xfrm>
            <a:off x="6361113" y="214153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3" name="Line 23">
            <a:extLst>
              <a:ext uri="{FF2B5EF4-FFF2-40B4-BE49-F238E27FC236}">
                <a16:creationId xmlns:a16="http://schemas.microsoft.com/office/drawing/2014/main" id="{4754958D-32EA-4D42-83C6-C0F7D42F1615}"/>
              </a:ext>
            </a:extLst>
          </p:cNvPr>
          <p:cNvSpPr>
            <a:spLocks noChangeShapeType="1"/>
          </p:cNvSpPr>
          <p:nvPr/>
        </p:nvSpPr>
        <p:spPr bwMode="auto">
          <a:xfrm>
            <a:off x="6513513" y="1836738"/>
            <a:ext cx="0" cy="30480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64" name="Text Box 24">
            <a:extLst>
              <a:ext uri="{FF2B5EF4-FFF2-40B4-BE49-F238E27FC236}">
                <a16:creationId xmlns:a16="http://schemas.microsoft.com/office/drawing/2014/main" id="{F57AB3D1-1DF6-4AC2-AA1E-4BED80185432}"/>
              </a:ext>
            </a:extLst>
          </p:cNvPr>
          <p:cNvSpPr txBox="1">
            <a:spLocks noChangeArrowheads="1"/>
          </p:cNvSpPr>
          <p:nvPr/>
        </p:nvSpPr>
        <p:spPr bwMode="auto">
          <a:xfrm>
            <a:off x="6513513" y="1776413"/>
            <a:ext cx="1431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000">
                <a:solidFill>
                  <a:srgbClr val="333399"/>
                </a:solidFill>
                <a:ea typeface="黑体" panose="02010609060101010101" pitchFamily="49" charset="-122"/>
              </a:rPr>
              <a:t>传播时延 </a:t>
            </a:r>
            <a:r>
              <a:rPr kumimoji="1" lang="en-US" altLang="zh-CN" sz="2000" i="1">
                <a:solidFill>
                  <a:srgbClr val="333399"/>
                </a:solidFill>
                <a:ea typeface="黑体" panose="02010609060101010101" pitchFamily="49" charset="-122"/>
              </a:rPr>
              <a:t>t</a:t>
            </a:r>
            <a:r>
              <a:rPr kumimoji="1" lang="en-US" altLang="zh-CN" sz="2000" i="1" baseline="-25000">
                <a:solidFill>
                  <a:srgbClr val="333399"/>
                </a:solidFill>
                <a:ea typeface="黑体" panose="02010609060101010101" pitchFamily="49" charset="-122"/>
              </a:rPr>
              <a:t>p</a:t>
            </a:r>
          </a:p>
        </p:txBody>
      </p:sp>
      <p:sp>
        <p:nvSpPr>
          <p:cNvPr id="87065" name="Line 25">
            <a:extLst>
              <a:ext uri="{FF2B5EF4-FFF2-40B4-BE49-F238E27FC236}">
                <a16:creationId xmlns:a16="http://schemas.microsoft.com/office/drawing/2014/main" id="{8543981D-488B-48D8-9884-0E61DBBD3F2E}"/>
              </a:ext>
            </a:extLst>
          </p:cNvPr>
          <p:cNvSpPr>
            <a:spLocks noChangeShapeType="1"/>
          </p:cNvSpPr>
          <p:nvPr/>
        </p:nvSpPr>
        <p:spPr bwMode="auto">
          <a:xfrm>
            <a:off x="6513513" y="2903538"/>
            <a:ext cx="0" cy="38100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66" name="Line 26">
            <a:extLst>
              <a:ext uri="{FF2B5EF4-FFF2-40B4-BE49-F238E27FC236}">
                <a16:creationId xmlns:a16="http://schemas.microsoft.com/office/drawing/2014/main" id="{CE8378AF-8AB3-4BA7-ACCE-F6460F06268E}"/>
              </a:ext>
            </a:extLst>
          </p:cNvPr>
          <p:cNvSpPr>
            <a:spLocks noChangeShapeType="1"/>
          </p:cNvSpPr>
          <p:nvPr/>
        </p:nvSpPr>
        <p:spPr bwMode="auto">
          <a:xfrm>
            <a:off x="6361113" y="290353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7" name="Line 27">
            <a:extLst>
              <a:ext uri="{FF2B5EF4-FFF2-40B4-BE49-F238E27FC236}">
                <a16:creationId xmlns:a16="http://schemas.microsoft.com/office/drawing/2014/main" id="{07955B81-B801-461B-98D7-9E6F30E077B4}"/>
              </a:ext>
            </a:extLst>
          </p:cNvPr>
          <p:cNvSpPr>
            <a:spLocks noChangeShapeType="1"/>
          </p:cNvSpPr>
          <p:nvPr/>
        </p:nvSpPr>
        <p:spPr bwMode="auto">
          <a:xfrm>
            <a:off x="6361113" y="328453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8" name="Line 28">
            <a:extLst>
              <a:ext uri="{FF2B5EF4-FFF2-40B4-BE49-F238E27FC236}">
                <a16:creationId xmlns:a16="http://schemas.microsoft.com/office/drawing/2014/main" id="{65D42024-9ECE-4C1F-BD1C-BDC8006B9797}"/>
              </a:ext>
            </a:extLst>
          </p:cNvPr>
          <p:cNvSpPr>
            <a:spLocks noChangeShapeType="1"/>
          </p:cNvSpPr>
          <p:nvPr/>
        </p:nvSpPr>
        <p:spPr bwMode="auto">
          <a:xfrm>
            <a:off x="6361113" y="358933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9" name="Line 29">
            <a:extLst>
              <a:ext uri="{FF2B5EF4-FFF2-40B4-BE49-F238E27FC236}">
                <a16:creationId xmlns:a16="http://schemas.microsoft.com/office/drawing/2014/main" id="{1B75CA81-7C06-4DBD-8EBB-030E6DF0471A}"/>
              </a:ext>
            </a:extLst>
          </p:cNvPr>
          <p:cNvSpPr>
            <a:spLocks noChangeShapeType="1"/>
          </p:cNvSpPr>
          <p:nvPr/>
        </p:nvSpPr>
        <p:spPr bwMode="auto">
          <a:xfrm>
            <a:off x="6513513" y="3284538"/>
            <a:ext cx="0" cy="30480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70" name="Text Box 30">
            <a:extLst>
              <a:ext uri="{FF2B5EF4-FFF2-40B4-BE49-F238E27FC236}">
                <a16:creationId xmlns:a16="http://schemas.microsoft.com/office/drawing/2014/main" id="{6C6EAEF8-DE71-4931-81DD-5C0E6709FA73}"/>
              </a:ext>
            </a:extLst>
          </p:cNvPr>
          <p:cNvSpPr txBox="1">
            <a:spLocks noChangeArrowheads="1"/>
          </p:cNvSpPr>
          <p:nvPr/>
        </p:nvSpPr>
        <p:spPr bwMode="auto">
          <a:xfrm>
            <a:off x="6523038" y="2897188"/>
            <a:ext cx="1487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000">
                <a:solidFill>
                  <a:srgbClr val="333399"/>
                </a:solidFill>
                <a:ea typeface="黑体" panose="02010609060101010101" pitchFamily="49" charset="-122"/>
              </a:rPr>
              <a:t>处理时间 </a:t>
            </a:r>
            <a:r>
              <a:rPr kumimoji="1" lang="en-US" altLang="zh-CN" sz="2000" i="1">
                <a:solidFill>
                  <a:srgbClr val="333399"/>
                </a:solidFill>
                <a:ea typeface="黑体" panose="02010609060101010101" pitchFamily="49" charset="-122"/>
              </a:rPr>
              <a:t>t</a:t>
            </a:r>
            <a:r>
              <a:rPr kumimoji="1" lang="en-US" altLang="zh-CN" sz="2000" i="1" baseline="-25000">
                <a:solidFill>
                  <a:srgbClr val="333399"/>
                </a:solidFill>
                <a:ea typeface="黑体" panose="02010609060101010101" pitchFamily="49" charset="-122"/>
              </a:rPr>
              <a:t>pr</a:t>
            </a:r>
          </a:p>
        </p:txBody>
      </p:sp>
      <p:sp>
        <p:nvSpPr>
          <p:cNvPr id="87071" name="Text Box 31">
            <a:extLst>
              <a:ext uri="{FF2B5EF4-FFF2-40B4-BE49-F238E27FC236}">
                <a16:creationId xmlns:a16="http://schemas.microsoft.com/office/drawing/2014/main" id="{F6840BC8-378F-4E14-BB24-6B9A03A5898D}"/>
              </a:ext>
            </a:extLst>
          </p:cNvPr>
          <p:cNvSpPr txBox="1">
            <a:spLocks noChangeArrowheads="1"/>
          </p:cNvSpPr>
          <p:nvPr/>
        </p:nvSpPr>
        <p:spPr bwMode="auto">
          <a:xfrm>
            <a:off x="6513513" y="3233738"/>
            <a:ext cx="2193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000">
                <a:solidFill>
                  <a:srgbClr val="333399"/>
                </a:solidFill>
                <a:ea typeface="黑体" panose="02010609060101010101" pitchFamily="49" charset="-122"/>
              </a:rPr>
              <a:t>确认帧发送时间 </a:t>
            </a:r>
            <a:r>
              <a:rPr kumimoji="1" lang="en-US" altLang="zh-CN" sz="2000" i="1">
                <a:solidFill>
                  <a:srgbClr val="333399"/>
                </a:solidFill>
                <a:ea typeface="黑体" panose="02010609060101010101" pitchFamily="49" charset="-122"/>
              </a:rPr>
              <a:t>t</a:t>
            </a:r>
            <a:r>
              <a:rPr kumimoji="1" lang="en-US" altLang="zh-CN" sz="2000" i="1" baseline="-25000">
                <a:solidFill>
                  <a:srgbClr val="333399"/>
                </a:solidFill>
                <a:ea typeface="黑体" panose="02010609060101010101" pitchFamily="49" charset="-122"/>
              </a:rPr>
              <a:t>a</a:t>
            </a:r>
          </a:p>
        </p:txBody>
      </p:sp>
      <p:sp>
        <p:nvSpPr>
          <p:cNvPr id="87072" name="Line 32">
            <a:extLst>
              <a:ext uri="{FF2B5EF4-FFF2-40B4-BE49-F238E27FC236}">
                <a16:creationId xmlns:a16="http://schemas.microsoft.com/office/drawing/2014/main" id="{6592F89B-1EDE-46A3-A711-431D31A5F127}"/>
              </a:ext>
            </a:extLst>
          </p:cNvPr>
          <p:cNvSpPr>
            <a:spLocks noChangeShapeType="1"/>
          </p:cNvSpPr>
          <p:nvPr/>
        </p:nvSpPr>
        <p:spPr bwMode="auto">
          <a:xfrm flipV="1">
            <a:off x="2214563" y="4275138"/>
            <a:ext cx="784225" cy="6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3" name="Line 33">
            <a:extLst>
              <a:ext uri="{FF2B5EF4-FFF2-40B4-BE49-F238E27FC236}">
                <a16:creationId xmlns:a16="http://schemas.microsoft.com/office/drawing/2014/main" id="{0D8BD01E-0CDE-4A7F-AC2D-2C83919ABE2E}"/>
              </a:ext>
            </a:extLst>
          </p:cNvPr>
          <p:cNvSpPr>
            <a:spLocks noChangeShapeType="1"/>
          </p:cNvSpPr>
          <p:nvPr/>
        </p:nvSpPr>
        <p:spPr bwMode="auto">
          <a:xfrm>
            <a:off x="6513513" y="3894138"/>
            <a:ext cx="0" cy="38100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74" name="Line 34">
            <a:extLst>
              <a:ext uri="{FF2B5EF4-FFF2-40B4-BE49-F238E27FC236}">
                <a16:creationId xmlns:a16="http://schemas.microsoft.com/office/drawing/2014/main" id="{2F13BDC9-BF7A-4556-BA71-101FAAB2A831}"/>
              </a:ext>
            </a:extLst>
          </p:cNvPr>
          <p:cNvSpPr>
            <a:spLocks noChangeShapeType="1"/>
          </p:cNvSpPr>
          <p:nvPr/>
        </p:nvSpPr>
        <p:spPr bwMode="auto">
          <a:xfrm>
            <a:off x="3084513" y="3894138"/>
            <a:ext cx="3200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5" name="Line 35">
            <a:extLst>
              <a:ext uri="{FF2B5EF4-FFF2-40B4-BE49-F238E27FC236}">
                <a16:creationId xmlns:a16="http://schemas.microsoft.com/office/drawing/2014/main" id="{B2E516A9-B9DA-453F-806C-466251B91D6C}"/>
              </a:ext>
            </a:extLst>
          </p:cNvPr>
          <p:cNvSpPr>
            <a:spLocks noChangeShapeType="1"/>
          </p:cNvSpPr>
          <p:nvPr/>
        </p:nvSpPr>
        <p:spPr bwMode="auto">
          <a:xfrm>
            <a:off x="6513513" y="3589338"/>
            <a:ext cx="0" cy="30480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76" name="Line 36">
            <a:extLst>
              <a:ext uri="{FF2B5EF4-FFF2-40B4-BE49-F238E27FC236}">
                <a16:creationId xmlns:a16="http://schemas.microsoft.com/office/drawing/2014/main" id="{665959B8-F44F-4899-858E-E16195130E6D}"/>
              </a:ext>
            </a:extLst>
          </p:cNvPr>
          <p:cNvSpPr>
            <a:spLocks noChangeShapeType="1"/>
          </p:cNvSpPr>
          <p:nvPr/>
        </p:nvSpPr>
        <p:spPr bwMode="auto">
          <a:xfrm>
            <a:off x="6361113" y="3894138"/>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7" name="Text Box 37">
            <a:extLst>
              <a:ext uri="{FF2B5EF4-FFF2-40B4-BE49-F238E27FC236}">
                <a16:creationId xmlns:a16="http://schemas.microsoft.com/office/drawing/2014/main" id="{951989B1-65F4-4A2F-95EF-5D287A51085A}"/>
              </a:ext>
            </a:extLst>
          </p:cNvPr>
          <p:cNvSpPr txBox="1">
            <a:spLocks noChangeArrowheads="1"/>
          </p:cNvSpPr>
          <p:nvPr/>
        </p:nvSpPr>
        <p:spPr bwMode="auto">
          <a:xfrm>
            <a:off x="6513513" y="3529013"/>
            <a:ext cx="1431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000">
                <a:solidFill>
                  <a:srgbClr val="333399"/>
                </a:solidFill>
                <a:ea typeface="黑体" panose="02010609060101010101" pitchFamily="49" charset="-122"/>
              </a:rPr>
              <a:t>传播时延 </a:t>
            </a:r>
            <a:r>
              <a:rPr kumimoji="1" lang="en-US" altLang="zh-CN" sz="2000" i="1">
                <a:solidFill>
                  <a:srgbClr val="333399"/>
                </a:solidFill>
                <a:ea typeface="黑体" panose="02010609060101010101" pitchFamily="49" charset="-122"/>
              </a:rPr>
              <a:t>t</a:t>
            </a:r>
            <a:r>
              <a:rPr kumimoji="1" lang="en-US" altLang="zh-CN" sz="2000" i="1" baseline="-25000">
                <a:solidFill>
                  <a:srgbClr val="333399"/>
                </a:solidFill>
                <a:ea typeface="黑体" panose="02010609060101010101" pitchFamily="49" charset="-122"/>
              </a:rPr>
              <a:t>p</a:t>
            </a:r>
          </a:p>
        </p:txBody>
      </p:sp>
      <p:sp>
        <p:nvSpPr>
          <p:cNvPr id="87078" name="Line 38">
            <a:extLst>
              <a:ext uri="{FF2B5EF4-FFF2-40B4-BE49-F238E27FC236}">
                <a16:creationId xmlns:a16="http://schemas.microsoft.com/office/drawing/2014/main" id="{33FE020B-F7EA-47CE-ACD9-945035CE80E2}"/>
              </a:ext>
            </a:extLst>
          </p:cNvPr>
          <p:cNvSpPr>
            <a:spLocks noChangeShapeType="1"/>
          </p:cNvSpPr>
          <p:nvPr/>
        </p:nvSpPr>
        <p:spPr bwMode="auto">
          <a:xfrm>
            <a:off x="3084513" y="4275138"/>
            <a:ext cx="3200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9" name="Line 39">
            <a:extLst>
              <a:ext uri="{FF2B5EF4-FFF2-40B4-BE49-F238E27FC236}">
                <a16:creationId xmlns:a16="http://schemas.microsoft.com/office/drawing/2014/main" id="{DB0290B0-CD7A-4BA7-9068-0EA81F9D3FEE}"/>
              </a:ext>
            </a:extLst>
          </p:cNvPr>
          <p:cNvSpPr>
            <a:spLocks noChangeShapeType="1"/>
          </p:cNvSpPr>
          <p:nvPr/>
        </p:nvSpPr>
        <p:spPr bwMode="auto">
          <a:xfrm flipV="1">
            <a:off x="6370638" y="4275138"/>
            <a:ext cx="2952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80" name="Text Box 40">
            <a:extLst>
              <a:ext uri="{FF2B5EF4-FFF2-40B4-BE49-F238E27FC236}">
                <a16:creationId xmlns:a16="http://schemas.microsoft.com/office/drawing/2014/main" id="{2AC7830F-6FF6-47FF-9401-5F0D9D08F7A3}"/>
              </a:ext>
            </a:extLst>
          </p:cNvPr>
          <p:cNvSpPr txBox="1">
            <a:spLocks noChangeArrowheads="1"/>
          </p:cNvSpPr>
          <p:nvPr/>
        </p:nvSpPr>
        <p:spPr bwMode="auto">
          <a:xfrm>
            <a:off x="6503988" y="3843338"/>
            <a:ext cx="1487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000">
                <a:solidFill>
                  <a:srgbClr val="333399"/>
                </a:solidFill>
                <a:ea typeface="黑体" panose="02010609060101010101" pitchFamily="49" charset="-122"/>
              </a:rPr>
              <a:t>处理时间 </a:t>
            </a:r>
            <a:r>
              <a:rPr kumimoji="1" lang="en-US" altLang="zh-CN" sz="2000" i="1">
                <a:solidFill>
                  <a:srgbClr val="333399"/>
                </a:solidFill>
                <a:ea typeface="黑体" panose="02010609060101010101" pitchFamily="49" charset="-122"/>
              </a:rPr>
              <a:t>t</a:t>
            </a:r>
            <a:r>
              <a:rPr kumimoji="1" lang="en-US" altLang="zh-CN" sz="2000" i="1" baseline="-25000">
                <a:solidFill>
                  <a:srgbClr val="333399"/>
                </a:solidFill>
                <a:ea typeface="黑体" panose="02010609060101010101" pitchFamily="49" charset="-122"/>
              </a:rPr>
              <a:t>pr</a:t>
            </a:r>
          </a:p>
        </p:txBody>
      </p:sp>
      <p:sp>
        <p:nvSpPr>
          <p:cNvPr id="87081" name="Line 41">
            <a:extLst>
              <a:ext uri="{FF2B5EF4-FFF2-40B4-BE49-F238E27FC236}">
                <a16:creationId xmlns:a16="http://schemas.microsoft.com/office/drawing/2014/main" id="{8ADD7DE2-2AF6-4D8F-AF2D-D9CA213B9695}"/>
              </a:ext>
            </a:extLst>
          </p:cNvPr>
          <p:cNvSpPr>
            <a:spLocks noChangeShapeType="1"/>
          </p:cNvSpPr>
          <p:nvPr/>
        </p:nvSpPr>
        <p:spPr bwMode="auto">
          <a:xfrm>
            <a:off x="2855913" y="2551113"/>
            <a:ext cx="0" cy="1724025"/>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82" name="Rectangle 42">
            <a:extLst>
              <a:ext uri="{FF2B5EF4-FFF2-40B4-BE49-F238E27FC236}">
                <a16:creationId xmlns:a16="http://schemas.microsoft.com/office/drawing/2014/main" id="{BC9C7EE2-859F-446A-B45F-C28D1586B57B}"/>
              </a:ext>
            </a:extLst>
          </p:cNvPr>
          <p:cNvSpPr>
            <a:spLocks noChangeArrowheads="1"/>
          </p:cNvSpPr>
          <p:nvPr/>
        </p:nvSpPr>
        <p:spPr bwMode="auto">
          <a:xfrm>
            <a:off x="2744788" y="3208338"/>
            <a:ext cx="304800" cy="257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grpSp>
        <p:nvGrpSpPr>
          <p:cNvPr id="87083" name="Group 43">
            <a:extLst>
              <a:ext uri="{FF2B5EF4-FFF2-40B4-BE49-F238E27FC236}">
                <a16:creationId xmlns:a16="http://schemas.microsoft.com/office/drawing/2014/main" id="{3C24913B-B197-4D25-BDC1-4F54BFC88886}"/>
              </a:ext>
            </a:extLst>
          </p:cNvPr>
          <p:cNvGrpSpPr>
            <a:grpSpLocks/>
          </p:cNvGrpSpPr>
          <p:nvPr/>
        </p:nvGrpSpPr>
        <p:grpSpPr bwMode="auto">
          <a:xfrm>
            <a:off x="2217738" y="1817688"/>
            <a:ext cx="355600" cy="2409825"/>
            <a:chOff x="1143" y="336"/>
            <a:chExt cx="224" cy="1518"/>
          </a:xfrm>
        </p:grpSpPr>
        <p:sp>
          <p:nvSpPr>
            <p:cNvPr id="87095" name="Line 44">
              <a:extLst>
                <a:ext uri="{FF2B5EF4-FFF2-40B4-BE49-F238E27FC236}">
                  <a16:creationId xmlns:a16="http://schemas.microsoft.com/office/drawing/2014/main" id="{7547F4C3-0B3F-48E2-8DDB-5CE9372DA1FC}"/>
                </a:ext>
              </a:extLst>
            </p:cNvPr>
            <p:cNvSpPr>
              <a:spLocks noChangeShapeType="1"/>
            </p:cNvSpPr>
            <p:nvPr/>
          </p:nvSpPr>
          <p:spPr bwMode="auto">
            <a:xfrm>
              <a:off x="1248" y="336"/>
              <a:ext cx="0" cy="151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96" name="Rectangle 45">
              <a:extLst>
                <a:ext uri="{FF2B5EF4-FFF2-40B4-BE49-F238E27FC236}">
                  <a16:creationId xmlns:a16="http://schemas.microsoft.com/office/drawing/2014/main" id="{AF06B34B-2E68-4E50-A6C9-1CA556B44FDF}"/>
                </a:ext>
              </a:extLst>
            </p:cNvPr>
            <p:cNvSpPr>
              <a:spLocks noChangeArrowheads="1"/>
            </p:cNvSpPr>
            <p:nvPr/>
          </p:nvSpPr>
          <p:spPr bwMode="auto">
            <a:xfrm>
              <a:off x="1152" y="978"/>
              <a:ext cx="168"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97" name="Text Box 46">
              <a:extLst>
                <a:ext uri="{FF2B5EF4-FFF2-40B4-BE49-F238E27FC236}">
                  <a16:creationId xmlns:a16="http://schemas.microsoft.com/office/drawing/2014/main" id="{C3332A60-EAC0-475B-A400-031889F5F31A}"/>
                </a:ext>
              </a:extLst>
            </p:cNvPr>
            <p:cNvSpPr txBox="1">
              <a:spLocks noChangeArrowheads="1"/>
            </p:cNvSpPr>
            <p:nvPr/>
          </p:nvSpPr>
          <p:spPr bwMode="auto">
            <a:xfrm>
              <a:off x="1143" y="908"/>
              <a:ext cx="224" cy="250"/>
            </a:xfrm>
            <a:prstGeom prst="rect">
              <a:avLst/>
            </a:prstGeom>
            <a:solidFill>
              <a:srgbClr val="E6FD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i="1" dirty="0" err="1">
                  <a:solidFill>
                    <a:srgbClr val="333399"/>
                  </a:solidFill>
                  <a:ea typeface="黑体" panose="02010609060101010101" pitchFamily="49" charset="-122"/>
                </a:rPr>
                <a:t>t</a:t>
              </a:r>
              <a:r>
                <a:rPr kumimoji="1" lang="en-US" altLang="zh-CN" sz="2000" i="1" baseline="-25000" dirty="0" err="1">
                  <a:solidFill>
                    <a:srgbClr val="333399"/>
                  </a:solidFill>
                  <a:ea typeface="黑体" panose="02010609060101010101" pitchFamily="49" charset="-122"/>
                </a:rPr>
                <a:t>T</a:t>
              </a:r>
              <a:endParaRPr kumimoji="1" lang="en-US" altLang="zh-CN" sz="2000" i="1" baseline="-25000" dirty="0">
                <a:solidFill>
                  <a:srgbClr val="333399"/>
                </a:solidFill>
                <a:ea typeface="黑体" panose="02010609060101010101" pitchFamily="49" charset="-122"/>
              </a:endParaRPr>
            </a:p>
          </p:txBody>
        </p:sp>
      </p:grpSp>
      <p:sp>
        <p:nvSpPr>
          <p:cNvPr id="87084" name="Line 47">
            <a:extLst>
              <a:ext uri="{FF2B5EF4-FFF2-40B4-BE49-F238E27FC236}">
                <a16:creationId xmlns:a16="http://schemas.microsoft.com/office/drawing/2014/main" id="{813D7911-1055-4366-8061-62DA287D6BD6}"/>
              </a:ext>
            </a:extLst>
          </p:cNvPr>
          <p:cNvSpPr>
            <a:spLocks noChangeShapeType="1"/>
          </p:cNvSpPr>
          <p:nvPr/>
        </p:nvSpPr>
        <p:spPr bwMode="auto">
          <a:xfrm>
            <a:off x="6850063" y="4275138"/>
            <a:ext cx="0" cy="1143000"/>
          </a:xfrm>
          <a:prstGeom prst="line">
            <a:avLst/>
          </a:prstGeom>
          <a:noFill/>
          <a:ln w="28575">
            <a:solidFill>
              <a:srgbClr val="333399"/>
            </a:solidFill>
            <a:round/>
            <a:headEnd type="non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7085" name="Text Box 48">
            <a:extLst>
              <a:ext uri="{FF2B5EF4-FFF2-40B4-BE49-F238E27FC236}">
                <a16:creationId xmlns:a16="http://schemas.microsoft.com/office/drawing/2014/main" id="{89A4E8F9-4028-4FDF-A430-BDC186D16338}"/>
              </a:ext>
            </a:extLst>
          </p:cNvPr>
          <p:cNvSpPr txBox="1">
            <a:spLocks noChangeArrowheads="1"/>
          </p:cNvSpPr>
          <p:nvPr/>
        </p:nvSpPr>
        <p:spPr bwMode="auto">
          <a:xfrm>
            <a:off x="6840538" y="4557713"/>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000">
                <a:solidFill>
                  <a:srgbClr val="333399"/>
                </a:solidFill>
                <a:ea typeface="黑体" panose="02010609060101010101" pitchFamily="49" charset="-122"/>
              </a:rPr>
              <a:t>时间</a:t>
            </a:r>
            <a:endParaRPr kumimoji="1" lang="zh-CN" altLang="en-US" sz="2000" i="1" baseline="-25000">
              <a:solidFill>
                <a:srgbClr val="333399"/>
              </a:solidFill>
              <a:ea typeface="黑体" panose="02010609060101010101" pitchFamily="49" charset="-122"/>
            </a:endParaRPr>
          </a:p>
        </p:txBody>
      </p:sp>
      <p:sp>
        <p:nvSpPr>
          <p:cNvPr id="87086" name="Text Box 49">
            <a:extLst>
              <a:ext uri="{FF2B5EF4-FFF2-40B4-BE49-F238E27FC236}">
                <a16:creationId xmlns:a16="http://schemas.microsoft.com/office/drawing/2014/main" id="{E9AE8F20-7CC5-4786-B513-B2CFC4A14464}"/>
              </a:ext>
            </a:extLst>
          </p:cNvPr>
          <p:cNvSpPr txBox="1">
            <a:spLocks noChangeArrowheads="1"/>
          </p:cNvSpPr>
          <p:nvPr/>
        </p:nvSpPr>
        <p:spPr bwMode="auto">
          <a:xfrm>
            <a:off x="395288" y="2392363"/>
            <a:ext cx="1962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sz="2000">
                <a:solidFill>
                  <a:srgbClr val="333399"/>
                </a:solidFill>
                <a:ea typeface="黑体" panose="02010609060101010101" pitchFamily="49" charset="-122"/>
              </a:rPr>
              <a:t>两个成功发送的</a:t>
            </a:r>
          </a:p>
          <a:p>
            <a:pPr algn="ctr"/>
            <a:r>
              <a:rPr kumimoji="1" lang="zh-CN" altLang="en-US" sz="2000">
                <a:solidFill>
                  <a:srgbClr val="333399"/>
                </a:solidFill>
                <a:ea typeface="黑体" panose="02010609060101010101" pitchFamily="49" charset="-122"/>
              </a:rPr>
              <a:t>数据帧之间的</a:t>
            </a:r>
          </a:p>
          <a:p>
            <a:pPr algn="ctr"/>
            <a:r>
              <a:rPr kumimoji="1" lang="zh-CN" altLang="en-US" sz="2000">
                <a:solidFill>
                  <a:srgbClr val="333399"/>
                </a:solidFill>
                <a:ea typeface="黑体" panose="02010609060101010101" pitchFamily="49" charset="-122"/>
              </a:rPr>
              <a:t>最小时间间隔</a:t>
            </a:r>
            <a:endParaRPr kumimoji="1" lang="zh-CN" altLang="en-US" sz="2000" i="1" baseline="-25000">
              <a:solidFill>
                <a:srgbClr val="333399"/>
              </a:solidFill>
              <a:ea typeface="黑体" panose="02010609060101010101" pitchFamily="49" charset="-122"/>
            </a:endParaRPr>
          </a:p>
        </p:txBody>
      </p:sp>
      <p:sp>
        <p:nvSpPr>
          <p:cNvPr id="87087" name="Text Box 50">
            <a:extLst>
              <a:ext uri="{FF2B5EF4-FFF2-40B4-BE49-F238E27FC236}">
                <a16:creationId xmlns:a16="http://schemas.microsoft.com/office/drawing/2014/main" id="{041319AC-573D-460E-BA36-FA10626226E3}"/>
              </a:ext>
            </a:extLst>
          </p:cNvPr>
          <p:cNvSpPr txBox="1">
            <a:spLocks noChangeArrowheads="1"/>
          </p:cNvSpPr>
          <p:nvPr/>
        </p:nvSpPr>
        <p:spPr bwMode="auto">
          <a:xfrm>
            <a:off x="640918" y="1090613"/>
            <a:ext cx="1200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sz="2000" dirty="0">
                <a:solidFill>
                  <a:srgbClr val="333399"/>
                </a:solidFill>
                <a:ea typeface="黑体" panose="02010609060101010101" pitchFamily="49" charset="-122"/>
              </a:rPr>
              <a:t>数据帧的</a:t>
            </a:r>
          </a:p>
          <a:p>
            <a:r>
              <a:rPr kumimoji="1" lang="zh-CN" altLang="en-US" sz="2000" dirty="0">
                <a:solidFill>
                  <a:srgbClr val="333399"/>
                </a:solidFill>
                <a:ea typeface="黑体" panose="02010609060101010101" pitchFamily="49" charset="-122"/>
              </a:rPr>
              <a:t>发送时间</a:t>
            </a:r>
          </a:p>
        </p:txBody>
      </p:sp>
      <p:sp>
        <p:nvSpPr>
          <p:cNvPr id="87088" name="Rectangle 51">
            <a:extLst>
              <a:ext uri="{FF2B5EF4-FFF2-40B4-BE49-F238E27FC236}">
                <a16:creationId xmlns:a16="http://schemas.microsoft.com/office/drawing/2014/main" id="{2A726CB1-04AE-4EBB-B2B2-8A71756E57FE}"/>
              </a:ext>
            </a:extLst>
          </p:cNvPr>
          <p:cNvSpPr>
            <a:spLocks noChangeArrowheads="1"/>
          </p:cNvSpPr>
          <p:nvPr/>
        </p:nvSpPr>
        <p:spPr bwMode="auto">
          <a:xfrm>
            <a:off x="2735263" y="2065338"/>
            <a:ext cx="209550"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87089" name="Text Box 52">
            <a:extLst>
              <a:ext uri="{FF2B5EF4-FFF2-40B4-BE49-F238E27FC236}">
                <a16:creationId xmlns:a16="http://schemas.microsoft.com/office/drawing/2014/main" id="{A8A8B153-2F6C-4A35-81F6-234D5647B7FD}"/>
              </a:ext>
            </a:extLst>
          </p:cNvPr>
          <p:cNvSpPr txBox="1">
            <a:spLocks noChangeArrowheads="1"/>
          </p:cNvSpPr>
          <p:nvPr/>
        </p:nvSpPr>
        <p:spPr bwMode="auto">
          <a:xfrm>
            <a:off x="2697163" y="1947863"/>
            <a:ext cx="309988" cy="396875"/>
          </a:xfrm>
          <a:prstGeom prst="rect">
            <a:avLst/>
          </a:prstGeom>
          <a:solidFill>
            <a:srgbClr val="E6FDFE"/>
          </a:solidFill>
          <a:ln>
            <a:solidFill>
              <a:srgbClr val="E6FDFE"/>
            </a:solidFill>
          </a:ln>
        </p:spPr>
        <p:txBody>
          <a:bodyPr wrap="squar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i="1" dirty="0" err="1">
                <a:solidFill>
                  <a:srgbClr val="333399"/>
                </a:solidFill>
                <a:ea typeface="黑体" panose="02010609060101010101" pitchFamily="49" charset="-122"/>
              </a:rPr>
              <a:t>t</a:t>
            </a:r>
            <a:r>
              <a:rPr kumimoji="1" lang="en-US" altLang="zh-CN" sz="2000" i="1" baseline="-25000" dirty="0" err="1">
                <a:solidFill>
                  <a:srgbClr val="333399"/>
                </a:solidFill>
                <a:ea typeface="黑体" panose="02010609060101010101" pitchFamily="49" charset="-122"/>
              </a:rPr>
              <a:t>f</a:t>
            </a:r>
            <a:endParaRPr kumimoji="1" lang="en-US" altLang="zh-CN" sz="2000" i="1" baseline="-25000" dirty="0">
              <a:solidFill>
                <a:srgbClr val="333399"/>
              </a:solidFill>
              <a:ea typeface="黑体" panose="02010609060101010101" pitchFamily="49" charset="-122"/>
            </a:endParaRPr>
          </a:p>
        </p:txBody>
      </p:sp>
      <p:sp>
        <p:nvSpPr>
          <p:cNvPr id="87090" name="Text Box 53">
            <a:extLst>
              <a:ext uri="{FF2B5EF4-FFF2-40B4-BE49-F238E27FC236}">
                <a16:creationId xmlns:a16="http://schemas.microsoft.com/office/drawing/2014/main" id="{B49493AB-6018-461A-B448-9D7D634F441A}"/>
              </a:ext>
            </a:extLst>
          </p:cNvPr>
          <p:cNvSpPr txBox="1">
            <a:spLocks noChangeArrowheads="1"/>
          </p:cNvSpPr>
          <p:nvPr/>
        </p:nvSpPr>
        <p:spPr bwMode="auto">
          <a:xfrm>
            <a:off x="691372" y="4037815"/>
            <a:ext cx="1200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sz="2000" dirty="0">
                <a:solidFill>
                  <a:srgbClr val="333399"/>
                </a:solidFill>
                <a:ea typeface="黑体" panose="02010609060101010101" pitchFamily="49" charset="-122"/>
              </a:rPr>
              <a:t>设置的</a:t>
            </a:r>
          </a:p>
          <a:p>
            <a:pPr algn="ctr"/>
            <a:r>
              <a:rPr kumimoji="1" lang="zh-CN" altLang="en-US" sz="2000" dirty="0">
                <a:solidFill>
                  <a:srgbClr val="333399"/>
                </a:solidFill>
                <a:ea typeface="黑体" panose="02010609060101010101" pitchFamily="49" charset="-122"/>
              </a:rPr>
              <a:t>重传时间</a:t>
            </a:r>
          </a:p>
        </p:txBody>
      </p:sp>
      <p:sp>
        <p:nvSpPr>
          <p:cNvPr id="87091" name="Text Box 54">
            <a:extLst>
              <a:ext uri="{FF2B5EF4-FFF2-40B4-BE49-F238E27FC236}">
                <a16:creationId xmlns:a16="http://schemas.microsoft.com/office/drawing/2014/main" id="{948E5CBB-B643-4678-ABE8-8C93E9EC8AD9}"/>
              </a:ext>
            </a:extLst>
          </p:cNvPr>
          <p:cNvSpPr txBox="1">
            <a:spLocks noChangeArrowheads="1"/>
          </p:cNvSpPr>
          <p:nvPr/>
        </p:nvSpPr>
        <p:spPr bwMode="auto">
          <a:xfrm>
            <a:off x="2640013" y="3081338"/>
            <a:ext cx="484187" cy="396875"/>
          </a:xfrm>
          <a:prstGeom prst="rect">
            <a:avLst/>
          </a:prstGeom>
          <a:solidFill>
            <a:srgbClr val="E6FDFE"/>
          </a:solidFill>
          <a:ln>
            <a:noFill/>
          </a:ln>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000" i="1" dirty="0">
                <a:solidFill>
                  <a:srgbClr val="333399"/>
                </a:solidFill>
                <a:ea typeface="黑体" panose="02010609060101010101" pitchFamily="49" charset="-122"/>
              </a:rPr>
              <a:t>t</a:t>
            </a:r>
            <a:r>
              <a:rPr kumimoji="1" lang="en-US" altLang="zh-CN" sz="2000" i="1" baseline="-25000" dirty="0">
                <a:solidFill>
                  <a:srgbClr val="333399"/>
                </a:solidFill>
                <a:ea typeface="黑体" panose="02010609060101010101" pitchFamily="49" charset="-122"/>
              </a:rPr>
              <a:t>out</a:t>
            </a:r>
          </a:p>
        </p:txBody>
      </p:sp>
      <p:sp>
        <p:nvSpPr>
          <p:cNvPr id="87092" name="Line 55">
            <a:extLst>
              <a:ext uri="{FF2B5EF4-FFF2-40B4-BE49-F238E27FC236}">
                <a16:creationId xmlns:a16="http://schemas.microsoft.com/office/drawing/2014/main" id="{C87AAD5E-1C55-46D9-A2FD-F2EF78DF36E8}"/>
              </a:ext>
            </a:extLst>
          </p:cNvPr>
          <p:cNvSpPr>
            <a:spLocks noChangeShapeType="1"/>
          </p:cNvSpPr>
          <p:nvPr/>
        </p:nvSpPr>
        <p:spPr bwMode="auto">
          <a:xfrm>
            <a:off x="1778031" y="1681163"/>
            <a:ext cx="1011207" cy="4953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3" name="Line 56">
            <a:extLst>
              <a:ext uri="{FF2B5EF4-FFF2-40B4-BE49-F238E27FC236}">
                <a16:creationId xmlns:a16="http://schemas.microsoft.com/office/drawing/2014/main" id="{EF1050C2-FB13-40E0-86F9-8ABA2ACB7407}"/>
              </a:ext>
            </a:extLst>
          </p:cNvPr>
          <p:cNvSpPr>
            <a:spLocks noChangeShapeType="1"/>
          </p:cNvSpPr>
          <p:nvPr/>
        </p:nvSpPr>
        <p:spPr bwMode="auto">
          <a:xfrm flipV="1">
            <a:off x="1738285" y="3328987"/>
            <a:ext cx="979515" cy="11239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4" name="文本框 2">
            <a:extLst>
              <a:ext uri="{FF2B5EF4-FFF2-40B4-BE49-F238E27FC236}">
                <a16:creationId xmlns:a16="http://schemas.microsoft.com/office/drawing/2014/main" id="{434D302C-CAB0-49C4-897B-1B607F1B2652}"/>
              </a:ext>
            </a:extLst>
          </p:cNvPr>
          <p:cNvSpPr txBox="1">
            <a:spLocks noChangeArrowheads="1"/>
          </p:cNvSpPr>
          <p:nvPr/>
        </p:nvSpPr>
        <p:spPr bwMode="auto">
          <a:xfrm>
            <a:off x="3509963" y="5876925"/>
            <a:ext cx="1925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800" b="1">
                <a:solidFill>
                  <a:srgbClr val="FF0000"/>
                </a:solidFill>
              </a:rPr>
              <a:t>时 间 关 系</a:t>
            </a:r>
          </a:p>
        </p:txBody>
      </p:sp>
    </p:spTree>
  </p:cSld>
  <p:clrMapOvr>
    <a:masterClrMapping/>
  </p:clrMapOvr>
  <p:transition spd="slow">
    <p:randomBar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313345">
            <a:extLst>
              <a:ext uri="{FF2B5EF4-FFF2-40B4-BE49-F238E27FC236}">
                <a16:creationId xmlns:a16="http://schemas.microsoft.com/office/drawing/2014/main" id="{D98107D1-B9F7-4A42-9C36-D21E18E5F7BC}"/>
              </a:ext>
            </a:extLst>
          </p:cNvPr>
          <p:cNvSpPr>
            <a:spLocks noGrp="1"/>
          </p:cNvSpPr>
          <p:nvPr>
            <p:ph type="title"/>
          </p:nvPr>
        </p:nvSpPr>
        <p:spPr/>
        <p:txBody>
          <a:bodyPr/>
          <a:lstStyle/>
          <a:p>
            <a:pPr algn="ctr"/>
            <a:r>
              <a:rPr lang="zh-CN" altLang="en-US" dirty="0"/>
              <a:t>停止等待协议 </a:t>
            </a:r>
            <a:r>
              <a:rPr lang="en-US" altLang="zh-CN" dirty="0"/>
              <a:t>ARQ </a:t>
            </a:r>
            <a:r>
              <a:rPr lang="zh-CN" altLang="en-US" dirty="0"/>
              <a:t>的定量分析 </a:t>
            </a:r>
          </a:p>
        </p:txBody>
      </p:sp>
      <p:sp>
        <p:nvSpPr>
          <p:cNvPr id="94211" name="文本占位符 313346">
            <a:extLst>
              <a:ext uri="{FF2B5EF4-FFF2-40B4-BE49-F238E27FC236}">
                <a16:creationId xmlns:a16="http://schemas.microsoft.com/office/drawing/2014/main" id="{AB12D40B-E438-43F3-87E0-5CDDF64A7822}"/>
              </a:ext>
            </a:extLst>
          </p:cNvPr>
          <p:cNvSpPr>
            <a:spLocks noGrp="1"/>
          </p:cNvSpPr>
          <p:nvPr>
            <p:ph type="body" idx="1"/>
          </p:nvPr>
        </p:nvSpPr>
        <p:spPr>
          <a:xfrm>
            <a:off x="539750" y="1340768"/>
            <a:ext cx="8001000" cy="4535488"/>
          </a:xfrm>
        </p:spPr>
        <p:txBody>
          <a:bodyPr/>
          <a:lstStyle/>
          <a:p>
            <a:pPr>
              <a:lnSpc>
                <a:spcPct val="120000"/>
              </a:lnSpc>
              <a:spcAft>
                <a:spcPct val="20000"/>
              </a:spcAft>
              <a:defRPr/>
            </a:pPr>
            <a:r>
              <a:rPr lang="zh-CN" altLang="en-US" sz="2400" dirty="0"/>
              <a:t>设 </a:t>
            </a:r>
            <a:r>
              <a:rPr lang="en-US" altLang="zh-CN" sz="2400" b="1" i="1" dirty="0" err="1"/>
              <a:t>t</a:t>
            </a:r>
            <a:r>
              <a:rPr lang="en-US" altLang="zh-CN" sz="2400" b="1" i="1" baseline="-25000" dirty="0" err="1"/>
              <a:t>f</a:t>
            </a:r>
            <a:r>
              <a:rPr lang="en-US" altLang="zh-CN" sz="2400" b="1" i="1" dirty="0"/>
              <a:t> </a:t>
            </a:r>
            <a:r>
              <a:rPr lang="zh-CN" altLang="en-US" sz="2400" dirty="0"/>
              <a:t>是一个数据帧的</a:t>
            </a:r>
            <a:r>
              <a:rPr lang="zh-CN" altLang="en-US" sz="2400" b="1" dirty="0">
                <a:solidFill>
                  <a:srgbClr val="FF0000"/>
                </a:solidFill>
              </a:rPr>
              <a:t>发送时间</a:t>
            </a:r>
            <a:r>
              <a:rPr lang="zh-CN" altLang="en-US" sz="2400" dirty="0"/>
              <a:t>，且数据帧的长度是固定不变的。显然，数据帧的发送时间</a:t>
            </a:r>
            <a:r>
              <a:rPr lang="zh-CN" altLang="en-US" sz="2400" b="1" dirty="0"/>
              <a:t> </a:t>
            </a:r>
            <a:r>
              <a:rPr lang="en-US" altLang="zh-CN" sz="2400" b="1" i="1" dirty="0" err="1"/>
              <a:t>t</a:t>
            </a:r>
            <a:r>
              <a:rPr lang="en-US" altLang="zh-CN" sz="2400" b="1" i="1" baseline="-25000" dirty="0" err="1"/>
              <a:t>f</a:t>
            </a:r>
            <a:r>
              <a:rPr lang="en-US" altLang="zh-CN" sz="2400" b="1" i="1" baseline="-25000" dirty="0"/>
              <a:t> </a:t>
            </a:r>
            <a:r>
              <a:rPr lang="zh-CN" altLang="en-US" sz="2400" dirty="0"/>
              <a:t>是数据帧的长度 </a:t>
            </a:r>
            <a:r>
              <a:rPr lang="en-US" altLang="zh-CN" sz="2400" b="1" i="1" dirty="0" err="1"/>
              <a:t>l</a:t>
            </a:r>
            <a:r>
              <a:rPr lang="en-US" altLang="zh-CN" sz="2400" b="1" i="1" baseline="-25000" dirty="0" err="1"/>
              <a:t>f</a:t>
            </a:r>
            <a:r>
              <a:rPr lang="en-US" altLang="zh-CN" sz="2400" b="1" i="1" dirty="0"/>
              <a:t> </a:t>
            </a:r>
            <a:r>
              <a:rPr lang="en-US" altLang="zh-CN" sz="2400" dirty="0"/>
              <a:t>(bit)</a:t>
            </a:r>
            <a:r>
              <a:rPr lang="zh-CN" altLang="en-US" sz="2400" dirty="0"/>
              <a:t>与数据的发送速率 </a:t>
            </a:r>
            <a:r>
              <a:rPr lang="en-US" altLang="zh-CN" sz="2400" b="1" i="1" dirty="0"/>
              <a:t>C</a:t>
            </a:r>
            <a:r>
              <a:rPr lang="en-US" altLang="zh-CN" sz="2400" dirty="0"/>
              <a:t> (bit/s)</a:t>
            </a:r>
            <a:r>
              <a:rPr lang="zh-CN" altLang="en-US" sz="2400" dirty="0"/>
              <a:t>之比，即：</a:t>
            </a:r>
            <a:endParaRPr lang="en-US" altLang="zh-CN" sz="2400" dirty="0"/>
          </a:p>
          <a:p>
            <a:pPr marL="0" indent="0" algn="ctr">
              <a:lnSpc>
                <a:spcPct val="120000"/>
              </a:lnSpc>
              <a:spcAft>
                <a:spcPct val="20000"/>
              </a:spcAft>
              <a:buNone/>
              <a:defRPr/>
            </a:pPr>
            <a:r>
              <a:rPr lang="en-US" altLang="zh-CN" sz="2400" b="1" i="1" dirty="0" err="1"/>
              <a:t>t</a:t>
            </a:r>
            <a:r>
              <a:rPr lang="en-US" altLang="zh-CN" sz="2400" b="1" i="1" baseline="-25000" dirty="0" err="1"/>
              <a:t>f</a:t>
            </a:r>
            <a:r>
              <a:rPr lang="en-US" altLang="zh-CN" sz="2400" b="1" i="1" dirty="0"/>
              <a:t> </a:t>
            </a:r>
            <a:r>
              <a:rPr lang="en-US" altLang="zh-CN" sz="2400" b="1" dirty="0"/>
              <a:t>= </a:t>
            </a:r>
            <a:r>
              <a:rPr lang="en-US" altLang="zh-CN" sz="2400" b="1" i="1" dirty="0" err="1"/>
              <a:t>l</a:t>
            </a:r>
            <a:r>
              <a:rPr lang="en-US" altLang="zh-CN" sz="2400" b="1" i="1" baseline="-25000" dirty="0" err="1"/>
              <a:t>f</a:t>
            </a:r>
            <a:r>
              <a:rPr lang="en-US" altLang="zh-CN" sz="2400" b="1" i="1" dirty="0"/>
              <a:t> </a:t>
            </a:r>
            <a:r>
              <a:rPr lang="en-US" altLang="zh-CN" sz="2400" b="1" dirty="0"/>
              <a:t>/</a:t>
            </a:r>
            <a:r>
              <a:rPr lang="en-US" altLang="zh-CN" sz="2400" b="1" i="1" dirty="0"/>
              <a:t>C</a:t>
            </a:r>
            <a:r>
              <a:rPr lang="en-US" altLang="zh-CN" sz="2400" b="1" dirty="0"/>
              <a:t> = </a:t>
            </a:r>
            <a:r>
              <a:rPr lang="en-US" altLang="zh-CN" sz="2400" b="1" i="1" dirty="0" err="1"/>
              <a:t>l</a:t>
            </a:r>
            <a:r>
              <a:rPr lang="en-US" altLang="zh-CN" sz="2400" b="1" i="1" baseline="-25000" dirty="0" err="1"/>
              <a:t>f</a:t>
            </a:r>
            <a:r>
              <a:rPr lang="en-US" altLang="zh-CN" sz="2400" b="1" dirty="0"/>
              <a:t> /</a:t>
            </a:r>
            <a:r>
              <a:rPr lang="en-US" altLang="zh-CN" sz="2400" b="1" i="1" dirty="0"/>
              <a:t>C</a:t>
            </a:r>
            <a:r>
              <a:rPr lang="en-US" altLang="zh-CN" sz="2400" dirty="0"/>
              <a:t> (s)</a:t>
            </a:r>
            <a:r>
              <a:rPr lang="zh-CN" altLang="en-US" sz="2400" dirty="0"/>
              <a:t>；</a:t>
            </a:r>
          </a:p>
          <a:p>
            <a:pPr>
              <a:lnSpc>
                <a:spcPct val="135000"/>
              </a:lnSpc>
              <a:defRPr/>
            </a:pPr>
            <a:r>
              <a:rPr lang="zh-CN" altLang="en-US" sz="2400" dirty="0"/>
              <a:t>发送时间 </a:t>
            </a:r>
            <a:r>
              <a:rPr lang="en-US" altLang="zh-CN" sz="2400" b="1" i="1" dirty="0" err="1"/>
              <a:t>t</a:t>
            </a:r>
            <a:r>
              <a:rPr lang="en-US" altLang="zh-CN" sz="2400" b="1" i="1" baseline="-25000" dirty="0" err="1"/>
              <a:t>f</a:t>
            </a:r>
            <a:r>
              <a:rPr lang="en-US" altLang="zh-CN" sz="2400" i="1" dirty="0"/>
              <a:t> </a:t>
            </a:r>
            <a:r>
              <a:rPr lang="zh-CN" altLang="en-US" sz="2400" dirty="0"/>
              <a:t>也就是数据帧的</a:t>
            </a:r>
            <a:r>
              <a:rPr lang="zh-CN" altLang="en-US" sz="2400" b="1" dirty="0">
                <a:solidFill>
                  <a:srgbClr val="FF0000"/>
                </a:solidFill>
              </a:rPr>
              <a:t>发送时延</a:t>
            </a:r>
            <a:r>
              <a:rPr lang="zh-CN" altLang="en-US" sz="2400" dirty="0"/>
              <a:t>。</a:t>
            </a:r>
          </a:p>
          <a:p>
            <a:pPr>
              <a:lnSpc>
                <a:spcPct val="135000"/>
              </a:lnSpc>
              <a:defRPr/>
            </a:pPr>
            <a:r>
              <a:rPr lang="zh-CN" altLang="en-US" sz="2400" dirty="0"/>
              <a:t>数据帧沿链路传到节点</a:t>
            </a:r>
            <a:r>
              <a:rPr lang="en-US" altLang="zh-CN" sz="2400" dirty="0"/>
              <a:t>B</a:t>
            </a:r>
            <a:r>
              <a:rPr lang="zh-CN" altLang="en-US" sz="2400" dirty="0"/>
              <a:t>还要经历一个</a:t>
            </a:r>
            <a:r>
              <a:rPr lang="zh-CN" altLang="en-US" sz="2400" b="1" dirty="0">
                <a:solidFill>
                  <a:srgbClr val="FF0000"/>
                </a:solidFill>
              </a:rPr>
              <a:t>传播时延</a:t>
            </a:r>
            <a:r>
              <a:rPr lang="zh-CN" altLang="en-US" sz="2400" b="1" dirty="0"/>
              <a:t> </a:t>
            </a:r>
            <a:r>
              <a:rPr lang="en-US" altLang="zh-CN" sz="2400" b="1" i="1" dirty="0" err="1"/>
              <a:t>t</a:t>
            </a:r>
            <a:r>
              <a:rPr lang="en-US" altLang="zh-CN" sz="2400" b="1" i="1" baseline="-25000" dirty="0" err="1"/>
              <a:t>p</a:t>
            </a:r>
            <a:r>
              <a:rPr lang="zh-CN" altLang="en-US" sz="2400" dirty="0"/>
              <a:t>。</a:t>
            </a:r>
          </a:p>
          <a:p>
            <a:pPr>
              <a:lnSpc>
                <a:spcPct val="135000"/>
              </a:lnSpc>
              <a:spcAft>
                <a:spcPct val="20000"/>
              </a:spcAft>
              <a:defRPr/>
            </a:pPr>
            <a:r>
              <a:rPr lang="zh-CN" altLang="en-US" sz="2400" dirty="0"/>
              <a:t>节点 </a:t>
            </a:r>
            <a:r>
              <a:rPr lang="en-US" altLang="zh-CN" sz="2400" dirty="0"/>
              <a:t>B </a:t>
            </a:r>
            <a:r>
              <a:rPr lang="zh-CN" altLang="en-US" sz="2400" dirty="0"/>
              <a:t>收到数据帧要花费时间进行处理，此时间称为处理时间 </a:t>
            </a:r>
            <a:r>
              <a:rPr lang="en-US" altLang="zh-CN" sz="2400" b="1" i="1" dirty="0" err="1"/>
              <a:t>t</a:t>
            </a:r>
            <a:r>
              <a:rPr lang="en-US" altLang="zh-CN" sz="2400" b="1" i="1" baseline="-25000" dirty="0" err="1"/>
              <a:t>pr</a:t>
            </a:r>
            <a:r>
              <a:rPr lang="zh-CN" altLang="en-US" sz="2400" dirty="0"/>
              <a:t>，发送确认帧 </a:t>
            </a:r>
            <a:r>
              <a:rPr lang="en-US" altLang="zh-CN" sz="2400" dirty="0"/>
              <a:t>ACK </a:t>
            </a:r>
            <a:r>
              <a:rPr lang="zh-CN" altLang="en-US" sz="2400" dirty="0"/>
              <a:t>的发送时间为 </a:t>
            </a:r>
            <a:r>
              <a:rPr lang="en-US" altLang="zh-CN" sz="2400" b="1" i="1" dirty="0"/>
              <a:t>t</a:t>
            </a:r>
            <a:r>
              <a:rPr lang="en-US" altLang="zh-CN" sz="2400" b="1" i="1" baseline="-25000" dirty="0"/>
              <a:t>a</a:t>
            </a:r>
            <a:r>
              <a:rPr lang="zh-CN" altLang="en-US" sz="2400" i="1" dirty="0"/>
              <a:t>。</a:t>
            </a:r>
            <a:r>
              <a:rPr lang="zh-CN" altLang="en-US" sz="2400" dirty="0"/>
              <a:t>    </a:t>
            </a:r>
          </a:p>
        </p:txBody>
      </p:sp>
    </p:spTree>
    <p:extLst>
      <p:ext uri="{BB962C8B-B14F-4D97-AF65-F5344CB8AC3E}">
        <p14:creationId xmlns:p14="http://schemas.microsoft.com/office/powerpoint/2010/main" val="2877814023"/>
      </p:ext>
    </p:extLst>
  </p:cSld>
  <p:clrMapOvr>
    <a:masterClrMapping/>
  </p:clrMapOvr>
  <p:transition spd="slow">
    <p:randomBar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2ED21-CA76-4741-A25D-72D9F39ECD42}"/>
              </a:ext>
            </a:extLst>
          </p:cNvPr>
          <p:cNvSpPr>
            <a:spLocks noGrp="1"/>
          </p:cNvSpPr>
          <p:nvPr>
            <p:ph type="title"/>
          </p:nvPr>
        </p:nvSpPr>
        <p:spPr/>
        <p:txBody>
          <a:bodyPr/>
          <a:lstStyle/>
          <a:p>
            <a:pPr algn="ctr"/>
            <a:r>
              <a:rPr lang="zh-CN" altLang="en-US" dirty="0"/>
              <a:t>停止等待协议 </a:t>
            </a:r>
            <a:r>
              <a:rPr lang="en-US" altLang="zh-CN" dirty="0"/>
              <a:t>ARQ </a:t>
            </a:r>
            <a:r>
              <a:rPr lang="zh-CN" altLang="en-US" dirty="0"/>
              <a:t>的定量分析 </a:t>
            </a:r>
          </a:p>
        </p:txBody>
      </p:sp>
      <p:sp>
        <p:nvSpPr>
          <p:cNvPr id="3" name="内容占位符 2">
            <a:extLst>
              <a:ext uri="{FF2B5EF4-FFF2-40B4-BE49-F238E27FC236}">
                <a16:creationId xmlns:a16="http://schemas.microsoft.com/office/drawing/2014/main" id="{233DE57A-F1A0-48D8-87DE-43C1EC684B79}"/>
              </a:ext>
            </a:extLst>
          </p:cNvPr>
          <p:cNvSpPr>
            <a:spLocks noGrp="1"/>
          </p:cNvSpPr>
          <p:nvPr>
            <p:ph idx="1"/>
          </p:nvPr>
        </p:nvSpPr>
        <p:spPr>
          <a:xfrm>
            <a:off x="518474" y="1234910"/>
            <a:ext cx="8022276" cy="5290433"/>
          </a:xfrm>
        </p:spPr>
        <p:txBody>
          <a:bodyPr/>
          <a:lstStyle/>
          <a:p>
            <a:pPr algn="just">
              <a:lnSpc>
                <a:spcPct val="90000"/>
              </a:lnSpc>
              <a:defRPr/>
            </a:pPr>
            <a:r>
              <a:rPr lang="zh-CN" altLang="en-US" sz="2800" dirty="0"/>
              <a:t>重传时间的作用是：数据帧发送完毕后若经过了这样长的时间还没有收到确认帧，就重传这个数据帧。</a:t>
            </a:r>
            <a:endParaRPr lang="en-US" altLang="zh-CN" sz="2800" dirty="0"/>
          </a:p>
          <a:p>
            <a:pPr marL="0" indent="0" algn="just">
              <a:lnSpc>
                <a:spcPct val="90000"/>
              </a:lnSpc>
              <a:buNone/>
              <a:defRPr/>
            </a:pPr>
            <a:r>
              <a:rPr lang="zh-CN" altLang="en-US" sz="2800" dirty="0"/>
              <a:t> </a:t>
            </a:r>
          </a:p>
          <a:p>
            <a:pPr>
              <a:lnSpc>
                <a:spcPct val="90000"/>
              </a:lnSpc>
              <a:defRPr/>
            </a:pPr>
            <a:r>
              <a:rPr lang="zh-CN" altLang="en-US" sz="2800" dirty="0"/>
              <a:t>为方便起见，设重传时间为：</a:t>
            </a:r>
          </a:p>
          <a:p>
            <a:pPr algn="ctr">
              <a:lnSpc>
                <a:spcPct val="130000"/>
              </a:lnSpc>
              <a:spcAft>
                <a:spcPct val="25000"/>
              </a:spcAft>
              <a:buNone/>
              <a:defRPr/>
            </a:pPr>
            <a:r>
              <a:rPr lang="zh-CN" altLang="en-US" sz="2800" dirty="0"/>
              <a:t>             </a:t>
            </a:r>
            <a:r>
              <a:rPr lang="en-US" altLang="zh-CN" sz="2800" b="1" i="1" dirty="0"/>
              <a:t>t</a:t>
            </a:r>
            <a:r>
              <a:rPr lang="en-US" altLang="zh-CN" sz="2800" b="1" i="1" baseline="-25000" dirty="0"/>
              <a:t>out</a:t>
            </a:r>
            <a:r>
              <a:rPr lang="en-US" altLang="zh-CN" sz="2800" b="1" dirty="0"/>
              <a:t> = </a:t>
            </a:r>
            <a:r>
              <a:rPr lang="en-US" altLang="zh-CN" sz="2800" b="1" i="1" dirty="0" err="1"/>
              <a:t>t</a:t>
            </a:r>
            <a:r>
              <a:rPr lang="en-US" altLang="zh-CN" sz="2800" b="1" i="1" baseline="-25000" dirty="0" err="1"/>
              <a:t>p</a:t>
            </a:r>
            <a:r>
              <a:rPr lang="en-US" altLang="zh-CN" sz="2800" b="1" dirty="0"/>
              <a:t> + </a:t>
            </a:r>
            <a:r>
              <a:rPr lang="en-US" altLang="zh-CN" sz="2800" b="1" i="1" dirty="0" err="1"/>
              <a:t>t</a:t>
            </a:r>
            <a:r>
              <a:rPr lang="en-US" altLang="zh-CN" sz="2800" b="1" i="1" baseline="-25000" dirty="0" err="1"/>
              <a:t>pr</a:t>
            </a:r>
            <a:r>
              <a:rPr lang="en-US" altLang="zh-CN" sz="2800" b="1" dirty="0"/>
              <a:t>+</a:t>
            </a:r>
            <a:r>
              <a:rPr lang="en-US" altLang="zh-CN" sz="2800" b="1" i="1" dirty="0"/>
              <a:t> t</a:t>
            </a:r>
            <a:r>
              <a:rPr lang="en-US" altLang="zh-CN" sz="2800" b="1" i="1" baseline="-25000" dirty="0"/>
              <a:t>a</a:t>
            </a:r>
            <a:r>
              <a:rPr lang="en-US" altLang="zh-CN" sz="2800" b="1" dirty="0"/>
              <a:t> +</a:t>
            </a:r>
            <a:r>
              <a:rPr lang="en-US" altLang="zh-CN" sz="2800" b="1" i="1" dirty="0"/>
              <a:t> </a:t>
            </a:r>
            <a:r>
              <a:rPr lang="en-US" altLang="zh-CN" sz="2800" b="1" i="1" dirty="0" err="1"/>
              <a:t>t</a:t>
            </a:r>
            <a:r>
              <a:rPr lang="en-US" altLang="zh-CN" sz="2800" b="1" i="1" baseline="-25000" dirty="0" err="1"/>
              <a:t>p</a:t>
            </a:r>
            <a:r>
              <a:rPr lang="en-US" altLang="zh-CN" sz="2800" b="1" dirty="0"/>
              <a:t> + </a:t>
            </a:r>
            <a:r>
              <a:rPr lang="en-US" altLang="zh-CN" sz="2800" b="1" i="1" dirty="0" err="1"/>
              <a:t>t</a:t>
            </a:r>
            <a:r>
              <a:rPr lang="en-US" altLang="zh-CN" sz="2800" b="1" i="1" baseline="-25000" dirty="0" err="1"/>
              <a:t>pr</a:t>
            </a:r>
            <a:r>
              <a:rPr lang="en-US" altLang="zh-CN" sz="2800" dirty="0"/>
              <a:t>                  </a:t>
            </a:r>
            <a:r>
              <a:rPr lang="zh-CN" altLang="en-US" sz="2800" dirty="0"/>
              <a:t>　　　 </a:t>
            </a:r>
          </a:p>
          <a:p>
            <a:pPr>
              <a:lnSpc>
                <a:spcPct val="130000"/>
              </a:lnSpc>
              <a:defRPr/>
            </a:pPr>
            <a:r>
              <a:rPr lang="zh-CN" altLang="en-US" sz="2800" dirty="0"/>
              <a:t>设上式右端的处理时间 </a:t>
            </a:r>
            <a:r>
              <a:rPr lang="en-US" altLang="zh-CN" sz="2800" b="1" i="1" dirty="0" err="1"/>
              <a:t>t</a:t>
            </a:r>
            <a:r>
              <a:rPr lang="en-US" altLang="zh-CN" sz="2800" b="1" i="1" baseline="-25000" dirty="0" err="1"/>
              <a:t>pr</a:t>
            </a:r>
            <a:r>
              <a:rPr lang="en-US" altLang="zh-CN" sz="2800" b="1" i="1" dirty="0"/>
              <a:t> </a:t>
            </a:r>
            <a:r>
              <a:rPr lang="zh-CN" altLang="en-US" sz="2800" dirty="0"/>
              <a:t>和确认帧的发送时间 </a:t>
            </a:r>
            <a:r>
              <a:rPr lang="en-US" altLang="zh-CN" sz="2800" i="1" dirty="0"/>
              <a:t>t</a:t>
            </a:r>
            <a:r>
              <a:rPr lang="en-US" altLang="zh-CN" sz="2800" b="1" i="1" baseline="-25000" dirty="0"/>
              <a:t>a</a:t>
            </a:r>
            <a:r>
              <a:rPr lang="en-US" altLang="zh-CN" sz="2800" i="1" baseline="-25000" dirty="0"/>
              <a:t> </a:t>
            </a:r>
            <a:r>
              <a:rPr lang="zh-CN" altLang="en-US" sz="2800" dirty="0"/>
              <a:t>都远小于传播时延 </a:t>
            </a:r>
            <a:r>
              <a:rPr lang="en-US" altLang="zh-CN" sz="2800" b="1" i="1" dirty="0" err="1"/>
              <a:t>t</a:t>
            </a:r>
            <a:r>
              <a:rPr lang="en-US" altLang="zh-CN" sz="2800" b="1" i="1" baseline="-25000" dirty="0" err="1"/>
              <a:t>p</a:t>
            </a:r>
            <a:r>
              <a:rPr lang="zh-CN" altLang="en-US" sz="2800" dirty="0"/>
              <a:t>，因此可将重传时间取为</a:t>
            </a:r>
            <a:r>
              <a:rPr lang="zh-CN" altLang="en-US" sz="2800" dirty="0">
                <a:solidFill>
                  <a:srgbClr val="FF0000"/>
                </a:solidFill>
              </a:rPr>
              <a:t>两倍的传播时延</a:t>
            </a:r>
            <a:r>
              <a:rPr lang="zh-CN" altLang="en-US" sz="2800" dirty="0"/>
              <a:t>，即：</a:t>
            </a:r>
            <a:endParaRPr lang="en-US" altLang="zh-CN" sz="2800" dirty="0"/>
          </a:p>
          <a:p>
            <a:pPr marL="0" indent="0" algn="ctr">
              <a:lnSpc>
                <a:spcPct val="130000"/>
              </a:lnSpc>
              <a:buNone/>
              <a:defRPr/>
            </a:pPr>
            <a:r>
              <a:rPr lang="en-US" altLang="zh-CN" sz="2800" b="1" i="1" dirty="0"/>
              <a:t>t</a:t>
            </a:r>
            <a:r>
              <a:rPr lang="en-US" altLang="zh-CN" sz="2800" b="1" i="1" baseline="-25000" dirty="0"/>
              <a:t>out</a:t>
            </a:r>
            <a:r>
              <a:rPr lang="en-US" altLang="zh-CN" sz="2800" b="1" dirty="0"/>
              <a:t> = 2</a:t>
            </a:r>
            <a:r>
              <a:rPr lang="en-US" altLang="zh-CN" sz="2800" b="1" i="1" dirty="0"/>
              <a:t>t</a:t>
            </a:r>
            <a:r>
              <a:rPr lang="en-US" altLang="zh-CN" sz="2800" b="1" i="1" baseline="-25000" dirty="0"/>
              <a:t>p</a:t>
            </a:r>
            <a:endParaRPr lang="zh-CN" altLang="en-US" sz="2800" dirty="0"/>
          </a:p>
        </p:txBody>
      </p:sp>
    </p:spTree>
    <p:extLst>
      <p:ext uri="{BB962C8B-B14F-4D97-AF65-F5344CB8AC3E}">
        <p14:creationId xmlns:p14="http://schemas.microsoft.com/office/powerpoint/2010/main" val="3947254345"/>
      </p:ext>
    </p:extLst>
  </p:cSld>
  <p:clrMapOvr>
    <a:masterClrMapping/>
  </p:clrMapOvr>
  <p:transition spd="slow">
    <p:randomBar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FFAAAC-5602-486D-AF3F-CFFF06427D70}"/>
              </a:ext>
            </a:extLst>
          </p:cNvPr>
          <p:cNvSpPr>
            <a:spLocks noGrp="1"/>
          </p:cNvSpPr>
          <p:nvPr>
            <p:ph type="title"/>
          </p:nvPr>
        </p:nvSpPr>
        <p:spPr/>
        <p:txBody>
          <a:bodyPr/>
          <a:lstStyle/>
          <a:p>
            <a:pPr algn="ctr"/>
            <a:r>
              <a:rPr lang="zh-CN" altLang="en-US" dirty="0"/>
              <a:t>停止等待协议 </a:t>
            </a:r>
            <a:r>
              <a:rPr lang="en-US" altLang="zh-CN" dirty="0"/>
              <a:t>ARQ </a:t>
            </a:r>
            <a:r>
              <a:rPr lang="zh-CN" altLang="en-US" dirty="0"/>
              <a:t>的定量分析 </a:t>
            </a:r>
          </a:p>
        </p:txBody>
      </p:sp>
      <p:sp>
        <p:nvSpPr>
          <p:cNvPr id="3" name="内容占位符 2">
            <a:extLst>
              <a:ext uri="{FF2B5EF4-FFF2-40B4-BE49-F238E27FC236}">
                <a16:creationId xmlns:a16="http://schemas.microsoft.com/office/drawing/2014/main" id="{EBECA914-8100-4DB9-B77F-A0814F84B7A6}"/>
              </a:ext>
            </a:extLst>
          </p:cNvPr>
          <p:cNvSpPr>
            <a:spLocks noGrp="1"/>
          </p:cNvSpPr>
          <p:nvPr>
            <p:ph idx="1"/>
          </p:nvPr>
        </p:nvSpPr>
        <p:spPr/>
        <p:txBody>
          <a:bodyPr/>
          <a:lstStyle/>
          <a:p>
            <a:r>
              <a:rPr lang="zh-CN" altLang="en-US" sz="2800" dirty="0"/>
              <a:t>两个发送成功的数据帧之间的最小时间间隔是：</a:t>
            </a:r>
          </a:p>
          <a:p>
            <a:pPr algn="ctr">
              <a:lnSpc>
                <a:spcPct val="130000"/>
              </a:lnSpc>
              <a:spcAft>
                <a:spcPct val="15000"/>
              </a:spcAft>
              <a:buNone/>
            </a:pPr>
            <a:r>
              <a:rPr lang="zh-CN" altLang="en-US" sz="2800" dirty="0"/>
              <a:t>  </a:t>
            </a:r>
            <a:r>
              <a:rPr lang="en-US" altLang="zh-CN" sz="2800" b="1" i="1" dirty="0" err="1"/>
              <a:t>t</a:t>
            </a:r>
            <a:r>
              <a:rPr lang="en-US" altLang="zh-CN" sz="2800" b="1" i="1" baseline="-25000" dirty="0" err="1"/>
              <a:t>T</a:t>
            </a:r>
            <a:r>
              <a:rPr lang="en-US" altLang="zh-CN" sz="2800" b="1" dirty="0"/>
              <a:t> = </a:t>
            </a:r>
            <a:r>
              <a:rPr lang="en-US" altLang="zh-CN" sz="2800" b="1" i="1" dirty="0" err="1"/>
              <a:t>t</a:t>
            </a:r>
            <a:r>
              <a:rPr lang="en-US" altLang="zh-CN" sz="2800" b="1" i="1" baseline="-25000" dirty="0" err="1"/>
              <a:t>f</a:t>
            </a:r>
            <a:r>
              <a:rPr lang="en-US" altLang="zh-CN" sz="2800" b="1" dirty="0"/>
              <a:t> + </a:t>
            </a:r>
            <a:r>
              <a:rPr lang="en-US" altLang="zh-CN" sz="2800" b="1" i="1" dirty="0"/>
              <a:t>t</a:t>
            </a:r>
            <a:r>
              <a:rPr lang="en-US" altLang="zh-CN" sz="2800" b="1" i="1" baseline="-25000" dirty="0"/>
              <a:t>out</a:t>
            </a:r>
            <a:r>
              <a:rPr lang="en-US" altLang="zh-CN" sz="2800" b="1" dirty="0"/>
              <a:t> = </a:t>
            </a:r>
            <a:r>
              <a:rPr lang="en-US" altLang="zh-CN" sz="2800" b="1" i="1" dirty="0" err="1"/>
              <a:t>t</a:t>
            </a:r>
            <a:r>
              <a:rPr lang="en-US" altLang="zh-CN" sz="2800" b="1" i="1" baseline="-25000" dirty="0" err="1"/>
              <a:t>f</a:t>
            </a:r>
            <a:r>
              <a:rPr lang="en-US" altLang="zh-CN" sz="2800" b="1" baseline="-25000" dirty="0"/>
              <a:t>  </a:t>
            </a:r>
            <a:r>
              <a:rPr lang="en-US" altLang="zh-CN" sz="2800" b="1" dirty="0"/>
              <a:t>+ 2</a:t>
            </a:r>
            <a:r>
              <a:rPr lang="en-US" altLang="zh-CN" sz="2800" b="1" i="1" dirty="0"/>
              <a:t>t</a:t>
            </a:r>
            <a:r>
              <a:rPr lang="en-US" altLang="zh-CN" sz="2800" b="1" i="1" baseline="-25000" dirty="0"/>
              <a:t>p   </a:t>
            </a:r>
          </a:p>
          <a:p>
            <a:pPr algn="ctr">
              <a:lnSpc>
                <a:spcPct val="130000"/>
              </a:lnSpc>
              <a:spcAft>
                <a:spcPct val="15000"/>
              </a:spcAft>
              <a:buNone/>
            </a:pPr>
            <a:r>
              <a:rPr lang="en-US" altLang="zh-CN" sz="2800" b="1" i="1" baseline="-25000" dirty="0"/>
              <a:t>                         </a:t>
            </a:r>
            <a:r>
              <a:rPr lang="zh-CN" altLang="en-US" sz="2800" dirty="0"/>
              <a:t>　　　 </a:t>
            </a:r>
          </a:p>
          <a:p>
            <a:pPr algn="just"/>
            <a:r>
              <a:rPr lang="zh-CN" altLang="en-US" sz="2800" dirty="0"/>
              <a:t>设数据帧出现差错</a:t>
            </a:r>
            <a:r>
              <a:rPr lang="en-US" altLang="zh-CN" sz="2800" dirty="0"/>
              <a:t>(</a:t>
            </a:r>
            <a:r>
              <a:rPr lang="zh-CN" altLang="en-US" sz="2800" dirty="0"/>
              <a:t>包括帧丢失</a:t>
            </a:r>
            <a:r>
              <a:rPr lang="en-US" altLang="zh-CN" sz="2800" dirty="0"/>
              <a:t>)</a:t>
            </a:r>
            <a:r>
              <a:rPr lang="zh-CN" altLang="en-US" sz="2800" dirty="0"/>
              <a:t>的概率为 </a:t>
            </a:r>
            <a:r>
              <a:rPr lang="en-US" altLang="zh-CN" sz="2800" b="1" i="1" dirty="0"/>
              <a:t>p</a:t>
            </a:r>
            <a:r>
              <a:rPr lang="zh-CN" altLang="en-US" sz="2800" dirty="0"/>
              <a:t>，但假设确认帧不会出现差错。</a:t>
            </a:r>
            <a:endParaRPr lang="en-US" altLang="zh-CN" sz="2800" dirty="0"/>
          </a:p>
          <a:p>
            <a:pPr algn="just"/>
            <a:endParaRPr lang="en-US" altLang="zh-CN" sz="2800" dirty="0"/>
          </a:p>
          <a:p>
            <a:pPr algn="just"/>
            <a:r>
              <a:rPr lang="zh-CN" altLang="en-US" sz="2800" dirty="0"/>
              <a:t>设</a:t>
            </a:r>
            <a:r>
              <a:rPr lang="zh-CN" altLang="en-US" sz="2800" dirty="0">
                <a:solidFill>
                  <a:srgbClr val="FF0000"/>
                </a:solidFill>
              </a:rPr>
              <a:t>正确</a:t>
            </a:r>
            <a:r>
              <a:rPr lang="zh-CN" altLang="en-US" sz="2800" dirty="0"/>
              <a:t>传送一个数据帧所需的</a:t>
            </a:r>
            <a:r>
              <a:rPr lang="zh-CN" altLang="en-US" sz="2800" dirty="0">
                <a:solidFill>
                  <a:srgbClr val="FF0000"/>
                </a:solidFill>
              </a:rPr>
              <a:t>平均时间</a:t>
            </a:r>
            <a:r>
              <a:rPr lang="zh-CN" altLang="en-US" sz="2800" dirty="0"/>
              <a:t> </a:t>
            </a:r>
            <a:r>
              <a:rPr lang="en-US" altLang="zh-CN" sz="2800" b="1" i="1" dirty="0" err="1"/>
              <a:t>t</a:t>
            </a:r>
            <a:r>
              <a:rPr lang="en-US" altLang="zh-CN" sz="2800" b="1" i="1" baseline="-25000" dirty="0" err="1"/>
              <a:t>av</a:t>
            </a:r>
            <a:endParaRPr lang="en-US" altLang="zh-CN" sz="2800" b="1" i="1" baseline="-25000" dirty="0"/>
          </a:p>
          <a:p>
            <a:pPr algn="ctr">
              <a:spcAft>
                <a:spcPct val="30000"/>
              </a:spcAft>
              <a:buNone/>
            </a:pPr>
            <a:r>
              <a:rPr lang="en-US" altLang="zh-CN" sz="2800" b="1" i="1" dirty="0"/>
              <a:t>         </a:t>
            </a:r>
            <a:r>
              <a:rPr lang="en-US" altLang="zh-CN" sz="2800" b="1" i="1" dirty="0" err="1"/>
              <a:t>t</a:t>
            </a:r>
            <a:r>
              <a:rPr lang="en-US" altLang="zh-CN" sz="2800" b="1" i="1" baseline="-25000" dirty="0" err="1"/>
              <a:t>av</a:t>
            </a:r>
            <a:r>
              <a:rPr lang="en-US" altLang="zh-CN" sz="2800" b="1" i="1" dirty="0"/>
              <a:t> </a:t>
            </a:r>
            <a:r>
              <a:rPr lang="en-US" altLang="zh-CN" sz="2800" i="1" dirty="0"/>
              <a:t>=</a:t>
            </a:r>
            <a:r>
              <a:rPr lang="en-US" altLang="zh-CN" sz="2800" b="1" i="1" dirty="0"/>
              <a:t> </a:t>
            </a:r>
            <a:r>
              <a:rPr lang="en-US" altLang="zh-CN" sz="2800" b="1" i="1" dirty="0" err="1"/>
              <a:t>t</a:t>
            </a:r>
            <a:r>
              <a:rPr lang="en-US" altLang="zh-CN" sz="2800" b="1" i="1" baseline="-25000" dirty="0" err="1"/>
              <a:t>T</a:t>
            </a:r>
            <a:r>
              <a:rPr lang="en-US" altLang="zh-CN" sz="2800" b="1" i="1" dirty="0"/>
              <a:t> </a:t>
            </a:r>
            <a:r>
              <a:rPr lang="en-US" altLang="zh-CN" sz="2800" dirty="0"/>
              <a:t>( 1 + </a:t>
            </a:r>
            <a:r>
              <a:rPr lang="zh-CN" altLang="en-US" sz="2800" dirty="0"/>
              <a:t>一个帧的平均重传次数</a:t>
            </a:r>
            <a:r>
              <a:rPr lang="en-US" altLang="zh-CN" sz="2800" dirty="0"/>
              <a:t>)</a:t>
            </a:r>
            <a:endParaRPr lang="zh-CN" altLang="en-US" sz="2800" dirty="0"/>
          </a:p>
        </p:txBody>
      </p:sp>
    </p:spTree>
    <p:extLst>
      <p:ext uri="{BB962C8B-B14F-4D97-AF65-F5344CB8AC3E}">
        <p14:creationId xmlns:p14="http://schemas.microsoft.com/office/powerpoint/2010/main" val="3858909398"/>
      </p:ext>
    </p:extLst>
  </p:cSld>
  <p:clrMapOvr>
    <a:masterClrMapping/>
  </p:clrMapOvr>
  <p:transition spd="slow">
    <p:randomBar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停止等待协议 </a:t>
            </a:r>
            <a:r>
              <a:rPr lang="en-US" altLang="zh-CN" dirty="0"/>
              <a:t>ARQ </a:t>
            </a:r>
            <a:r>
              <a:rPr lang="zh-CN" altLang="en-US" dirty="0"/>
              <a:t>的定量分析 </a:t>
            </a:r>
          </a:p>
        </p:txBody>
      </p:sp>
      <p:sp>
        <p:nvSpPr>
          <p:cNvPr id="4" name="文本占位符 308226"/>
          <p:cNvSpPr>
            <a:spLocks noGrp="1"/>
          </p:cNvSpPr>
          <p:nvPr>
            <p:ph idx="1"/>
          </p:nvPr>
        </p:nvSpPr>
        <p:spPr>
          <a:xfrm>
            <a:off x="539750" y="1225550"/>
            <a:ext cx="8001000" cy="5371802"/>
          </a:xfrm>
        </p:spPr>
        <p:txBody>
          <a:bodyPr/>
          <a:lstStyle/>
          <a:p>
            <a:r>
              <a:rPr lang="zh-CN" altLang="en-US" sz="2400" dirty="0"/>
              <a:t>一帧的平均重传次数</a:t>
            </a:r>
            <a:r>
              <a:rPr lang="zh-CN" altLang="en-US" sz="2400" dirty="0">
                <a:sym typeface="Wingdings" panose="05000000000000000000" pitchFamily="2" charset="2"/>
              </a:rPr>
              <a:t>：（</a:t>
            </a:r>
            <a:r>
              <a:rPr lang="zh-CN" altLang="en-US" sz="2400" dirty="0"/>
              <a:t> </a:t>
            </a:r>
            <a:r>
              <a:rPr lang="en-US" altLang="zh-CN" sz="2400" dirty="0"/>
              <a:t>P[X] </a:t>
            </a:r>
            <a:r>
              <a:rPr lang="zh-CN" altLang="en-US" sz="2400" dirty="0"/>
              <a:t>是出现事件 </a:t>
            </a:r>
            <a:r>
              <a:rPr lang="en-US" altLang="zh-CN" sz="2400" dirty="0"/>
              <a:t>X </a:t>
            </a:r>
            <a:r>
              <a:rPr lang="zh-CN" altLang="en-US" sz="2400" dirty="0"/>
              <a:t>的概率）</a:t>
            </a:r>
          </a:p>
          <a:p>
            <a:pPr marL="0" indent="0">
              <a:buNone/>
            </a:pPr>
            <a:r>
              <a:rPr lang="zh-CN" altLang="en-US" sz="2400" dirty="0"/>
              <a:t>   </a:t>
            </a:r>
            <a:r>
              <a:rPr lang="en-US" altLang="zh-CN" sz="1800" dirty="0">
                <a:solidFill>
                  <a:srgbClr val="0000FF"/>
                </a:solidFill>
              </a:rPr>
              <a:t>= {1* P[</a:t>
            </a:r>
            <a:r>
              <a:rPr lang="zh-CN" altLang="en-US" sz="1800" dirty="0">
                <a:solidFill>
                  <a:srgbClr val="0000FF"/>
                </a:solidFill>
              </a:rPr>
              <a:t>重传次数为 </a:t>
            </a:r>
            <a:r>
              <a:rPr lang="en-US" altLang="zh-CN" sz="1800" dirty="0">
                <a:solidFill>
                  <a:srgbClr val="0000FF"/>
                </a:solidFill>
              </a:rPr>
              <a:t>1] + 2 *P[</a:t>
            </a:r>
            <a:r>
              <a:rPr lang="zh-CN" altLang="en-US" sz="1800" dirty="0">
                <a:solidFill>
                  <a:srgbClr val="0000FF"/>
                </a:solidFill>
              </a:rPr>
              <a:t>重传次数为 </a:t>
            </a:r>
            <a:r>
              <a:rPr lang="en-US" altLang="zh-CN" sz="1800" dirty="0">
                <a:solidFill>
                  <a:srgbClr val="0000FF"/>
                </a:solidFill>
              </a:rPr>
              <a:t>2] + 3 *P[</a:t>
            </a:r>
            <a:r>
              <a:rPr lang="zh-CN" altLang="en-US" sz="1800" dirty="0">
                <a:solidFill>
                  <a:srgbClr val="0000FF"/>
                </a:solidFill>
              </a:rPr>
              <a:t>重传次数为 </a:t>
            </a:r>
            <a:r>
              <a:rPr lang="en-US" altLang="zh-CN" sz="1800" dirty="0">
                <a:solidFill>
                  <a:srgbClr val="0000FF"/>
                </a:solidFill>
              </a:rPr>
              <a:t>3] +… }</a:t>
            </a:r>
          </a:p>
          <a:p>
            <a:pPr marL="0" indent="0">
              <a:buNone/>
            </a:pPr>
            <a:r>
              <a:rPr lang="en-US" altLang="zh-CN" sz="1800" dirty="0">
                <a:solidFill>
                  <a:srgbClr val="0000FF"/>
                </a:solidFill>
              </a:rPr>
              <a:t>    = {1 * P[</a:t>
            </a:r>
            <a:r>
              <a:rPr lang="zh-CN" altLang="en-US" sz="1800" dirty="0">
                <a:solidFill>
                  <a:srgbClr val="0000FF"/>
                </a:solidFill>
              </a:rPr>
              <a:t>第 </a:t>
            </a:r>
            <a:r>
              <a:rPr lang="en-US" altLang="zh-CN" sz="1800" dirty="0">
                <a:solidFill>
                  <a:srgbClr val="0000FF"/>
                </a:solidFill>
              </a:rPr>
              <a:t>1 </a:t>
            </a:r>
            <a:r>
              <a:rPr lang="zh-CN" altLang="en-US" sz="1800" dirty="0">
                <a:solidFill>
                  <a:srgbClr val="0000FF"/>
                </a:solidFill>
              </a:rPr>
              <a:t>次发送出错</a:t>
            </a:r>
            <a:r>
              <a:rPr lang="en-US" altLang="zh-CN" sz="1800" dirty="0">
                <a:solidFill>
                  <a:srgbClr val="0000FF"/>
                </a:solidFill>
              </a:rPr>
              <a:t>] *P[</a:t>
            </a:r>
            <a:r>
              <a:rPr lang="zh-CN" altLang="en-US" sz="1800" dirty="0">
                <a:solidFill>
                  <a:srgbClr val="0000FF"/>
                </a:solidFill>
              </a:rPr>
              <a:t>第 </a:t>
            </a:r>
            <a:r>
              <a:rPr lang="en-US" altLang="zh-CN" sz="1800" dirty="0">
                <a:solidFill>
                  <a:srgbClr val="0000FF"/>
                </a:solidFill>
              </a:rPr>
              <a:t>2 </a:t>
            </a:r>
            <a:r>
              <a:rPr lang="zh-CN" altLang="en-US" sz="1800" dirty="0">
                <a:solidFill>
                  <a:srgbClr val="0000FF"/>
                </a:solidFill>
              </a:rPr>
              <a:t>次发送成功</a:t>
            </a:r>
            <a:r>
              <a:rPr lang="en-US" altLang="zh-CN" sz="1800" dirty="0">
                <a:solidFill>
                  <a:srgbClr val="0000FF"/>
                </a:solidFill>
              </a:rPr>
              <a:t>]   + 2 *P[</a:t>
            </a:r>
            <a:r>
              <a:rPr lang="zh-CN" altLang="en-US" sz="1800" dirty="0">
                <a:solidFill>
                  <a:srgbClr val="0000FF"/>
                </a:solidFill>
              </a:rPr>
              <a:t>第 </a:t>
            </a:r>
            <a:r>
              <a:rPr lang="en-US" altLang="zh-CN" sz="1800" dirty="0">
                <a:solidFill>
                  <a:srgbClr val="0000FF"/>
                </a:solidFill>
              </a:rPr>
              <a:t>1, 2 </a:t>
            </a:r>
            <a:r>
              <a:rPr lang="zh-CN" altLang="en-US" sz="1800" dirty="0">
                <a:solidFill>
                  <a:srgbClr val="0000FF"/>
                </a:solidFill>
              </a:rPr>
              <a:t>次发送出错</a:t>
            </a:r>
            <a:r>
              <a:rPr lang="en-US" altLang="zh-CN" sz="1800" dirty="0">
                <a:solidFill>
                  <a:srgbClr val="0000FF"/>
                </a:solidFill>
              </a:rPr>
              <a:t>] *P[</a:t>
            </a:r>
            <a:r>
              <a:rPr lang="zh-CN" altLang="en-US" sz="1800" dirty="0">
                <a:solidFill>
                  <a:srgbClr val="0000FF"/>
                </a:solidFill>
              </a:rPr>
              <a:t>第 </a:t>
            </a:r>
            <a:r>
              <a:rPr lang="en-US" altLang="zh-CN" sz="1800" dirty="0">
                <a:solidFill>
                  <a:srgbClr val="0000FF"/>
                </a:solidFill>
              </a:rPr>
              <a:t>3 </a:t>
            </a:r>
            <a:r>
              <a:rPr lang="zh-CN" altLang="en-US" sz="1800" dirty="0">
                <a:solidFill>
                  <a:srgbClr val="0000FF"/>
                </a:solidFill>
              </a:rPr>
              <a:t>次发送成功</a:t>
            </a:r>
            <a:r>
              <a:rPr lang="en-US" altLang="zh-CN" sz="1800" dirty="0">
                <a:solidFill>
                  <a:srgbClr val="0000FF"/>
                </a:solidFill>
              </a:rPr>
              <a:t>]    + 3 *P[</a:t>
            </a:r>
            <a:r>
              <a:rPr lang="zh-CN" altLang="en-US" sz="1800" dirty="0">
                <a:solidFill>
                  <a:srgbClr val="0000FF"/>
                </a:solidFill>
              </a:rPr>
              <a:t>第 </a:t>
            </a:r>
            <a:r>
              <a:rPr lang="en-US" altLang="zh-CN" sz="1800" dirty="0">
                <a:solidFill>
                  <a:srgbClr val="0000FF"/>
                </a:solidFill>
              </a:rPr>
              <a:t>1, 2, 3 </a:t>
            </a:r>
            <a:r>
              <a:rPr lang="zh-CN" altLang="en-US" sz="1800" dirty="0">
                <a:solidFill>
                  <a:srgbClr val="0000FF"/>
                </a:solidFill>
              </a:rPr>
              <a:t>次发送出错</a:t>
            </a:r>
            <a:r>
              <a:rPr lang="en-US" altLang="zh-CN" sz="1800" dirty="0">
                <a:solidFill>
                  <a:srgbClr val="0000FF"/>
                </a:solidFill>
              </a:rPr>
              <a:t>] *P[</a:t>
            </a:r>
            <a:r>
              <a:rPr lang="zh-CN" altLang="en-US" sz="1800" dirty="0">
                <a:solidFill>
                  <a:srgbClr val="0000FF"/>
                </a:solidFill>
              </a:rPr>
              <a:t>第 </a:t>
            </a:r>
            <a:r>
              <a:rPr lang="en-US" altLang="zh-CN" sz="1800" dirty="0">
                <a:solidFill>
                  <a:srgbClr val="0000FF"/>
                </a:solidFill>
              </a:rPr>
              <a:t>4 </a:t>
            </a:r>
            <a:r>
              <a:rPr lang="zh-CN" altLang="en-US" sz="1800" dirty="0">
                <a:solidFill>
                  <a:srgbClr val="0000FF"/>
                </a:solidFill>
              </a:rPr>
              <a:t>次发送成功</a:t>
            </a:r>
            <a:r>
              <a:rPr lang="en-US" altLang="zh-CN" sz="1800" dirty="0">
                <a:solidFill>
                  <a:srgbClr val="0000FF"/>
                </a:solidFill>
              </a:rPr>
              <a:t>] +…}  = p(1 – p) + 2p</a:t>
            </a:r>
            <a:r>
              <a:rPr lang="en-US" altLang="zh-CN" sz="1800" baseline="30000" dirty="0">
                <a:solidFill>
                  <a:srgbClr val="0000FF"/>
                </a:solidFill>
              </a:rPr>
              <a:t>2</a:t>
            </a:r>
            <a:r>
              <a:rPr lang="en-US" altLang="zh-CN" sz="1800" dirty="0">
                <a:solidFill>
                  <a:srgbClr val="0000FF"/>
                </a:solidFill>
              </a:rPr>
              <a:t>(1 – p) + 3p</a:t>
            </a:r>
            <a:r>
              <a:rPr lang="en-US" altLang="zh-CN" sz="1800" baseline="30000" dirty="0">
                <a:solidFill>
                  <a:srgbClr val="0000FF"/>
                </a:solidFill>
              </a:rPr>
              <a:t>3</a:t>
            </a:r>
            <a:r>
              <a:rPr lang="en-US" altLang="zh-CN" sz="1800" dirty="0">
                <a:solidFill>
                  <a:srgbClr val="0000FF"/>
                </a:solidFill>
              </a:rPr>
              <a:t>(1 – p) + …</a:t>
            </a:r>
          </a:p>
          <a:p>
            <a:pPr marL="0" indent="0">
              <a:buNone/>
            </a:pPr>
            <a:endParaRPr lang="en-US" altLang="zh-CN" sz="2400" dirty="0"/>
          </a:p>
          <a:p>
            <a:r>
              <a:rPr lang="zh-CN" altLang="en-US" sz="2400" dirty="0"/>
              <a:t>得出正确传送一个数据帧所需的平均时间：</a:t>
            </a:r>
          </a:p>
          <a:p>
            <a:pPr algn="ctr">
              <a:lnSpc>
                <a:spcPct val="130000"/>
              </a:lnSpc>
              <a:spcAft>
                <a:spcPct val="15000"/>
              </a:spcAft>
              <a:buNone/>
            </a:pPr>
            <a:r>
              <a:rPr lang="zh-CN" altLang="en-US" sz="2400" dirty="0"/>
              <a:t>　　　 </a:t>
            </a:r>
            <a:endParaRPr lang="en-US" altLang="zh-CN" sz="2400" dirty="0"/>
          </a:p>
          <a:p>
            <a:pPr algn="ctr">
              <a:lnSpc>
                <a:spcPct val="130000"/>
              </a:lnSpc>
              <a:spcAft>
                <a:spcPct val="15000"/>
              </a:spcAft>
              <a:buNone/>
            </a:pPr>
            <a:endParaRPr lang="zh-CN" altLang="en-US" sz="2400" dirty="0"/>
          </a:p>
          <a:p>
            <a:pPr algn="just"/>
            <a:r>
              <a:rPr lang="zh-CN" altLang="en-US" sz="2400" dirty="0"/>
              <a:t>当传输差错率增大时，</a:t>
            </a:r>
            <a:r>
              <a:rPr lang="en-US" altLang="zh-CN" sz="2400" b="1" i="1" dirty="0" err="1"/>
              <a:t>t</a:t>
            </a:r>
            <a:r>
              <a:rPr lang="en-US" altLang="zh-CN" sz="2400" b="1" i="1" baseline="-25000" dirty="0" err="1"/>
              <a:t>av</a:t>
            </a:r>
            <a:r>
              <a:rPr lang="en-US" altLang="zh-CN" sz="2400" dirty="0"/>
              <a:t> </a:t>
            </a:r>
            <a:r>
              <a:rPr lang="zh-CN" altLang="en-US" sz="2400" dirty="0"/>
              <a:t>也随之增大。当无差错时，</a:t>
            </a:r>
            <a:r>
              <a:rPr lang="en-US" altLang="zh-CN" sz="2400" b="1" i="1" dirty="0">
                <a:latin typeface="宋体" panose="02010600030101010101" pitchFamily="2" charset="-122"/>
              </a:rPr>
              <a:t> p </a:t>
            </a:r>
            <a:r>
              <a:rPr lang="en-US" altLang="zh-CN" sz="2400" b="1" dirty="0">
                <a:latin typeface="宋体" panose="02010600030101010101" pitchFamily="2" charset="-122"/>
              </a:rPr>
              <a:t>= 0</a:t>
            </a:r>
            <a:r>
              <a:rPr lang="en-US" altLang="zh-CN" sz="2400" dirty="0">
                <a:latin typeface="宋体" panose="02010600030101010101" pitchFamily="2" charset="-122"/>
              </a:rPr>
              <a:t>, </a:t>
            </a:r>
            <a:r>
              <a:rPr lang="en-US" altLang="zh-CN" sz="2400" b="1" i="1" dirty="0" err="1">
                <a:latin typeface="宋体" panose="02010600030101010101" pitchFamily="2" charset="-122"/>
              </a:rPr>
              <a:t>t</a:t>
            </a:r>
            <a:r>
              <a:rPr lang="en-US" altLang="zh-CN" sz="2400" b="1" i="1" baseline="-25000" dirty="0" err="1">
                <a:latin typeface="宋体" panose="02010600030101010101" pitchFamily="2" charset="-122"/>
              </a:rPr>
              <a:t>av</a:t>
            </a:r>
            <a:r>
              <a:rPr lang="en-US" altLang="zh-CN" sz="2400" b="1" dirty="0">
                <a:latin typeface="宋体" panose="02010600030101010101" pitchFamily="2" charset="-122"/>
              </a:rPr>
              <a:t> = </a:t>
            </a:r>
            <a:r>
              <a:rPr lang="en-US" altLang="zh-CN" sz="2400" b="1" i="1" dirty="0" err="1">
                <a:latin typeface="宋体" panose="02010600030101010101" pitchFamily="2" charset="-122"/>
              </a:rPr>
              <a:t>t</a:t>
            </a:r>
            <a:r>
              <a:rPr lang="en-US" altLang="zh-CN" sz="2400" b="1" i="1" baseline="-25000" dirty="0" err="1">
                <a:latin typeface="宋体" panose="02010600030101010101" pitchFamily="2" charset="-122"/>
              </a:rPr>
              <a:t>T</a:t>
            </a:r>
            <a:r>
              <a:rPr lang="en-US" altLang="zh-CN" sz="2400" b="1" i="1" baseline="-25000" dirty="0">
                <a:latin typeface="宋体" panose="02010600030101010101" pitchFamily="2" charset="-122"/>
              </a:rPr>
              <a:t> </a:t>
            </a:r>
            <a:r>
              <a:rPr lang="zh-CN" altLang="en-US" sz="2400" dirty="0"/>
              <a:t>。</a:t>
            </a:r>
            <a:endParaRPr lang="en-US" altLang="zh-CN" sz="4000" dirty="0"/>
          </a:p>
        </p:txBody>
      </p:sp>
      <p:graphicFrame>
        <p:nvGraphicFramePr>
          <p:cNvPr id="2051" name="Object 3"/>
          <p:cNvGraphicFramePr>
            <a:graphicFrameLocks noChangeAspect="1"/>
          </p:cNvGraphicFramePr>
          <p:nvPr/>
        </p:nvGraphicFramePr>
        <p:xfrm>
          <a:off x="2051720" y="3933056"/>
          <a:ext cx="4889500" cy="952500"/>
        </p:xfrm>
        <a:graphic>
          <a:graphicData uri="http://schemas.openxmlformats.org/presentationml/2006/ole">
            <mc:AlternateContent xmlns:mc="http://schemas.openxmlformats.org/markup-compatibility/2006">
              <mc:Choice xmlns:v="urn:schemas-microsoft-com:vml" Requires="v">
                <p:oleObj spid="_x0000_s2053" name="公式" r:id="rId3" imgW="2184400" imgH="431800" progId="">
                  <p:embed/>
                </p:oleObj>
              </mc:Choice>
              <mc:Fallback>
                <p:oleObj name="公式" r:id="rId3" imgW="2184400" imgH="43180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3933056"/>
                        <a:ext cx="48895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randomBar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7C72BA-FA1B-494A-8EDE-043A8EA07AD3}"/>
              </a:ext>
            </a:extLst>
          </p:cNvPr>
          <p:cNvSpPr>
            <a:spLocks noGrp="1"/>
          </p:cNvSpPr>
          <p:nvPr>
            <p:ph type="title"/>
          </p:nvPr>
        </p:nvSpPr>
        <p:spPr/>
        <p:txBody>
          <a:bodyPr/>
          <a:lstStyle/>
          <a:p>
            <a:pPr algn="ctr"/>
            <a:r>
              <a:rPr lang="zh-CN" altLang="en-US" dirty="0"/>
              <a:t>停止等待协议 </a:t>
            </a:r>
            <a:r>
              <a:rPr lang="en-US" altLang="zh-CN" dirty="0"/>
              <a:t>ARQ </a:t>
            </a:r>
            <a:r>
              <a:rPr lang="zh-CN" altLang="en-US" dirty="0"/>
              <a:t>的优缺点 </a:t>
            </a:r>
          </a:p>
        </p:txBody>
      </p:sp>
      <p:sp>
        <p:nvSpPr>
          <p:cNvPr id="3" name="内容占位符 2">
            <a:extLst>
              <a:ext uri="{FF2B5EF4-FFF2-40B4-BE49-F238E27FC236}">
                <a16:creationId xmlns:a16="http://schemas.microsoft.com/office/drawing/2014/main" id="{1A708E63-3AB5-4395-B2AC-F58C346828E6}"/>
              </a:ext>
            </a:extLst>
          </p:cNvPr>
          <p:cNvSpPr>
            <a:spLocks noGrp="1"/>
          </p:cNvSpPr>
          <p:nvPr>
            <p:ph idx="1"/>
          </p:nvPr>
        </p:nvSpPr>
        <p:spPr/>
        <p:txBody>
          <a:bodyPr/>
          <a:lstStyle/>
          <a:p>
            <a:pPr>
              <a:lnSpc>
                <a:spcPct val="120000"/>
              </a:lnSpc>
              <a:spcAft>
                <a:spcPct val="20000"/>
              </a:spcAft>
            </a:pPr>
            <a:r>
              <a:rPr lang="zh-CN" altLang="en-US" sz="3200" dirty="0">
                <a:latin typeface="Times New Roman" panose="02020603050405020304" pitchFamily="18" charset="0"/>
              </a:rPr>
              <a:t>优点：</a:t>
            </a:r>
            <a:r>
              <a:rPr lang="zh-CN" altLang="en-US" sz="3200" dirty="0"/>
              <a:t>比较简单 。</a:t>
            </a:r>
            <a:endParaRPr lang="en-US" altLang="zh-CN" sz="3200" dirty="0"/>
          </a:p>
          <a:p>
            <a:pPr>
              <a:lnSpc>
                <a:spcPct val="120000"/>
              </a:lnSpc>
              <a:spcAft>
                <a:spcPct val="20000"/>
              </a:spcAft>
            </a:pPr>
            <a:endParaRPr lang="zh-CN" altLang="en-US" sz="3200" dirty="0"/>
          </a:p>
          <a:p>
            <a:pPr>
              <a:lnSpc>
                <a:spcPct val="120000"/>
              </a:lnSpc>
              <a:spcAft>
                <a:spcPct val="20000"/>
              </a:spcAft>
            </a:pPr>
            <a:r>
              <a:rPr lang="zh-CN" altLang="en-US" sz="3200" dirty="0"/>
              <a:t>缺点：通信信道的利用率不高，也就是说，信道还远远没有被数据比特填满。</a:t>
            </a:r>
            <a:endParaRPr lang="en-US" altLang="zh-CN" sz="3200" dirty="0"/>
          </a:p>
        </p:txBody>
      </p:sp>
    </p:spTree>
    <p:extLst>
      <p:ext uri="{BB962C8B-B14F-4D97-AF65-F5344CB8AC3E}">
        <p14:creationId xmlns:p14="http://schemas.microsoft.com/office/powerpoint/2010/main" val="4036388519"/>
      </p:ext>
    </p:extLst>
  </p:cSld>
  <p:clrMapOvr>
    <a:masterClrMapping/>
  </p:clrMapOvr>
  <p:transition spd="slow">
    <p:randomBar dir="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313345">
            <a:extLst>
              <a:ext uri="{FF2B5EF4-FFF2-40B4-BE49-F238E27FC236}">
                <a16:creationId xmlns:a16="http://schemas.microsoft.com/office/drawing/2014/main" id="{D98107D1-B9F7-4A42-9C36-D21E18E5F7BC}"/>
              </a:ext>
            </a:extLst>
          </p:cNvPr>
          <p:cNvSpPr>
            <a:spLocks noGrp="1"/>
          </p:cNvSpPr>
          <p:nvPr>
            <p:ph type="title"/>
          </p:nvPr>
        </p:nvSpPr>
        <p:spPr/>
        <p:txBody>
          <a:bodyPr/>
          <a:lstStyle/>
          <a:p>
            <a:r>
              <a:rPr lang="en-US" altLang="zh-CN"/>
              <a:t>2.</a:t>
            </a:r>
            <a:r>
              <a:rPr lang="zh-CN" altLang="en-US"/>
              <a:t>连续</a:t>
            </a:r>
            <a:r>
              <a:rPr lang="en-US" altLang="zh-CN"/>
              <a:t>ARQ</a:t>
            </a:r>
            <a:r>
              <a:rPr lang="zh-CN" altLang="en-US"/>
              <a:t>协议</a:t>
            </a:r>
          </a:p>
        </p:txBody>
      </p:sp>
      <p:sp>
        <p:nvSpPr>
          <p:cNvPr id="94211" name="文本占位符 313346">
            <a:extLst>
              <a:ext uri="{FF2B5EF4-FFF2-40B4-BE49-F238E27FC236}">
                <a16:creationId xmlns:a16="http://schemas.microsoft.com/office/drawing/2014/main" id="{AB12D40B-E438-43F3-87E0-5CDDF64A7822}"/>
              </a:ext>
            </a:extLst>
          </p:cNvPr>
          <p:cNvSpPr>
            <a:spLocks noGrp="1"/>
          </p:cNvSpPr>
          <p:nvPr>
            <p:ph type="body" idx="1"/>
          </p:nvPr>
        </p:nvSpPr>
        <p:spPr>
          <a:xfrm>
            <a:off x="539750" y="1412875"/>
            <a:ext cx="8001000" cy="4535488"/>
          </a:xfrm>
        </p:spPr>
        <p:txBody>
          <a:bodyPr/>
          <a:lstStyle/>
          <a:p>
            <a:pPr>
              <a:lnSpc>
                <a:spcPct val="120000"/>
              </a:lnSpc>
              <a:spcAft>
                <a:spcPct val="20000"/>
              </a:spcAft>
            </a:pPr>
            <a:r>
              <a:rPr lang="zh-CN" altLang="en-US"/>
              <a:t>在发送完一个数据帧后，不是停下来等待确认帧，而是可以连续再发送若干个数据帧。</a:t>
            </a:r>
          </a:p>
          <a:p>
            <a:pPr>
              <a:lnSpc>
                <a:spcPct val="120000"/>
              </a:lnSpc>
              <a:spcAft>
                <a:spcPct val="20000"/>
              </a:spcAft>
            </a:pPr>
            <a:r>
              <a:rPr lang="zh-CN" altLang="en-US"/>
              <a:t>如果这时收到了接收端发来的确认帧，那么还可以接着发送数据帧。</a:t>
            </a:r>
          </a:p>
          <a:p>
            <a:pPr>
              <a:lnSpc>
                <a:spcPct val="120000"/>
              </a:lnSpc>
              <a:spcAft>
                <a:spcPct val="20000"/>
              </a:spcAft>
            </a:pPr>
            <a:r>
              <a:rPr lang="zh-CN" altLang="en-US"/>
              <a:t>由于减少了等待时间，整个通信的吞吐量就提高了。</a:t>
            </a:r>
            <a:endParaRPr lang="en-US" altLang="zh-CN"/>
          </a:p>
          <a:p>
            <a:pPr>
              <a:lnSpc>
                <a:spcPct val="120000"/>
              </a:lnSpc>
              <a:spcAft>
                <a:spcPct val="20000"/>
              </a:spcAft>
            </a:pPr>
            <a:r>
              <a:rPr lang="zh-CN" altLang="en-US"/>
              <a:t>由于出现帧丢失或确认丢失后，导致连续</a:t>
            </a:r>
            <a:r>
              <a:rPr lang="en-US" altLang="zh-CN"/>
              <a:t>n</a:t>
            </a:r>
            <a:r>
              <a:rPr lang="zh-CN" altLang="en-US"/>
              <a:t>帧重传，所以又被称为</a:t>
            </a:r>
            <a:r>
              <a:rPr lang="zh-CN" altLang="en-US" b="1">
                <a:solidFill>
                  <a:srgbClr val="0000FF"/>
                </a:solidFill>
              </a:rPr>
              <a:t>退后</a:t>
            </a:r>
            <a:r>
              <a:rPr lang="en-US" altLang="zh-CN" b="1">
                <a:solidFill>
                  <a:srgbClr val="0000FF"/>
                </a:solidFill>
              </a:rPr>
              <a:t>n</a:t>
            </a:r>
            <a:r>
              <a:rPr lang="zh-CN" altLang="en-US" b="1">
                <a:solidFill>
                  <a:srgbClr val="0000FF"/>
                </a:solidFill>
              </a:rPr>
              <a:t>帧协议</a:t>
            </a:r>
            <a:r>
              <a:rPr lang="zh-CN" altLang="en-US"/>
              <a:t>。</a:t>
            </a:r>
          </a:p>
        </p:txBody>
      </p:sp>
    </p:spTree>
  </p:cSld>
  <p:clrMapOvr>
    <a:masterClrMapping/>
  </p:clrMapOvr>
  <p:transition spd="slow">
    <p:randomBar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311297">
            <a:extLst>
              <a:ext uri="{FF2B5EF4-FFF2-40B4-BE49-F238E27FC236}">
                <a16:creationId xmlns:a16="http://schemas.microsoft.com/office/drawing/2014/main" id="{48164D53-87E1-4285-8093-E6BF4F6D36FE}"/>
              </a:ext>
            </a:extLst>
          </p:cNvPr>
          <p:cNvSpPr>
            <a:spLocks noGrp="1"/>
          </p:cNvSpPr>
          <p:nvPr>
            <p:ph type="title"/>
          </p:nvPr>
        </p:nvSpPr>
        <p:spPr/>
        <p:txBody>
          <a:bodyPr/>
          <a:lstStyle/>
          <a:p>
            <a:pPr algn="ctr"/>
            <a:r>
              <a:rPr lang="zh-CN" altLang="en-US"/>
              <a:t>流水线传输 </a:t>
            </a:r>
          </a:p>
        </p:txBody>
      </p:sp>
      <p:sp>
        <p:nvSpPr>
          <p:cNvPr id="95235" name="文本占位符 311298">
            <a:extLst>
              <a:ext uri="{FF2B5EF4-FFF2-40B4-BE49-F238E27FC236}">
                <a16:creationId xmlns:a16="http://schemas.microsoft.com/office/drawing/2014/main" id="{1A13C3EE-E158-43CA-8B53-84D93B172F5A}"/>
              </a:ext>
            </a:extLst>
          </p:cNvPr>
          <p:cNvSpPr>
            <a:spLocks noGrp="1"/>
          </p:cNvSpPr>
          <p:nvPr>
            <p:ph type="body" idx="1"/>
          </p:nvPr>
        </p:nvSpPr>
        <p:spPr>
          <a:xfrm>
            <a:off x="755650" y="1341438"/>
            <a:ext cx="8059738" cy="2087562"/>
          </a:xfrm>
        </p:spPr>
        <p:txBody>
          <a:bodyPr/>
          <a:lstStyle/>
          <a:p>
            <a:r>
              <a:rPr lang="zh-CN" altLang="en-US" sz="2600"/>
              <a:t>发送方可</a:t>
            </a:r>
            <a:r>
              <a:rPr lang="zh-CN" altLang="en-US" sz="2600">
                <a:solidFill>
                  <a:srgbClr val="0000FF"/>
                </a:solidFill>
              </a:rPr>
              <a:t>连续发送</a:t>
            </a:r>
            <a:r>
              <a:rPr lang="zh-CN" altLang="en-US" sz="2600"/>
              <a:t>多个数据帧，不必每发完一个数据帧就停顿下来等待对方的确认。</a:t>
            </a:r>
          </a:p>
          <a:p>
            <a:r>
              <a:rPr lang="zh-CN" altLang="en-US" sz="2600"/>
              <a:t>由于信道上一直有数据不间断地传送，这种传输方式可获得很高的信道利用率。 </a:t>
            </a:r>
          </a:p>
        </p:txBody>
      </p:sp>
      <p:sp>
        <p:nvSpPr>
          <p:cNvPr id="95236" name="任意多边形 311299">
            <a:extLst>
              <a:ext uri="{FF2B5EF4-FFF2-40B4-BE49-F238E27FC236}">
                <a16:creationId xmlns:a16="http://schemas.microsoft.com/office/drawing/2014/main" id="{80285B80-719A-4867-B907-EDC5211F12D3}"/>
              </a:ext>
            </a:extLst>
          </p:cNvPr>
          <p:cNvSpPr>
            <a:spLocks/>
          </p:cNvSpPr>
          <p:nvPr/>
        </p:nvSpPr>
        <p:spPr bwMode="auto">
          <a:xfrm>
            <a:off x="788988" y="356235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 name="T10" fmla="*/ 0 w 4131"/>
              <a:gd name="T11" fmla="*/ 0 h 1088"/>
              <a:gd name="T12" fmla="*/ 4131 w 4131"/>
              <a:gd name="T13" fmla="*/ 1088 h 1088"/>
            </a:gdLst>
            <a:ahLst/>
            <a:cxnLst>
              <a:cxn ang="0">
                <a:pos x="T0" y="T1"/>
              </a:cxn>
              <a:cxn ang="0">
                <a:pos x="T2" y="T3"/>
              </a:cxn>
              <a:cxn ang="0">
                <a:pos x="T4" y="T5"/>
              </a:cxn>
              <a:cxn ang="0">
                <a:pos x="T6" y="T7"/>
              </a:cxn>
              <a:cxn ang="0">
                <a:pos x="T8" y="T9"/>
              </a:cxn>
            </a:cxnLst>
            <a:rect l="T10" t="T11" r="T12" b="T13"/>
            <a:pathLst>
              <a:path w="4131" h="1088">
                <a:moveTo>
                  <a:pt x="0" y="1088"/>
                </a:moveTo>
                <a:lnTo>
                  <a:pt x="987" y="0"/>
                </a:lnTo>
                <a:lnTo>
                  <a:pt x="4131" y="6"/>
                </a:lnTo>
                <a:lnTo>
                  <a:pt x="3165" y="1080"/>
                </a:lnTo>
                <a:lnTo>
                  <a:pt x="0" y="1088"/>
                </a:lnTo>
                <a:close/>
              </a:path>
            </a:pathLst>
          </a:custGeom>
          <a:solidFill>
            <a:srgbClr val="FF99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237" name="直接连接符 311300">
            <a:extLst>
              <a:ext uri="{FF2B5EF4-FFF2-40B4-BE49-F238E27FC236}">
                <a16:creationId xmlns:a16="http://schemas.microsoft.com/office/drawing/2014/main" id="{042DC3BD-7B13-44D6-A496-A098B800D36C}"/>
              </a:ext>
            </a:extLst>
          </p:cNvPr>
          <p:cNvSpPr>
            <a:spLocks noChangeShapeType="1"/>
          </p:cNvSpPr>
          <p:nvPr/>
        </p:nvSpPr>
        <p:spPr bwMode="auto">
          <a:xfrm>
            <a:off x="514350" y="5189538"/>
            <a:ext cx="819785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95238" name="直接连接符 311301">
            <a:extLst>
              <a:ext uri="{FF2B5EF4-FFF2-40B4-BE49-F238E27FC236}">
                <a16:creationId xmlns:a16="http://schemas.microsoft.com/office/drawing/2014/main" id="{80E32BF0-7C19-439A-B559-EB2BFB8544F2}"/>
              </a:ext>
            </a:extLst>
          </p:cNvPr>
          <p:cNvSpPr>
            <a:spLocks noChangeShapeType="1"/>
          </p:cNvSpPr>
          <p:nvPr/>
        </p:nvSpPr>
        <p:spPr bwMode="auto">
          <a:xfrm>
            <a:off x="514350" y="3562350"/>
            <a:ext cx="819785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95239" name="文本框 311302">
            <a:extLst>
              <a:ext uri="{FF2B5EF4-FFF2-40B4-BE49-F238E27FC236}">
                <a16:creationId xmlns:a16="http://schemas.microsoft.com/office/drawing/2014/main" id="{A73F0D56-03E0-42A6-8A2D-8D1B0383991B}"/>
              </a:ext>
            </a:extLst>
          </p:cNvPr>
          <p:cNvSpPr txBox="1">
            <a:spLocks noChangeArrowheads="1"/>
          </p:cNvSpPr>
          <p:nvPr/>
        </p:nvSpPr>
        <p:spPr bwMode="auto">
          <a:xfrm>
            <a:off x="152400" y="3284538"/>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en-US" altLang="zh-CN" sz="2400">
                <a:solidFill>
                  <a:schemeClr val="tx1"/>
                </a:solidFill>
                <a:ea typeface="黑体" panose="02010609060101010101" pitchFamily="49" charset="-122"/>
              </a:rPr>
              <a:t>B</a:t>
            </a:r>
          </a:p>
        </p:txBody>
      </p:sp>
      <p:sp>
        <p:nvSpPr>
          <p:cNvPr id="95240" name="直接连接符 311303">
            <a:extLst>
              <a:ext uri="{FF2B5EF4-FFF2-40B4-BE49-F238E27FC236}">
                <a16:creationId xmlns:a16="http://schemas.microsoft.com/office/drawing/2014/main" id="{C2CA3B99-7715-42D7-BAE1-E7A3428FB354}"/>
              </a:ext>
            </a:extLst>
          </p:cNvPr>
          <p:cNvSpPr>
            <a:spLocks noChangeShapeType="1"/>
          </p:cNvSpPr>
          <p:nvPr/>
        </p:nvSpPr>
        <p:spPr bwMode="auto">
          <a:xfrm flipV="1">
            <a:off x="777875" y="3562350"/>
            <a:ext cx="1693863"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1" name="直接连接符 311304">
            <a:extLst>
              <a:ext uri="{FF2B5EF4-FFF2-40B4-BE49-F238E27FC236}">
                <a16:creationId xmlns:a16="http://schemas.microsoft.com/office/drawing/2014/main" id="{76A2B45E-81E2-4DAF-BA0A-6AA95B1C698F}"/>
              </a:ext>
            </a:extLst>
          </p:cNvPr>
          <p:cNvSpPr>
            <a:spLocks noChangeShapeType="1"/>
          </p:cNvSpPr>
          <p:nvPr/>
        </p:nvSpPr>
        <p:spPr bwMode="auto">
          <a:xfrm flipV="1">
            <a:off x="1165225" y="3562350"/>
            <a:ext cx="1692275"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2" name="文本框 311305">
            <a:extLst>
              <a:ext uri="{FF2B5EF4-FFF2-40B4-BE49-F238E27FC236}">
                <a16:creationId xmlns:a16="http://schemas.microsoft.com/office/drawing/2014/main" id="{8DD6456B-A4F9-44DF-8B13-CC8F85C0ECC2}"/>
              </a:ext>
            </a:extLst>
          </p:cNvPr>
          <p:cNvSpPr txBox="1">
            <a:spLocks noChangeArrowheads="1"/>
          </p:cNvSpPr>
          <p:nvPr/>
        </p:nvSpPr>
        <p:spPr bwMode="auto">
          <a:xfrm rot="-2681777">
            <a:off x="755650" y="4221163"/>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zh-CN" altLang="en-US" sz="2400">
                <a:solidFill>
                  <a:schemeClr val="tx1"/>
                </a:solidFill>
                <a:ea typeface="黑体" panose="02010609060101010101" pitchFamily="49" charset="-122"/>
              </a:rPr>
              <a:t>数据</a:t>
            </a:r>
          </a:p>
        </p:txBody>
      </p:sp>
      <p:sp>
        <p:nvSpPr>
          <p:cNvPr id="95243" name="文本框 311306">
            <a:extLst>
              <a:ext uri="{FF2B5EF4-FFF2-40B4-BE49-F238E27FC236}">
                <a16:creationId xmlns:a16="http://schemas.microsoft.com/office/drawing/2014/main" id="{1E379E46-EF37-41DD-B023-8145EAA80460}"/>
              </a:ext>
            </a:extLst>
          </p:cNvPr>
          <p:cNvSpPr txBox="1">
            <a:spLocks noChangeArrowheads="1"/>
          </p:cNvSpPr>
          <p:nvPr/>
        </p:nvSpPr>
        <p:spPr bwMode="auto">
          <a:xfrm>
            <a:off x="8691563" y="3259138"/>
            <a:ext cx="26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en-US" altLang="zh-CN" sz="2400" i="1">
                <a:solidFill>
                  <a:schemeClr val="tx1"/>
                </a:solidFill>
                <a:ea typeface="黑体" panose="02010609060101010101" pitchFamily="49" charset="-122"/>
              </a:rPr>
              <a:t>t</a:t>
            </a:r>
          </a:p>
        </p:txBody>
      </p:sp>
      <p:sp>
        <p:nvSpPr>
          <p:cNvPr id="95244" name="文本框 311307">
            <a:extLst>
              <a:ext uri="{FF2B5EF4-FFF2-40B4-BE49-F238E27FC236}">
                <a16:creationId xmlns:a16="http://schemas.microsoft.com/office/drawing/2014/main" id="{753F08D9-7164-4466-B8D6-914BC5BB7A06}"/>
              </a:ext>
            </a:extLst>
          </p:cNvPr>
          <p:cNvSpPr txBox="1">
            <a:spLocks noChangeArrowheads="1"/>
          </p:cNvSpPr>
          <p:nvPr/>
        </p:nvSpPr>
        <p:spPr bwMode="auto">
          <a:xfrm>
            <a:off x="8691563" y="4845050"/>
            <a:ext cx="2682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en-US" altLang="zh-CN" sz="2400" i="1">
                <a:solidFill>
                  <a:schemeClr val="tx1"/>
                </a:solidFill>
                <a:ea typeface="黑体" panose="02010609060101010101" pitchFamily="49" charset="-122"/>
              </a:rPr>
              <a:t>t</a:t>
            </a:r>
          </a:p>
        </p:txBody>
      </p:sp>
      <p:sp>
        <p:nvSpPr>
          <p:cNvPr id="95245" name="文本框 311308">
            <a:extLst>
              <a:ext uri="{FF2B5EF4-FFF2-40B4-BE49-F238E27FC236}">
                <a16:creationId xmlns:a16="http://schemas.microsoft.com/office/drawing/2014/main" id="{DB834B0A-3F64-499D-BAF7-8E657139EDFF}"/>
              </a:ext>
            </a:extLst>
          </p:cNvPr>
          <p:cNvSpPr txBox="1">
            <a:spLocks noChangeArrowheads="1"/>
          </p:cNvSpPr>
          <p:nvPr/>
        </p:nvSpPr>
        <p:spPr bwMode="auto">
          <a:xfrm>
            <a:off x="138113" y="4899025"/>
            <a:ext cx="385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en-US" altLang="zh-CN" sz="2400">
                <a:solidFill>
                  <a:schemeClr val="tx1"/>
                </a:solidFill>
                <a:ea typeface="黑体" panose="02010609060101010101" pitchFamily="49" charset="-122"/>
              </a:rPr>
              <a:t>A</a:t>
            </a:r>
          </a:p>
        </p:txBody>
      </p:sp>
      <p:sp>
        <p:nvSpPr>
          <p:cNvPr id="95246" name="直接连接符 311309">
            <a:extLst>
              <a:ext uri="{FF2B5EF4-FFF2-40B4-BE49-F238E27FC236}">
                <a16:creationId xmlns:a16="http://schemas.microsoft.com/office/drawing/2014/main" id="{D817CC1B-1292-4AB2-9C2E-2A18BBDD2717}"/>
              </a:ext>
            </a:extLst>
          </p:cNvPr>
          <p:cNvSpPr>
            <a:spLocks noChangeShapeType="1"/>
          </p:cNvSpPr>
          <p:nvPr/>
        </p:nvSpPr>
        <p:spPr bwMode="auto">
          <a:xfrm rot="-5705339">
            <a:off x="1504950" y="3825876"/>
            <a:ext cx="350837" cy="461962"/>
          </a:xfrm>
          <a:prstGeom prst="line">
            <a:avLst/>
          </a:prstGeom>
          <a:noFill/>
          <a:ln w="57150">
            <a:solidFill>
              <a:schemeClr val="hlink"/>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5247" name="直接连接符 311310">
            <a:extLst>
              <a:ext uri="{FF2B5EF4-FFF2-40B4-BE49-F238E27FC236}">
                <a16:creationId xmlns:a16="http://schemas.microsoft.com/office/drawing/2014/main" id="{CF8903F8-1CEF-4355-8E4A-9BDA1421261C}"/>
              </a:ext>
            </a:extLst>
          </p:cNvPr>
          <p:cNvSpPr>
            <a:spLocks noChangeShapeType="1"/>
          </p:cNvSpPr>
          <p:nvPr/>
        </p:nvSpPr>
        <p:spPr bwMode="auto">
          <a:xfrm flipV="1">
            <a:off x="1547813" y="3567113"/>
            <a:ext cx="1693862" cy="1627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8" name="直接连接符 311311">
            <a:extLst>
              <a:ext uri="{FF2B5EF4-FFF2-40B4-BE49-F238E27FC236}">
                <a16:creationId xmlns:a16="http://schemas.microsoft.com/office/drawing/2014/main" id="{C401CA51-E6C6-4F67-B346-255663811A8F}"/>
              </a:ext>
            </a:extLst>
          </p:cNvPr>
          <p:cNvSpPr>
            <a:spLocks noChangeShapeType="1"/>
          </p:cNvSpPr>
          <p:nvPr/>
        </p:nvSpPr>
        <p:spPr bwMode="auto">
          <a:xfrm flipV="1">
            <a:off x="5014913" y="3567113"/>
            <a:ext cx="1693862" cy="1627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9" name="直接连接符 311312">
            <a:extLst>
              <a:ext uri="{FF2B5EF4-FFF2-40B4-BE49-F238E27FC236}">
                <a16:creationId xmlns:a16="http://schemas.microsoft.com/office/drawing/2014/main" id="{47184FDF-F1B0-49C2-BF4E-FD1137D6FCDE}"/>
              </a:ext>
            </a:extLst>
          </p:cNvPr>
          <p:cNvSpPr>
            <a:spLocks noChangeShapeType="1"/>
          </p:cNvSpPr>
          <p:nvPr/>
        </p:nvSpPr>
        <p:spPr bwMode="auto">
          <a:xfrm flipH="1" flipV="1">
            <a:off x="2859088" y="3567113"/>
            <a:ext cx="1693862"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50" name="文本框 311313">
            <a:extLst>
              <a:ext uri="{FF2B5EF4-FFF2-40B4-BE49-F238E27FC236}">
                <a16:creationId xmlns:a16="http://schemas.microsoft.com/office/drawing/2014/main" id="{C312D2C5-3396-4652-AB23-E40C52E7B28A}"/>
              </a:ext>
            </a:extLst>
          </p:cNvPr>
          <p:cNvSpPr txBox="1">
            <a:spLocks noChangeArrowheads="1"/>
          </p:cNvSpPr>
          <p:nvPr/>
        </p:nvSpPr>
        <p:spPr bwMode="auto">
          <a:xfrm rot="2268438">
            <a:off x="2860675" y="4005263"/>
            <a:ext cx="811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pPr>
            <a:r>
              <a:rPr lang="en-US" altLang="zh-CN" sz="2400">
                <a:solidFill>
                  <a:schemeClr val="tx1"/>
                </a:solidFill>
                <a:ea typeface="黑体" panose="02010609060101010101" pitchFamily="49" charset="-122"/>
              </a:rPr>
              <a:t>ACK</a:t>
            </a:r>
          </a:p>
        </p:txBody>
      </p:sp>
      <p:sp>
        <p:nvSpPr>
          <p:cNvPr id="95251" name="直接连接符 311314">
            <a:extLst>
              <a:ext uri="{FF2B5EF4-FFF2-40B4-BE49-F238E27FC236}">
                <a16:creationId xmlns:a16="http://schemas.microsoft.com/office/drawing/2014/main" id="{BF98F8A1-7D89-4C0E-976A-7B2B2B8FD3C4}"/>
              </a:ext>
            </a:extLst>
          </p:cNvPr>
          <p:cNvSpPr>
            <a:spLocks noChangeShapeType="1"/>
          </p:cNvSpPr>
          <p:nvPr/>
        </p:nvSpPr>
        <p:spPr bwMode="auto">
          <a:xfrm>
            <a:off x="3559175" y="4459288"/>
            <a:ext cx="292100" cy="279400"/>
          </a:xfrm>
          <a:prstGeom prst="line">
            <a:avLst/>
          </a:prstGeom>
          <a:noFill/>
          <a:ln w="28575">
            <a:solidFill>
              <a:schemeClr val="folHlink"/>
            </a:solidFill>
            <a:round/>
            <a:headEnd type="none" w="sm"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5252" name="直接连接符 311315">
            <a:extLst>
              <a:ext uri="{FF2B5EF4-FFF2-40B4-BE49-F238E27FC236}">
                <a16:creationId xmlns:a16="http://schemas.microsoft.com/office/drawing/2014/main" id="{553DD6A3-D6EE-48FC-9A62-8114E643E023}"/>
              </a:ext>
            </a:extLst>
          </p:cNvPr>
          <p:cNvSpPr>
            <a:spLocks noChangeShapeType="1"/>
          </p:cNvSpPr>
          <p:nvPr/>
        </p:nvSpPr>
        <p:spPr bwMode="auto">
          <a:xfrm flipV="1">
            <a:off x="1931988" y="3562350"/>
            <a:ext cx="1692275"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3" name="直接连接符 311316">
            <a:extLst>
              <a:ext uri="{FF2B5EF4-FFF2-40B4-BE49-F238E27FC236}">
                <a16:creationId xmlns:a16="http://schemas.microsoft.com/office/drawing/2014/main" id="{62043D92-08CF-4F6D-B79A-7D5EEB7816C1}"/>
              </a:ext>
            </a:extLst>
          </p:cNvPr>
          <p:cNvSpPr>
            <a:spLocks noChangeShapeType="1"/>
          </p:cNvSpPr>
          <p:nvPr/>
        </p:nvSpPr>
        <p:spPr bwMode="auto">
          <a:xfrm flipV="1">
            <a:off x="2317750" y="3562350"/>
            <a:ext cx="1693863"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4" name="直接连接符 311317">
            <a:extLst>
              <a:ext uri="{FF2B5EF4-FFF2-40B4-BE49-F238E27FC236}">
                <a16:creationId xmlns:a16="http://schemas.microsoft.com/office/drawing/2014/main" id="{7FBC9959-ABF2-414C-9820-F36A97E5BFE4}"/>
              </a:ext>
            </a:extLst>
          </p:cNvPr>
          <p:cNvSpPr>
            <a:spLocks noChangeShapeType="1"/>
          </p:cNvSpPr>
          <p:nvPr/>
        </p:nvSpPr>
        <p:spPr bwMode="auto">
          <a:xfrm flipV="1">
            <a:off x="2720975" y="3581400"/>
            <a:ext cx="1692275"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5" name="直接连接符 311318">
            <a:extLst>
              <a:ext uri="{FF2B5EF4-FFF2-40B4-BE49-F238E27FC236}">
                <a16:creationId xmlns:a16="http://schemas.microsoft.com/office/drawing/2014/main" id="{C3D1AA63-1654-42AA-A7BB-DAA7CB1231E3}"/>
              </a:ext>
            </a:extLst>
          </p:cNvPr>
          <p:cNvSpPr>
            <a:spLocks noChangeShapeType="1"/>
          </p:cNvSpPr>
          <p:nvPr/>
        </p:nvSpPr>
        <p:spPr bwMode="auto">
          <a:xfrm flipV="1">
            <a:off x="3090863" y="3562350"/>
            <a:ext cx="1695450"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6" name="直接连接符 311319">
            <a:extLst>
              <a:ext uri="{FF2B5EF4-FFF2-40B4-BE49-F238E27FC236}">
                <a16:creationId xmlns:a16="http://schemas.microsoft.com/office/drawing/2014/main" id="{101AC761-B4D0-4255-9330-84734D405EBF}"/>
              </a:ext>
            </a:extLst>
          </p:cNvPr>
          <p:cNvSpPr>
            <a:spLocks noChangeShapeType="1"/>
          </p:cNvSpPr>
          <p:nvPr/>
        </p:nvSpPr>
        <p:spPr bwMode="auto">
          <a:xfrm flipV="1">
            <a:off x="3865563" y="3562350"/>
            <a:ext cx="1695450"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7" name="直接连接符 311320">
            <a:extLst>
              <a:ext uri="{FF2B5EF4-FFF2-40B4-BE49-F238E27FC236}">
                <a16:creationId xmlns:a16="http://schemas.microsoft.com/office/drawing/2014/main" id="{61BC7ED2-9491-43DD-B03D-6FD8EF183BD0}"/>
              </a:ext>
            </a:extLst>
          </p:cNvPr>
          <p:cNvSpPr>
            <a:spLocks noChangeShapeType="1"/>
          </p:cNvSpPr>
          <p:nvPr/>
        </p:nvSpPr>
        <p:spPr bwMode="auto">
          <a:xfrm flipV="1">
            <a:off x="4254500" y="3562350"/>
            <a:ext cx="1692275"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8" name="直接连接符 311321">
            <a:extLst>
              <a:ext uri="{FF2B5EF4-FFF2-40B4-BE49-F238E27FC236}">
                <a16:creationId xmlns:a16="http://schemas.microsoft.com/office/drawing/2014/main" id="{FE4AF080-5787-41B2-9DE3-66EBE57BC891}"/>
              </a:ext>
            </a:extLst>
          </p:cNvPr>
          <p:cNvSpPr>
            <a:spLocks noChangeShapeType="1"/>
          </p:cNvSpPr>
          <p:nvPr/>
        </p:nvSpPr>
        <p:spPr bwMode="auto">
          <a:xfrm flipV="1">
            <a:off x="4640263" y="3562350"/>
            <a:ext cx="1693862"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9" name="直接连接符 311322">
            <a:extLst>
              <a:ext uri="{FF2B5EF4-FFF2-40B4-BE49-F238E27FC236}">
                <a16:creationId xmlns:a16="http://schemas.microsoft.com/office/drawing/2014/main" id="{EB011800-253D-4C6D-8F0F-677503C696EC}"/>
              </a:ext>
            </a:extLst>
          </p:cNvPr>
          <p:cNvSpPr>
            <a:spLocks noChangeShapeType="1"/>
          </p:cNvSpPr>
          <p:nvPr/>
        </p:nvSpPr>
        <p:spPr bwMode="auto">
          <a:xfrm flipV="1">
            <a:off x="5029200" y="3562350"/>
            <a:ext cx="1692275"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0" name="直接连接符 311323">
            <a:extLst>
              <a:ext uri="{FF2B5EF4-FFF2-40B4-BE49-F238E27FC236}">
                <a16:creationId xmlns:a16="http://schemas.microsoft.com/office/drawing/2014/main" id="{E05D8D17-2EE2-4F93-8797-9823CC6FDF41}"/>
              </a:ext>
            </a:extLst>
          </p:cNvPr>
          <p:cNvSpPr>
            <a:spLocks noChangeShapeType="1"/>
          </p:cNvSpPr>
          <p:nvPr/>
        </p:nvSpPr>
        <p:spPr bwMode="auto">
          <a:xfrm flipV="1">
            <a:off x="3473450" y="3562350"/>
            <a:ext cx="1695450"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1" name="直接连接符 311324">
            <a:extLst>
              <a:ext uri="{FF2B5EF4-FFF2-40B4-BE49-F238E27FC236}">
                <a16:creationId xmlns:a16="http://schemas.microsoft.com/office/drawing/2014/main" id="{B488608E-5079-45B4-9B8B-4407A255308C}"/>
              </a:ext>
            </a:extLst>
          </p:cNvPr>
          <p:cNvSpPr>
            <a:spLocks noChangeShapeType="1"/>
          </p:cNvSpPr>
          <p:nvPr/>
        </p:nvSpPr>
        <p:spPr bwMode="auto">
          <a:xfrm flipV="1">
            <a:off x="5399088" y="3562350"/>
            <a:ext cx="1693862"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2" name="直接连接符 311325">
            <a:extLst>
              <a:ext uri="{FF2B5EF4-FFF2-40B4-BE49-F238E27FC236}">
                <a16:creationId xmlns:a16="http://schemas.microsoft.com/office/drawing/2014/main" id="{614C6E47-4EDB-46AD-A452-A99007D332D2}"/>
              </a:ext>
            </a:extLst>
          </p:cNvPr>
          <p:cNvSpPr>
            <a:spLocks noChangeShapeType="1"/>
          </p:cNvSpPr>
          <p:nvPr/>
        </p:nvSpPr>
        <p:spPr bwMode="auto">
          <a:xfrm flipV="1">
            <a:off x="5772150" y="3562350"/>
            <a:ext cx="1692275"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3" name="直接连接符 311326">
            <a:extLst>
              <a:ext uri="{FF2B5EF4-FFF2-40B4-BE49-F238E27FC236}">
                <a16:creationId xmlns:a16="http://schemas.microsoft.com/office/drawing/2014/main" id="{984EBCA3-FEF8-4746-B494-DC5B905AC367}"/>
              </a:ext>
            </a:extLst>
          </p:cNvPr>
          <p:cNvSpPr>
            <a:spLocks noChangeShapeType="1"/>
          </p:cNvSpPr>
          <p:nvPr/>
        </p:nvSpPr>
        <p:spPr bwMode="auto">
          <a:xfrm flipV="1">
            <a:off x="6143625" y="3562350"/>
            <a:ext cx="1693863"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64" name="直接连接符 311327">
            <a:extLst>
              <a:ext uri="{FF2B5EF4-FFF2-40B4-BE49-F238E27FC236}">
                <a16:creationId xmlns:a16="http://schemas.microsoft.com/office/drawing/2014/main" id="{A94A1866-E873-4908-86BD-F9FB0EA65D8A}"/>
              </a:ext>
            </a:extLst>
          </p:cNvPr>
          <p:cNvSpPr>
            <a:spLocks noChangeShapeType="1"/>
          </p:cNvSpPr>
          <p:nvPr/>
        </p:nvSpPr>
        <p:spPr bwMode="auto">
          <a:xfrm flipH="1" flipV="1">
            <a:off x="3243263" y="3567113"/>
            <a:ext cx="1693862"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65" name="直接连接符 311328">
            <a:extLst>
              <a:ext uri="{FF2B5EF4-FFF2-40B4-BE49-F238E27FC236}">
                <a16:creationId xmlns:a16="http://schemas.microsoft.com/office/drawing/2014/main" id="{061EEDAF-F5ED-4328-B45D-069C0CFEB6B7}"/>
              </a:ext>
            </a:extLst>
          </p:cNvPr>
          <p:cNvSpPr>
            <a:spLocks noChangeShapeType="1"/>
          </p:cNvSpPr>
          <p:nvPr/>
        </p:nvSpPr>
        <p:spPr bwMode="auto">
          <a:xfrm flipH="1" flipV="1">
            <a:off x="3625850" y="3567113"/>
            <a:ext cx="1693863"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66" name="直接连接符 311329">
            <a:extLst>
              <a:ext uri="{FF2B5EF4-FFF2-40B4-BE49-F238E27FC236}">
                <a16:creationId xmlns:a16="http://schemas.microsoft.com/office/drawing/2014/main" id="{A7DE67E3-A227-4471-8550-577299DE2B0B}"/>
              </a:ext>
            </a:extLst>
          </p:cNvPr>
          <p:cNvSpPr>
            <a:spLocks noChangeShapeType="1"/>
          </p:cNvSpPr>
          <p:nvPr/>
        </p:nvSpPr>
        <p:spPr bwMode="auto">
          <a:xfrm flipH="1" flipV="1">
            <a:off x="4011613" y="3567113"/>
            <a:ext cx="1692275"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67" name="直接连接符 311330">
            <a:extLst>
              <a:ext uri="{FF2B5EF4-FFF2-40B4-BE49-F238E27FC236}">
                <a16:creationId xmlns:a16="http://schemas.microsoft.com/office/drawing/2014/main" id="{0BBC8F1F-5F99-42AB-A515-1B6AF116DBBC}"/>
              </a:ext>
            </a:extLst>
          </p:cNvPr>
          <p:cNvSpPr>
            <a:spLocks noChangeShapeType="1"/>
          </p:cNvSpPr>
          <p:nvPr/>
        </p:nvSpPr>
        <p:spPr bwMode="auto">
          <a:xfrm flipH="1" flipV="1">
            <a:off x="4395788" y="3567113"/>
            <a:ext cx="1692275"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68" name="直接连接符 311331">
            <a:extLst>
              <a:ext uri="{FF2B5EF4-FFF2-40B4-BE49-F238E27FC236}">
                <a16:creationId xmlns:a16="http://schemas.microsoft.com/office/drawing/2014/main" id="{ADB8033D-58BC-4BF6-8FC6-023836A92984}"/>
              </a:ext>
            </a:extLst>
          </p:cNvPr>
          <p:cNvSpPr>
            <a:spLocks noChangeShapeType="1"/>
          </p:cNvSpPr>
          <p:nvPr/>
        </p:nvSpPr>
        <p:spPr bwMode="auto">
          <a:xfrm flipH="1" flipV="1">
            <a:off x="4778375" y="3567113"/>
            <a:ext cx="1693863"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69" name="直接连接符 311332">
            <a:extLst>
              <a:ext uri="{FF2B5EF4-FFF2-40B4-BE49-F238E27FC236}">
                <a16:creationId xmlns:a16="http://schemas.microsoft.com/office/drawing/2014/main" id="{AD6305DA-DD74-461A-B69F-F8E3E43B4561}"/>
              </a:ext>
            </a:extLst>
          </p:cNvPr>
          <p:cNvSpPr>
            <a:spLocks noChangeShapeType="1"/>
          </p:cNvSpPr>
          <p:nvPr/>
        </p:nvSpPr>
        <p:spPr bwMode="auto">
          <a:xfrm flipH="1" flipV="1">
            <a:off x="5162550" y="3567113"/>
            <a:ext cx="1692275"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70" name="直接连接符 311333">
            <a:extLst>
              <a:ext uri="{FF2B5EF4-FFF2-40B4-BE49-F238E27FC236}">
                <a16:creationId xmlns:a16="http://schemas.microsoft.com/office/drawing/2014/main" id="{B9F27452-C246-4329-9AA3-5BB19E8DB630}"/>
              </a:ext>
            </a:extLst>
          </p:cNvPr>
          <p:cNvSpPr>
            <a:spLocks noChangeShapeType="1"/>
          </p:cNvSpPr>
          <p:nvPr/>
        </p:nvSpPr>
        <p:spPr bwMode="auto">
          <a:xfrm flipH="1" flipV="1">
            <a:off x="5546725" y="3567113"/>
            <a:ext cx="1692275"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71" name="直接连接符 311334">
            <a:extLst>
              <a:ext uri="{FF2B5EF4-FFF2-40B4-BE49-F238E27FC236}">
                <a16:creationId xmlns:a16="http://schemas.microsoft.com/office/drawing/2014/main" id="{27C4060D-98CA-4357-9EC8-50E80455E5DB}"/>
              </a:ext>
            </a:extLst>
          </p:cNvPr>
          <p:cNvSpPr>
            <a:spLocks noChangeShapeType="1"/>
          </p:cNvSpPr>
          <p:nvPr/>
        </p:nvSpPr>
        <p:spPr bwMode="auto">
          <a:xfrm flipH="1" flipV="1">
            <a:off x="5929313" y="3567113"/>
            <a:ext cx="1695450"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72" name="直接连接符 311335">
            <a:extLst>
              <a:ext uri="{FF2B5EF4-FFF2-40B4-BE49-F238E27FC236}">
                <a16:creationId xmlns:a16="http://schemas.microsoft.com/office/drawing/2014/main" id="{8A7771F8-8662-45B7-B41F-4D5744D048A6}"/>
              </a:ext>
            </a:extLst>
          </p:cNvPr>
          <p:cNvSpPr>
            <a:spLocks noChangeShapeType="1"/>
          </p:cNvSpPr>
          <p:nvPr/>
        </p:nvSpPr>
        <p:spPr bwMode="auto">
          <a:xfrm flipH="1" flipV="1">
            <a:off x="6313488" y="3567113"/>
            <a:ext cx="1692275"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95273" name="直接连接符 311336">
            <a:extLst>
              <a:ext uri="{FF2B5EF4-FFF2-40B4-BE49-F238E27FC236}">
                <a16:creationId xmlns:a16="http://schemas.microsoft.com/office/drawing/2014/main" id="{EE2C75F9-F67C-4269-8F36-85DC045995E4}"/>
              </a:ext>
            </a:extLst>
          </p:cNvPr>
          <p:cNvSpPr>
            <a:spLocks noChangeShapeType="1"/>
          </p:cNvSpPr>
          <p:nvPr/>
        </p:nvSpPr>
        <p:spPr bwMode="auto">
          <a:xfrm flipH="1" flipV="1">
            <a:off x="6697663" y="3567113"/>
            <a:ext cx="1693862" cy="1627187"/>
          </a:xfrm>
          <a:prstGeom prst="line">
            <a:avLst/>
          </a:prstGeom>
          <a:noFill/>
          <a:ln w="38100">
            <a:solidFill>
              <a:schemeClr val="fo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randomBar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Line 3">
            <a:extLst>
              <a:ext uri="{FF2B5EF4-FFF2-40B4-BE49-F238E27FC236}">
                <a16:creationId xmlns:a16="http://schemas.microsoft.com/office/drawing/2014/main" id="{45C9A834-4E61-4B37-A540-9A5A191B3BFC}"/>
              </a:ext>
            </a:extLst>
          </p:cNvPr>
          <p:cNvSpPr>
            <a:spLocks noChangeShapeType="1"/>
          </p:cNvSpPr>
          <p:nvPr/>
        </p:nvSpPr>
        <p:spPr bwMode="auto">
          <a:xfrm flipH="1">
            <a:off x="1128713" y="3246438"/>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6259" name="Line 4">
            <a:extLst>
              <a:ext uri="{FF2B5EF4-FFF2-40B4-BE49-F238E27FC236}">
                <a16:creationId xmlns:a16="http://schemas.microsoft.com/office/drawing/2014/main" id="{F3E03E3B-B5DE-410D-B91E-166B36723ADF}"/>
              </a:ext>
            </a:extLst>
          </p:cNvPr>
          <p:cNvSpPr>
            <a:spLocks noChangeShapeType="1"/>
          </p:cNvSpPr>
          <p:nvPr/>
        </p:nvSpPr>
        <p:spPr bwMode="auto">
          <a:xfrm flipH="1">
            <a:off x="1128713" y="3625850"/>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6260" name="Line 5">
            <a:extLst>
              <a:ext uri="{FF2B5EF4-FFF2-40B4-BE49-F238E27FC236}">
                <a16:creationId xmlns:a16="http://schemas.microsoft.com/office/drawing/2014/main" id="{35FD92BE-6E50-4F58-B82B-C6BF374A4A74}"/>
              </a:ext>
            </a:extLst>
          </p:cNvPr>
          <p:cNvSpPr>
            <a:spLocks noChangeShapeType="1"/>
          </p:cNvSpPr>
          <p:nvPr/>
        </p:nvSpPr>
        <p:spPr bwMode="auto">
          <a:xfrm flipH="1">
            <a:off x="1128713" y="4006850"/>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6261" name="Line 6">
            <a:extLst>
              <a:ext uri="{FF2B5EF4-FFF2-40B4-BE49-F238E27FC236}">
                <a16:creationId xmlns:a16="http://schemas.microsoft.com/office/drawing/2014/main" id="{F84DB908-246A-49B3-9304-38BD6766889E}"/>
              </a:ext>
            </a:extLst>
          </p:cNvPr>
          <p:cNvSpPr>
            <a:spLocks noChangeShapeType="1"/>
          </p:cNvSpPr>
          <p:nvPr/>
        </p:nvSpPr>
        <p:spPr bwMode="auto">
          <a:xfrm flipH="1">
            <a:off x="1128713" y="2536825"/>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6262" name="Line 7">
            <a:extLst>
              <a:ext uri="{FF2B5EF4-FFF2-40B4-BE49-F238E27FC236}">
                <a16:creationId xmlns:a16="http://schemas.microsoft.com/office/drawing/2014/main" id="{9116AC85-051B-46D7-B63C-47B3F09E7AFF}"/>
              </a:ext>
            </a:extLst>
          </p:cNvPr>
          <p:cNvSpPr>
            <a:spLocks noChangeShapeType="1"/>
          </p:cNvSpPr>
          <p:nvPr/>
        </p:nvSpPr>
        <p:spPr bwMode="auto">
          <a:xfrm>
            <a:off x="1128713" y="1604963"/>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63" name="Group 8">
            <a:extLst>
              <a:ext uri="{FF2B5EF4-FFF2-40B4-BE49-F238E27FC236}">
                <a16:creationId xmlns:a16="http://schemas.microsoft.com/office/drawing/2014/main" id="{8B5FB9A2-9CE4-492B-B98C-776B6BBB3516}"/>
              </a:ext>
            </a:extLst>
          </p:cNvPr>
          <p:cNvGrpSpPr>
            <a:grpSpLocks/>
          </p:cNvGrpSpPr>
          <p:nvPr/>
        </p:nvGrpSpPr>
        <p:grpSpPr bwMode="auto">
          <a:xfrm rot="344460">
            <a:off x="1538288" y="1604963"/>
            <a:ext cx="1724025" cy="279400"/>
            <a:chOff x="3024" y="1776"/>
            <a:chExt cx="1008" cy="144"/>
          </a:xfrm>
        </p:grpSpPr>
        <p:sp>
          <p:nvSpPr>
            <p:cNvPr id="96350" name="Rectangle 9">
              <a:extLst>
                <a:ext uri="{FF2B5EF4-FFF2-40B4-BE49-F238E27FC236}">
                  <a16:creationId xmlns:a16="http://schemas.microsoft.com/office/drawing/2014/main" id="{9FD4A7F7-ED58-40C9-A9B7-7971163155B8}"/>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DATA0</a:t>
              </a:r>
            </a:p>
          </p:txBody>
        </p:sp>
        <p:sp>
          <p:nvSpPr>
            <p:cNvPr id="101" name="AutoShape 10">
              <a:extLst>
                <a:ext uri="{FF2B5EF4-FFF2-40B4-BE49-F238E27FC236}">
                  <a16:creationId xmlns:a16="http://schemas.microsoft.com/office/drawing/2014/main" id="{FF101C66-66A3-4E67-8DB0-B1B9E5B86771}"/>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64" name="Line 11">
            <a:extLst>
              <a:ext uri="{FF2B5EF4-FFF2-40B4-BE49-F238E27FC236}">
                <a16:creationId xmlns:a16="http://schemas.microsoft.com/office/drawing/2014/main" id="{1DF70D09-42B5-4760-AC83-7CE421BA2283}"/>
              </a:ext>
            </a:extLst>
          </p:cNvPr>
          <p:cNvSpPr>
            <a:spLocks noChangeShapeType="1"/>
          </p:cNvSpPr>
          <p:nvPr/>
        </p:nvSpPr>
        <p:spPr bwMode="auto">
          <a:xfrm flipH="1">
            <a:off x="1128713" y="2165350"/>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6265" name="Line 12">
            <a:extLst>
              <a:ext uri="{FF2B5EF4-FFF2-40B4-BE49-F238E27FC236}">
                <a16:creationId xmlns:a16="http://schemas.microsoft.com/office/drawing/2014/main" id="{D2B97592-2BE4-4AAA-8E33-0187D2FEDD8C}"/>
              </a:ext>
            </a:extLst>
          </p:cNvPr>
          <p:cNvSpPr>
            <a:spLocks noChangeShapeType="1"/>
          </p:cNvSpPr>
          <p:nvPr/>
        </p:nvSpPr>
        <p:spPr bwMode="auto">
          <a:xfrm>
            <a:off x="1128713" y="1978025"/>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66" name="Group 13">
            <a:extLst>
              <a:ext uri="{FF2B5EF4-FFF2-40B4-BE49-F238E27FC236}">
                <a16:creationId xmlns:a16="http://schemas.microsoft.com/office/drawing/2014/main" id="{C1DABD03-2BAC-4582-B682-600C8B02F971}"/>
              </a:ext>
            </a:extLst>
          </p:cNvPr>
          <p:cNvGrpSpPr>
            <a:grpSpLocks/>
          </p:cNvGrpSpPr>
          <p:nvPr/>
        </p:nvGrpSpPr>
        <p:grpSpPr bwMode="auto">
          <a:xfrm rot="344460">
            <a:off x="1538288" y="1978025"/>
            <a:ext cx="1724025" cy="279400"/>
            <a:chOff x="3024" y="1776"/>
            <a:chExt cx="1008" cy="144"/>
          </a:xfrm>
        </p:grpSpPr>
        <p:sp>
          <p:nvSpPr>
            <p:cNvPr id="96348" name="Rectangle 14">
              <a:extLst>
                <a:ext uri="{FF2B5EF4-FFF2-40B4-BE49-F238E27FC236}">
                  <a16:creationId xmlns:a16="http://schemas.microsoft.com/office/drawing/2014/main" id="{2FDE372B-4EB5-4970-8F2D-28E113D8400C}"/>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DATA1</a:t>
              </a:r>
            </a:p>
          </p:txBody>
        </p:sp>
        <p:sp>
          <p:nvSpPr>
            <p:cNvPr id="106" name="AutoShape 15">
              <a:extLst>
                <a:ext uri="{FF2B5EF4-FFF2-40B4-BE49-F238E27FC236}">
                  <a16:creationId xmlns:a16="http://schemas.microsoft.com/office/drawing/2014/main" id="{C0CDEB9D-EFE5-4046-8979-815B290D6361}"/>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67" name="Line 16">
            <a:extLst>
              <a:ext uri="{FF2B5EF4-FFF2-40B4-BE49-F238E27FC236}">
                <a16:creationId xmlns:a16="http://schemas.microsoft.com/office/drawing/2014/main" id="{3249F04A-4601-4363-B73D-937FC9435CE4}"/>
              </a:ext>
            </a:extLst>
          </p:cNvPr>
          <p:cNvSpPr>
            <a:spLocks noChangeShapeType="1"/>
          </p:cNvSpPr>
          <p:nvPr/>
        </p:nvSpPr>
        <p:spPr bwMode="auto">
          <a:xfrm>
            <a:off x="1128713" y="2351088"/>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68" name="Group 17">
            <a:extLst>
              <a:ext uri="{FF2B5EF4-FFF2-40B4-BE49-F238E27FC236}">
                <a16:creationId xmlns:a16="http://schemas.microsoft.com/office/drawing/2014/main" id="{D4DFB4B0-6D69-4873-A047-F6AB7397F9FF}"/>
              </a:ext>
            </a:extLst>
          </p:cNvPr>
          <p:cNvGrpSpPr>
            <a:grpSpLocks/>
          </p:cNvGrpSpPr>
          <p:nvPr/>
        </p:nvGrpSpPr>
        <p:grpSpPr bwMode="auto">
          <a:xfrm rot="344460">
            <a:off x="1538288" y="2351088"/>
            <a:ext cx="1724025" cy="279400"/>
            <a:chOff x="3024" y="1776"/>
            <a:chExt cx="1008" cy="144"/>
          </a:xfrm>
        </p:grpSpPr>
        <p:sp>
          <p:nvSpPr>
            <p:cNvPr id="96346" name="Rectangle 18">
              <a:extLst>
                <a:ext uri="{FF2B5EF4-FFF2-40B4-BE49-F238E27FC236}">
                  <a16:creationId xmlns:a16="http://schemas.microsoft.com/office/drawing/2014/main" id="{304EF8D8-D7AD-4FDA-987B-7DC7517DD896}"/>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DATA2</a:t>
              </a:r>
            </a:p>
          </p:txBody>
        </p:sp>
        <p:sp>
          <p:nvSpPr>
            <p:cNvPr id="110" name="AutoShape 19">
              <a:extLst>
                <a:ext uri="{FF2B5EF4-FFF2-40B4-BE49-F238E27FC236}">
                  <a16:creationId xmlns:a16="http://schemas.microsoft.com/office/drawing/2014/main" id="{6C05E5E7-3634-45FA-9642-3B7AFCACE41E}"/>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69" name="Line 20">
            <a:extLst>
              <a:ext uri="{FF2B5EF4-FFF2-40B4-BE49-F238E27FC236}">
                <a16:creationId xmlns:a16="http://schemas.microsoft.com/office/drawing/2014/main" id="{D1AE6036-3DCB-4B3F-AE13-DFFBAD4950BA}"/>
              </a:ext>
            </a:extLst>
          </p:cNvPr>
          <p:cNvSpPr>
            <a:spLocks noChangeShapeType="1"/>
          </p:cNvSpPr>
          <p:nvPr/>
        </p:nvSpPr>
        <p:spPr bwMode="auto">
          <a:xfrm>
            <a:off x="1128713" y="2724150"/>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70" name="Group 21">
            <a:extLst>
              <a:ext uri="{FF2B5EF4-FFF2-40B4-BE49-F238E27FC236}">
                <a16:creationId xmlns:a16="http://schemas.microsoft.com/office/drawing/2014/main" id="{1202FF33-3BB0-4F60-9F86-684EAA9546E8}"/>
              </a:ext>
            </a:extLst>
          </p:cNvPr>
          <p:cNvGrpSpPr>
            <a:grpSpLocks/>
          </p:cNvGrpSpPr>
          <p:nvPr/>
        </p:nvGrpSpPr>
        <p:grpSpPr bwMode="auto">
          <a:xfrm rot="344460">
            <a:off x="1538288" y="2724150"/>
            <a:ext cx="1724025" cy="279400"/>
            <a:chOff x="3024" y="1776"/>
            <a:chExt cx="1008" cy="144"/>
          </a:xfrm>
        </p:grpSpPr>
        <p:sp>
          <p:nvSpPr>
            <p:cNvPr id="96344" name="Rectangle 22">
              <a:extLst>
                <a:ext uri="{FF2B5EF4-FFF2-40B4-BE49-F238E27FC236}">
                  <a16:creationId xmlns:a16="http://schemas.microsoft.com/office/drawing/2014/main" id="{9B462FA5-1408-42FF-8777-023E945305A9}"/>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DATA3</a:t>
              </a:r>
            </a:p>
          </p:txBody>
        </p:sp>
        <p:sp>
          <p:nvSpPr>
            <p:cNvPr id="114" name="AutoShape 23">
              <a:extLst>
                <a:ext uri="{FF2B5EF4-FFF2-40B4-BE49-F238E27FC236}">
                  <a16:creationId xmlns:a16="http://schemas.microsoft.com/office/drawing/2014/main" id="{D11D1335-BE82-422A-815F-DBC97A307A2F}"/>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71" name="Line 24">
            <a:extLst>
              <a:ext uri="{FF2B5EF4-FFF2-40B4-BE49-F238E27FC236}">
                <a16:creationId xmlns:a16="http://schemas.microsoft.com/office/drawing/2014/main" id="{F83736CE-1AEF-4D00-89BC-B9D426203B0D}"/>
              </a:ext>
            </a:extLst>
          </p:cNvPr>
          <p:cNvSpPr>
            <a:spLocks noChangeShapeType="1"/>
          </p:cNvSpPr>
          <p:nvPr/>
        </p:nvSpPr>
        <p:spPr bwMode="auto">
          <a:xfrm>
            <a:off x="1128713" y="3095625"/>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72" name="Group 25">
            <a:extLst>
              <a:ext uri="{FF2B5EF4-FFF2-40B4-BE49-F238E27FC236}">
                <a16:creationId xmlns:a16="http://schemas.microsoft.com/office/drawing/2014/main" id="{3E7E3E63-D1C8-4301-8F58-3647151333EF}"/>
              </a:ext>
            </a:extLst>
          </p:cNvPr>
          <p:cNvGrpSpPr>
            <a:grpSpLocks/>
          </p:cNvGrpSpPr>
          <p:nvPr/>
        </p:nvGrpSpPr>
        <p:grpSpPr bwMode="auto">
          <a:xfrm rot="344460">
            <a:off x="1538288" y="3095625"/>
            <a:ext cx="1724025" cy="279400"/>
            <a:chOff x="3024" y="1776"/>
            <a:chExt cx="1008" cy="144"/>
          </a:xfrm>
        </p:grpSpPr>
        <p:sp>
          <p:nvSpPr>
            <p:cNvPr id="96342" name="Rectangle 26">
              <a:extLst>
                <a:ext uri="{FF2B5EF4-FFF2-40B4-BE49-F238E27FC236}">
                  <a16:creationId xmlns:a16="http://schemas.microsoft.com/office/drawing/2014/main" id="{63205D56-E3A5-4AF2-BF8B-07EE0C730AE1}"/>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DATA4</a:t>
              </a:r>
            </a:p>
          </p:txBody>
        </p:sp>
        <p:sp>
          <p:nvSpPr>
            <p:cNvPr id="118" name="AutoShape 27">
              <a:extLst>
                <a:ext uri="{FF2B5EF4-FFF2-40B4-BE49-F238E27FC236}">
                  <a16:creationId xmlns:a16="http://schemas.microsoft.com/office/drawing/2014/main" id="{70B15291-B53B-44C5-8C41-8649B163A731}"/>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73" name="Line 28">
            <a:extLst>
              <a:ext uri="{FF2B5EF4-FFF2-40B4-BE49-F238E27FC236}">
                <a16:creationId xmlns:a16="http://schemas.microsoft.com/office/drawing/2014/main" id="{04D1E6B3-B867-4A64-A7D7-B6C10A053ED2}"/>
              </a:ext>
            </a:extLst>
          </p:cNvPr>
          <p:cNvSpPr>
            <a:spLocks noChangeShapeType="1"/>
          </p:cNvSpPr>
          <p:nvPr/>
        </p:nvSpPr>
        <p:spPr bwMode="auto">
          <a:xfrm>
            <a:off x="1128713" y="3468688"/>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74" name="Group 29">
            <a:extLst>
              <a:ext uri="{FF2B5EF4-FFF2-40B4-BE49-F238E27FC236}">
                <a16:creationId xmlns:a16="http://schemas.microsoft.com/office/drawing/2014/main" id="{897D9956-85DD-4732-A9C3-4DEB6B162942}"/>
              </a:ext>
            </a:extLst>
          </p:cNvPr>
          <p:cNvGrpSpPr>
            <a:grpSpLocks/>
          </p:cNvGrpSpPr>
          <p:nvPr/>
        </p:nvGrpSpPr>
        <p:grpSpPr bwMode="auto">
          <a:xfrm rot="344460">
            <a:off x="1538288" y="3468688"/>
            <a:ext cx="1724025" cy="279400"/>
            <a:chOff x="3024" y="1776"/>
            <a:chExt cx="1008" cy="144"/>
          </a:xfrm>
        </p:grpSpPr>
        <p:sp>
          <p:nvSpPr>
            <p:cNvPr id="96340" name="Rectangle 30">
              <a:extLst>
                <a:ext uri="{FF2B5EF4-FFF2-40B4-BE49-F238E27FC236}">
                  <a16:creationId xmlns:a16="http://schemas.microsoft.com/office/drawing/2014/main" id="{C77575C0-035C-4F6A-918E-A2D87CF7A738}"/>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DATA5</a:t>
              </a:r>
            </a:p>
          </p:txBody>
        </p:sp>
        <p:sp>
          <p:nvSpPr>
            <p:cNvPr id="122" name="AutoShape 31">
              <a:extLst>
                <a:ext uri="{FF2B5EF4-FFF2-40B4-BE49-F238E27FC236}">
                  <a16:creationId xmlns:a16="http://schemas.microsoft.com/office/drawing/2014/main" id="{CF228B1A-129F-4826-8281-FEECCEC83B9B}"/>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75" name="Line 32">
            <a:extLst>
              <a:ext uri="{FF2B5EF4-FFF2-40B4-BE49-F238E27FC236}">
                <a16:creationId xmlns:a16="http://schemas.microsoft.com/office/drawing/2014/main" id="{86109B1E-3054-4383-92F8-820E9EB354A5}"/>
              </a:ext>
            </a:extLst>
          </p:cNvPr>
          <p:cNvSpPr>
            <a:spLocks noChangeShapeType="1"/>
          </p:cNvSpPr>
          <p:nvPr/>
        </p:nvSpPr>
        <p:spPr bwMode="auto">
          <a:xfrm>
            <a:off x="1128713" y="3841750"/>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76" name="Group 33">
            <a:extLst>
              <a:ext uri="{FF2B5EF4-FFF2-40B4-BE49-F238E27FC236}">
                <a16:creationId xmlns:a16="http://schemas.microsoft.com/office/drawing/2014/main" id="{1184076B-16E1-4184-9963-B271D3EE81DB}"/>
              </a:ext>
            </a:extLst>
          </p:cNvPr>
          <p:cNvGrpSpPr>
            <a:grpSpLocks/>
          </p:cNvGrpSpPr>
          <p:nvPr/>
        </p:nvGrpSpPr>
        <p:grpSpPr bwMode="auto">
          <a:xfrm rot="344460">
            <a:off x="1538288" y="3841750"/>
            <a:ext cx="1724025" cy="279400"/>
            <a:chOff x="3024" y="1776"/>
            <a:chExt cx="1008" cy="144"/>
          </a:xfrm>
        </p:grpSpPr>
        <p:sp>
          <p:nvSpPr>
            <p:cNvPr id="96338" name="Rectangle 34">
              <a:extLst>
                <a:ext uri="{FF2B5EF4-FFF2-40B4-BE49-F238E27FC236}">
                  <a16:creationId xmlns:a16="http://schemas.microsoft.com/office/drawing/2014/main" id="{9A9D3AA4-0BC6-4A62-99C3-EEC164A325D2}"/>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a:t>
              </a:r>
              <a:r>
                <a:rPr kumimoji="1" lang="zh-CN" altLang="en-US">
                  <a:solidFill>
                    <a:schemeClr val="tx1"/>
                  </a:solidFill>
                  <a:ea typeface="黑体" panose="02010609060101010101" pitchFamily="49" charset="-122"/>
                </a:rPr>
                <a:t>６</a:t>
              </a:r>
            </a:p>
          </p:txBody>
        </p:sp>
        <p:sp>
          <p:nvSpPr>
            <p:cNvPr id="126" name="AutoShape 35">
              <a:extLst>
                <a:ext uri="{FF2B5EF4-FFF2-40B4-BE49-F238E27FC236}">
                  <a16:creationId xmlns:a16="http://schemas.microsoft.com/office/drawing/2014/main" id="{EDC2E580-3320-4D45-8C02-7EB8F8DA9EC9}"/>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77" name="Line 36">
            <a:extLst>
              <a:ext uri="{FF2B5EF4-FFF2-40B4-BE49-F238E27FC236}">
                <a16:creationId xmlns:a16="http://schemas.microsoft.com/office/drawing/2014/main" id="{F7FA9BD2-5143-4907-98A9-4813460EA56F}"/>
              </a:ext>
            </a:extLst>
          </p:cNvPr>
          <p:cNvSpPr>
            <a:spLocks noChangeShapeType="1"/>
          </p:cNvSpPr>
          <p:nvPr/>
        </p:nvSpPr>
        <p:spPr bwMode="auto">
          <a:xfrm>
            <a:off x="1128713" y="4214813"/>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78" name="Group 37">
            <a:extLst>
              <a:ext uri="{FF2B5EF4-FFF2-40B4-BE49-F238E27FC236}">
                <a16:creationId xmlns:a16="http://schemas.microsoft.com/office/drawing/2014/main" id="{A1602A29-59C3-4232-B1BF-C2B088B7F4DE}"/>
              </a:ext>
            </a:extLst>
          </p:cNvPr>
          <p:cNvGrpSpPr>
            <a:grpSpLocks/>
          </p:cNvGrpSpPr>
          <p:nvPr/>
        </p:nvGrpSpPr>
        <p:grpSpPr bwMode="auto">
          <a:xfrm rot="344460">
            <a:off x="1538288" y="4214813"/>
            <a:ext cx="1724025" cy="279400"/>
            <a:chOff x="3024" y="1776"/>
            <a:chExt cx="1008" cy="144"/>
          </a:xfrm>
        </p:grpSpPr>
        <p:sp>
          <p:nvSpPr>
            <p:cNvPr id="96336" name="Rectangle 38">
              <a:extLst>
                <a:ext uri="{FF2B5EF4-FFF2-40B4-BE49-F238E27FC236}">
                  <a16:creationId xmlns:a16="http://schemas.microsoft.com/office/drawing/2014/main" id="{EDFE5DC0-3802-4800-894D-8CF3140F284A}"/>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a:t>
              </a:r>
              <a:r>
                <a:rPr kumimoji="1" lang="zh-CN" altLang="en-US">
                  <a:solidFill>
                    <a:schemeClr val="tx1"/>
                  </a:solidFill>
                  <a:ea typeface="黑体" panose="02010609060101010101" pitchFamily="49" charset="-122"/>
                </a:rPr>
                <a:t>７</a:t>
              </a:r>
            </a:p>
          </p:txBody>
        </p:sp>
        <p:sp>
          <p:nvSpPr>
            <p:cNvPr id="130" name="AutoShape 39">
              <a:extLst>
                <a:ext uri="{FF2B5EF4-FFF2-40B4-BE49-F238E27FC236}">
                  <a16:creationId xmlns:a16="http://schemas.microsoft.com/office/drawing/2014/main" id="{B7602385-8C8C-4920-AA65-265AB0E03375}"/>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79" name="Line 40">
            <a:extLst>
              <a:ext uri="{FF2B5EF4-FFF2-40B4-BE49-F238E27FC236}">
                <a16:creationId xmlns:a16="http://schemas.microsoft.com/office/drawing/2014/main" id="{890D4DEB-5BF4-478A-97B3-C9554EA2425E}"/>
              </a:ext>
            </a:extLst>
          </p:cNvPr>
          <p:cNvSpPr>
            <a:spLocks noChangeShapeType="1"/>
          </p:cNvSpPr>
          <p:nvPr/>
        </p:nvSpPr>
        <p:spPr bwMode="auto">
          <a:xfrm>
            <a:off x="1128713" y="4586288"/>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6280" name="Line 41">
            <a:extLst>
              <a:ext uri="{FF2B5EF4-FFF2-40B4-BE49-F238E27FC236}">
                <a16:creationId xmlns:a16="http://schemas.microsoft.com/office/drawing/2014/main" id="{0BE9E05A-7576-4E09-8783-C592E6CFA4A1}"/>
              </a:ext>
            </a:extLst>
          </p:cNvPr>
          <p:cNvSpPr>
            <a:spLocks noChangeShapeType="1"/>
          </p:cNvSpPr>
          <p:nvPr/>
        </p:nvSpPr>
        <p:spPr bwMode="auto">
          <a:xfrm>
            <a:off x="1128713" y="4959350"/>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6281" name="Line 42">
            <a:extLst>
              <a:ext uri="{FF2B5EF4-FFF2-40B4-BE49-F238E27FC236}">
                <a16:creationId xmlns:a16="http://schemas.microsoft.com/office/drawing/2014/main" id="{D480EF8C-7F1C-42B1-8FF1-A91740D5F929}"/>
              </a:ext>
            </a:extLst>
          </p:cNvPr>
          <p:cNvSpPr>
            <a:spLocks noChangeShapeType="1"/>
          </p:cNvSpPr>
          <p:nvPr/>
        </p:nvSpPr>
        <p:spPr bwMode="auto">
          <a:xfrm>
            <a:off x="5395913" y="1325563"/>
            <a:ext cx="0" cy="4286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6282" name="Group 43">
            <a:extLst>
              <a:ext uri="{FF2B5EF4-FFF2-40B4-BE49-F238E27FC236}">
                <a16:creationId xmlns:a16="http://schemas.microsoft.com/office/drawing/2014/main" id="{D9D2F1E1-A550-4067-A7C4-E43497151144}"/>
              </a:ext>
            </a:extLst>
          </p:cNvPr>
          <p:cNvGrpSpPr>
            <a:grpSpLocks/>
          </p:cNvGrpSpPr>
          <p:nvPr/>
        </p:nvGrpSpPr>
        <p:grpSpPr bwMode="auto">
          <a:xfrm rot="-345382">
            <a:off x="3671888" y="2130425"/>
            <a:ext cx="985837" cy="279400"/>
            <a:chOff x="3840" y="2448"/>
            <a:chExt cx="576" cy="144"/>
          </a:xfrm>
        </p:grpSpPr>
        <p:sp>
          <p:nvSpPr>
            <p:cNvPr id="135" name="AutoShape 44">
              <a:extLst>
                <a:ext uri="{FF2B5EF4-FFF2-40B4-BE49-F238E27FC236}">
                  <a16:creationId xmlns:a16="http://schemas.microsoft.com/office/drawing/2014/main" id="{DE84E5F2-A277-40C6-AFC2-2EAB51BCD9AA}"/>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35" name="Rectangle 45">
              <a:extLst>
                <a:ext uri="{FF2B5EF4-FFF2-40B4-BE49-F238E27FC236}">
                  <a16:creationId xmlns:a16="http://schemas.microsoft.com/office/drawing/2014/main" id="{A0A1E0FB-6872-4347-B9B2-8EEB9DFC12BF}"/>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ACK1</a:t>
              </a:r>
            </a:p>
          </p:txBody>
        </p:sp>
      </p:grpSp>
      <p:grpSp>
        <p:nvGrpSpPr>
          <p:cNvPr id="96283" name="Group 46">
            <a:extLst>
              <a:ext uri="{FF2B5EF4-FFF2-40B4-BE49-F238E27FC236}">
                <a16:creationId xmlns:a16="http://schemas.microsoft.com/office/drawing/2014/main" id="{48968C69-21D4-4084-B1CA-9802C55554D0}"/>
              </a:ext>
            </a:extLst>
          </p:cNvPr>
          <p:cNvGrpSpPr>
            <a:grpSpLocks/>
          </p:cNvGrpSpPr>
          <p:nvPr/>
        </p:nvGrpSpPr>
        <p:grpSpPr bwMode="auto">
          <a:xfrm rot="-345382">
            <a:off x="3671888" y="2536825"/>
            <a:ext cx="985837" cy="279400"/>
            <a:chOff x="3840" y="2448"/>
            <a:chExt cx="576" cy="144"/>
          </a:xfrm>
        </p:grpSpPr>
        <p:sp>
          <p:nvSpPr>
            <p:cNvPr id="138" name="AutoShape 47">
              <a:extLst>
                <a:ext uri="{FF2B5EF4-FFF2-40B4-BE49-F238E27FC236}">
                  <a16:creationId xmlns:a16="http://schemas.microsoft.com/office/drawing/2014/main" id="{56075059-1BB5-4011-9EFC-E157E2FD6D82}"/>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33" name="Rectangle 48">
              <a:extLst>
                <a:ext uri="{FF2B5EF4-FFF2-40B4-BE49-F238E27FC236}">
                  <a16:creationId xmlns:a16="http://schemas.microsoft.com/office/drawing/2014/main" id="{8FE1967D-9725-44B2-9EDE-4802BBAFABF9}"/>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ACK2</a:t>
              </a:r>
            </a:p>
          </p:txBody>
        </p:sp>
      </p:grpSp>
      <p:sp>
        <p:nvSpPr>
          <p:cNvPr id="96284" name="Text Box 49">
            <a:extLst>
              <a:ext uri="{FF2B5EF4-FFF2-40B4-BE49-F238E27FC236}">
                <a16:creationId xmlns:a16="http://schemas.microsoft.com/office/drawing/2014/main" id="{1CC15B01-FE58-488B-89FF-755B6F28E9FC}"/>
              </a:ext>
            </a:extLst>
          </p:cNvPr>
          <p:cNvSpPr txBox="1">
            <a:spLocks noChangeArrowheads="1"/>
          </p:cNvSpPr>
          <p:nvPr/>
        </p:nvSpPr>
        <p:spPr bwMode="auto">
          <a:xfrm>
            <a:off x="5378450" y="1839913"/>
            <a:ext cx="210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ACK1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DATA0</a:t>
            </a:r>
          </a:p>
        </p:txBody>
      </p:sp>
      <p:sp>
        <p:nvSpPr>
          <p:cNvPr id="96285" name="Text Box 50">
            <a:extLst>
              <a:ext uri="{FF2B5EF4-FFF2-40B4-BE49-F238E27FC236}">
                <a16:creationId xmlns:a16="http://schemas.microsoft.com/office/drawing/2014/main" id="{772429C4-BAA5-4994-99DB-290D15C7A3F0}"/>
              </a:ext>
            </a:extLst>
          </p:cNvPr>
          <p:cNvSpPr txBox="1">
            <a:spLocks noChangeArrowheads="1"/>
          </p:cNvSpPr>
          <p:nvPr/>
        </p:nvSpPr>
        <p:spPr bwMode="auto">
          <a:xfrm>
            <a:off x="5395913" y="2232025"/>
            <a:ext cx="2087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ACK2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DATA1</a:t>
            </a:r>
          </a:p>
        </p:txBody>
      </p:sp>
      <p:sp>
        <p:nvSpPr>
          <p:cNvPr id="96286" name="Text Box 51">
            <a:extLst>
              <a:ext uri="{FF2B5EF4-FFF2-40B4-BE49-F238E27FC236}">
                <a16:creationId xmlns:a16="http://schemas.microsoft.com/office/drawing/2014/main" id="{4B7C2ECB-D1F4-4784-AFAD-1D8937B7989A}"/>
              </a:ext>
            </a:extLst>
          </p:cNvPr>
          <p:cNvSpPr txBox="1">
            <a:spLocks noChangeArrowheads="1"/>
          </p:cNvSpPr>
          <p:nvPr/>
        </p:nvSpPr>
        <p:spPr bwMode="auto">
          <a:xfrm>
            <a:off x="5395913" y="2566988"/>
            <a:ext cx="210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ACK3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DATA2</a:t>
            </a:r>
          </a:p>
        </p:txBody>
      </p:sp>
      <p:sp>
        <p:nvSpPr>
          <p:cNvPr id="96287" name="Text Box 52">
            <a:extLst>
              <a:ext uri="{FF2B5EF4-FFF2-40B4-BE49-F238E27FC236}">
                <a16:creationId xmlns:a16="http://schemas.microsoft.com/office/drawing/2014/main" id="{6288D018-386D-4EFB-B058-E914BCE93B11}"/>
              </a:ext>
            </a:extLst>
          </p:cNvPr>
          <p:cNvSpPr txBox="1">
            <a:spLocks noChangeArrowheads="1"/>
          </p:cNvSpPr>
          <p:nvPr/>
        </p:nvSpPr>
        <p:spPr bwMode="auto">
          <a:xfrm>
            <a:off x="5395913" y="2938463"/>
            <a:ext cx="210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ACK4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DATA3</a:t>
            </a:r>
          </a:p>
        </p:txBody>
      </p:sp>
      <p:sp>
        <p:nvSpPr>
          <p:cNvPr id="96288" name="Text Box 53">
            <a:extLst>
              <a:ext uri="{FF2B5EF4-FFF2-40B4-BE49-F238E27FC236}">
                <a16:creationId xmlns:a16="http://schemas.microsoft.com/office/drawing/2014/main" id="{76460F60-D1F8-4E36-AAD3-DA7202509611}"/>
              </a:ext>
            </a:extLst>
          </p:cNvPr>
          <p:cNvSpPr txBox="1">
            <a:spLocks noChangeArrowheads="1"/>
          </p:cNvSpPr>
          <p:nvPr/>
        </p:nvSpPr>
        <p:spPr bwMode="auto">
          <a:xfrm>
            <a:off x="5395913" y="3311525"/>
            <a:ext cx="210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ACK5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DATA4</a:t>
            </a:r>
          </a:p>
        </p:txBody>
      </p:sp>
      <p:sp>
        <p:nvSpPr>
          <p:cNvPr id="96289" name="Text Box 54">
            <a:extLst>
              <a:ext uri="{FF2B5EF4-FFF2-40B4-BE49-F238E27FC236}">
                <a16:creationId xmlns:a16="http://schemas.microsoft.com/office/drawing/2014/main" id="{4377546A-3817-425B-836F-86421037B550}"/>
              </a:ext>
            </a:extLst>
          </p:cNvPr>
          <p:cNvSpPr txBox="1">
            <a:spLocks noChangeArrowheads="1"/>
          </p:cNvSpPr>
          <p:nvPr/>
        </p:nvSpPr>
        <p:spPr bwMode="auto">
          <a:xfrm>
            <a:off x="5395913" y="3684588"/>
            <a:ext cx="210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ACK6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DATA5</a:t>
            </a:r>
          </a:p>
        </p:txBody>
      </p:sp>
      <p:sp>
        <p:nvSpPr>
          <p:cNvPr id="96290" name="Line 55">
            <a:extLst>
              <a:ext uri="{FF2B5EF4-FFF2-40B4-BE49-F238E27FC236}">
                <a16:creationId xmlns:a16="http://schemas.microsoft.com/office/drawing/2014/main" id="{D70A9450-AD83-474C-AC50-16A2BE3543B1}"/>
              </a:ext>
            </a:extLst>
          </p:cNvPr>
          <p:cNvSpPr>
            <a:spLocks noChangeShapeType="1"/>
          </p:cNvSpPr>
          <p:nvPr/>
        </p:nvSpPr>
        <p:spPr bwMode="auto">
          <a:xfrm flipH="1">
            <a:off x="1128713" y="4400550"/>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91" name="Group 56">
            <a:extLst>
              <a:ext uri="{FF2B5EF4-FFF2-40B4-BE49-F238E27FC236}">
                <a16:creationId xmlns:a16="http://schemas.microsoft.com/office/drawing/2014/main" id="{3C652508-4399-4131-A626-C4A19686EF52}"/>
              </a:ext>
            </a:extLst>
          </p:cNvPr>
          <p:cNvGrpSpPr>
            <a:grpSpLocks/>
          </p:cNvGrpSpPr>
          <p:nvPr/>
        </p:nvGrpSpPr>
        <p:grpSpPr bwMode="auto">
          <a:xfrm rot="-345382">
            <a:off x="3671888" y="4400550"/>
            <a:ext cx="985837" cy="279400"/>
            <a:chOff x="3840" y="2448"/>
            <a:chExt cx="576" cy="144"/>
          </a:xfrm>
        </p:grpSpPr>
        <p:sp>
          <p:nvSpPr>
            <p:cNvPr id="148" name="AutoShape 57">
              <a:extLst>
                <a:ext uri="{FF2B5EF4-FFF2-40B4-BE49-F238E27FC236}">
                  <a16:creationId xmlns:a16="http://schemas.microsoft.com/office/drawing/2014/main" id="{9D400A29-0311-477B-B757-07ADB9721455}"/>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31" name="Rectangle 58">
              <a:extLst>
                <a:ext uri="{FF2B5EF4-FFF2-40B4-BE49-F238E27FC236}">
                  <a16:creationId xmlns:a16="http://schemas.microsoft.com/office/drawing/2014/main" id="{A01B9032-899B-4F1B-9F83-952F86814D96}"/>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a:t>
              </a:r>
              <a:r>
                <a:rPr kumimoji="1" lang="zh-CN" altLang="en-US">
                  <a:solidFill>
                    <a:schemeClr val="tx1"/>
                  </a:solidFill>
                  <a:ea typeface="黑体" panose="02010609060101010101" pitchFamily="49" charset="-122"/>
                </a:rPr>
                <a:t>７</a:t>
              </a:r>
            </a:p>
          </p:txBody>
        </p:sp>
      </p:grpSp>
      <p:sp>
        <p:nvSpPr>
          <p:cNvPr id="96292" name="Text Box 59">
            <a:extLst>
              <a:ext uri="{FF2B5EF4-FFF2-40B4-BE49-F238E27FC236}">
                <a16:creationId xmlns:a16="http://schemas.microsoft.com/office/drawing/2014/main" id="{5CD11158-D6A6-4BC7-8001-C87CC87166E4}"/>
              </a:ext>
            </a:extLst>
          </p:cNvPr>
          <p:cNvSpPr txBox="1">
            <a:spLocks noChangeArrowheads="1"/>
          </p:cNvSpPr>
          <p:nvPr/>
        </p:nvSpPr>
        <p:spPr bwMode="auto">
          <a:xfrm>
            <a:off x="5395913" y="4095750"/>
            <a:ext cx="210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ACK7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DATA6</a:t>
            </a:r>
          </a:p>
        </p:txBody>
      </p:sp>
      <p:sp>
        <p:nvSpPr>
          <p:cNvPr id="96293" name="Text Box 60">
            <a:extLst>
              <a:ext uri="{FF2B5EF4-FFF2-40B4-BE49-F238E27FC236}">
                <a16:creationId xmlns:a16="http://schemas.microsoft.com/office/drawing/2014/main" id="{BE352A2D-3D4D-48E9-BCAD-91F30625D20A}"/>
              </a:ext>
            </a:extLst>
          </p:cNvPr>
          <p:cNvSpPr txBox="1">
            <a:spLocks noChangeArrowheads="1"/>
          </p:cNvSpPr>
          <p:nvPr/>
        </p:nvSpPr>
        <p:spPr bwMode="auto">
          <a:xfrm>
            <a:off x="5395913" y="4522788"/>
            <a:ext cx="210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a:solidFill>
                  <a:schemeClr val="tx1"/>
                </a:solidFill>
                <a:ea typeface="黑体" panose="02010609060101010101" pitchFamily="49" charset="-122"/>
              </a:rPr>
              <a:t>ACK8 </a:t>
            </a:r>
            <a:r>
              <a:rPr kumimoji="1" lang="zh-CN" altLang="en-US">
                <a:solidFill>
                  <a:schemeClr val="tx1"/>
                </a:solidFill>
                <a:ea typeface="黑体" panose="02010609060101010101" pitchFamily="49" charset="-122"/>
              </a:rPr>
              <a:t>确认 </a:t>
            </a:r>
            <a:r>
              <a:rPr kumimoji="1" lang="en-US" altLang="zh-CN">
                <a:solidFill>
                  <a:schemeClr val="tx1"/>
                </a:solidFill>
                <a:ea typeface="黑体" panose="02010609060101010101" pitchFamily="49" charset="-122"/>
              </a:rPr>
              <a:t>DATA7</a:t>
            </a:r>
          </a:p>
        </p:txBody>
      </p:sp>
      <p:sp>
        <p:nvSpPr>
          <p:cNvPr id="96294" name="Line 61">
            <a:extLst>
              <a:ext uri="{FF2B5EF4-FFF2-40B4-BE49-F238E27FC236}">
                <a16:creationId xmlns:a16="http://schemas.microsoft.com/office/drawing/2014/main" id="{2A51083D-12F7-47BC-A904-70B048A1630F}"/>
              </a:ext>
            </a:extLst>
          </p:cNvPr>
          <p:cNvSpPr>
            <a:spLocks noChangeShapeType="1"/>
          </p:cNvSpPr>
          <p:nvPr/>
        </p:nvSpPr>
        <p:spPr bwMode="auto">
          <a:xfrm flipH="1">
            <a:off x="1128713" y="4773613"/>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295" name="Group 62">
            <a:extLst>
              <a:ext uri="{FF2B5EF4-FFF2-40B4-BE49-F238E27FC236}">
                <a16:creationId xmlns:a16="http://schemas.microsoft.com/office/drawing/2014/main" id="{A41116E1-76CC-4CF4-AC15-8C5F256D4CBD}"/>
              </a:ext>
            </a:extLst>
          </p:cNvPr>
          <p:cNvGrpSpPr>
            <a:grpSpLocks/>
          </p:cNvGrpSpPr>
          <p:nvPr/>
        </p:nvGrpSpPr>
        <p:grpSpPr bwMode="auto">
          <a:xfrm rot="-345382">
            <a:off x="3671888" y="4773613"/>
            <a:ext cx="985837" cy="279400"/>
            <a:chOff x="3840" y="2448"/>
            <a:chExt cx="576" cy="144"/>
          </a:xfrm>
        </p:grpSpPr>
        <p:sp>
          <p:nvSpPr>
            <p:cNvPr id="154" name="AutoShape 63">
              <a:extLst>
                <a:ext uri="{FF2B5EF4-FFF2-40B4-BE49-F238E27FC236}">
                  <a16:creationId xmlns:a16="http://schemas.microsoft.com/office/drawing/2014/main" id="{0947C4E7-9C39-4971-8DE5-53EE60508BB8}"/>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29" name="Rectangle 64">
              <a:extLst>
                <a:ext uri="{FF2B5EF4-FFF2-40B4-BE49-F238E27FC236}">
                  <a16:creationId xmlns:a16="http://schemas.microsoft.com/office/drawing/2014/main" id="{ED733039-BC31-4EDA-806E-231AF92A6354}"/>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a:t>
              </a:r>
              <a:r>
                <a:rPr kumimoji="1" lang="zh-CN" altLang="en-US">
                  <a:solidFill>
                    <a:schemeClr val="tx1"/>
                  </a:solidFill>
                  <a:ea typeface="黑体" panose="02010609060101010101" pitchFamily="49" charset="-122"/>
                </a:rPr>
                <a:t>８</a:t>
              </a:r>
            </a:p>
          </p:txBody>
        </p:sp>
      </p:grpSp>
      <p:grpSp>
        <p:nvGrpSpPr>
          <p:cNvPr id="96296" name="Group 65">
            <a:extLst>
              <a:ext uri="{FF2B5EF4-FFF2-40B4-BE49-F238E27FC236}">
                <a16:creationId xmlns:a16="http://schemas.microsoft.com/office/drawing/2014/main" id="{DC5ACFED-0A42-4CB8-8C48-D962D87F5462}"/>
              </a:ext>
            </a:extLst>
          </p:cNvPr>
          <p:cNvGrpSpPr>
            <a:grpSpLocks/>
          </p:cNvGrpSpPr>
          <p:nvPr/>
        </p:nvGrpSpPr>
        <p:grpSpPr bwMode="auto">
          <a:xfrm rot="344460">
            <a:off x="1538288" y="4959350"/>
            <a:ext cx="1724025" cy="279400"/>
            <a:chOff x="3024" y="1776"/>
            <a:chExt cx="1008" cy="144"/>
          </a:xfrm>
        </p:grpSpPr>
        <p:sp>
          <p:nvSpPr>
            <p:cNvPr id="96326" name="Rectangle 66">
              <a:extLst>
                <a:ext uri="{FF2B5EF4-FFF2-40B4-BE49-F238E27FC236}">
                  <a16:creationId xmlns:a16="http://schemas.microsoft.com/office/drawing/2014/main" id="{C8FE4BE2-8668-4C82-BF16-414DDC16D96F}"/>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a:t>
              </a:r>
              <a:r>
                <a:rPr kumimoji="1" lang="zh-CN" altLang="en-US">
                  <a:solidFill>
                    <a:schemeClr val="tx1"/>
                  </a:solidFill>
                  <a:ea typeface="黑体" panose="02010609060101010101" pitchFamily="49" charset="-122"/>
                </a:rPr>
                <a:t>９</a:t>
              </a:r>
            </a:p>
          </p:txBody>
        </p:sp>
        <p:sp>
          <p:nvSpPr>
            <p:cNvPr id="158" name="AutoShape 67">
              <a:extLst>
                <a:ext uri="{FF2B5EF4-FFF2-40B4-BE49-F238E27FC236}">
                  <a16:creationId xmlns:a16="http://schemas.microsoft.com/office/drawing/2014/main" id="{8A631EF2-84CF-4D57-BE7E-2378A19B6626}"/>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grpSp>
        <p:nvGrpSpPr>
          <p:cNvPr id="96297" name="Group 68">
            <a:extLst>
              <a:ext uri="{FF2B5EF4-FFF2-40B4-BE49-F238E27FC236}">
                <a16:creationId xmlns:a16="http://schemas.microsoft.com/office/drawing/2014/main" id="{E1F9BD16-08A0-4234-871E-DD79410CC994}"/>
              </a:ext>
            </a:extLst>
          </p:cNvPr>
          <p:cNvGrpSpPr>
            <a:grpSpLocks/>
          </p:cNvGrpSpPr>
          <p:nvPr/>
        </p:nvGrpSpPr>
        <p:grpSpPr bwMode="auto">
          <a:xfrm rot="344460">
            <a:off x="1538288" y="4586288"/>
            <a:ext cx="1724025" cy="279400"/>
            <a:chOff x="3024" y="1776"/>
            <a:chExt cx="1008" cy="144"/>
          </a:xfrm>
        </p:grpSpPr>
        <p:sp>
          <p:nvSpPr>
            <p:cNvPr id="96324" name="Rectangle 69">
              <a:extLst>
                <a:ext uri="{FF2B5EF4-FFF2-40B4-BE49-F238E27FC236}">
                  <a16:creationId xmlns:a16="http://schemas.microsoft.com/office/drawing/2014/main" id="{ADF35342-289A-45BC-A2EB-B5C72D3FE9A3}"/>
                </a:ext>
              </a:extLst>
            </p:cNvPr>
            <p:cNvSpPr>
              <a:spLocks noChangeArrowheads="1"/>
            </p:cNvSpPr>
            <p:nvPr/>
          </p:nvSpPr>
          <p:spPr bwMode="auto">
            <a:xfrm>
              <a:off x="3024" y="1776"/>
              <a:ext cx="864" cy="144"/>
            </a:xfrm>
            <a:prstGeom prst="rect">
              <a:avLst/>
            </a:prstGeom>
            <a:solidFill>
              <a:srgbClr val="FAFAB2"/>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DATA</a:t>
              </a:r>
              <a:r>
                <a:rPr kumimoji="1" lang="zh-CN" altLang="en-US">
                  <a:solidFill>
                    <a:schemeClr val="tx1"/>
                  </a:solidFill>
                  <a:ea typeface="黑体" panose="02010609060101010101" pitchFamily="49" charset="-122"/>
                </a:rPr>
                <a:t>８</a:t>
              </a:r>
            </a:p>
          </p:txBody>
        </p:sp>
        <p:sp>
          <p:nvSpPr>
            <p:cNvPr id="161" name="AutoShape 70">
              <a:extLst>
                <a:ext uri="{FF2B5EF4-FFF2-40B4-BE49-F238E27FC236}">
                  <a16:creationId xmlns:a16="http://schemas.microsoft.com/office/drawing/2014/main" id="{12D042EB-A5F0-4C46-901D-1BF3250E872E}"/>
                </a:ext>
              </a:extLst>
            </p:cNvPr>
            <p:cNvSpPr>
              <a:spLocks noChangeArrowheads="1"/>
            </p:cNvSpPr>
            <p:nvPr/>
          </p:nvSpPr>
          <p:spPr bwMode="auto">
            <a:xfrm>
              <a:off x="3887" y="1776"/>
              <a:ext cx="144" cy="144"/>
            </a:xfrm>
            <a:prstGeom prst="rightArrow">
              <a:avLst>
                <a:gd name="adj1" fmla="val 50000"/>
                <a:gd name="adj2" fmla="val 25000"/>
              </a:avLst>
            </a:prstGeom>
            <a:solidFill>
              <a:srgbClr val="FAFAB2"/>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grpSp>
      <p:sp>
        <p:nvSpPr>
          <p:cNvPr id="96298" name="Line 71">
            <a:extLst>
              <a:ext uri="{FF2B5EF4-FFF2-40B4-BE49-F238E27FC236}">
                <a16:creationId xmlns:a16="http://schemas.microsoft.com/office/drawing/2014/main" id="{5CC9AB5A-C778-4B1D-B079-FA68A9F7A124}"/>
              </a:ext>
            </a:extLst>
          </p:cNvPr>
          <p:cNvSpPr>
            <a:spLocks noChangeShapeType="1"/>
          </p:cNvSpPr>
          <p:nvPr/>
        </p:nvSpPr>
        <p:spPr bwMode="auto">
          <a:xfrm flipH="1">
            <a:off x="817563" y="2339975"/>
            <a:ext cx="0" cy="1490663"/>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96299" name="Line 72">
            <a:extLst>
              <a:ext uri="{FF2B5EF4-FFF2-40B4-BE49-F238E27FC236}">
                <a16:creationId xmlns:a16="http://schemas.microsoft.com/office/drawing/2014/main" id="{748B8C6D-1EEA-461F-ABE6-3B62BB72D46F}"/>
              </a:ext>
            </a:extLst>
          </p:cNvPr>
          <p:cNvSpPr>
            <a:spLocks noChangeShapeType="1"/>
          </p:cNvSpPr>
          <p:nvPr/>
        </p:nvSpPr>
        <p:spPr bwMode="auto">
          <a:xfrm>
            <a:off x="636588" y="2351088"/>
            <a:ext cx="4921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0" name="Line 73">
            <a:extLst>
              <a:ext uri="{FF2B5EF4-FFF2-40B4-BE49-F238E27FC236}">
                <a16:creationId xmlns:a16="http://schemas.microsoft.com/office/drawing/2014/main" id="{60D458B6-F607-4F7C-961E-81F2CACA7041}"/>
              </a:ext>
            </a:extLst>
          </p:cNvPr>
          <p:cNvSpPr>
            <a:spLocks noChangeShapeType="1"/>
          </p:cNvSpPr>
          <p:nvPr/>
        </p:nvSpPr>
        <p:spPr bwMode="auto">
          <a:xfrm>
            <a:off x="646113" y="3841750"/>
            <a:ext cx="482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1" name="Text Box 74">
            <a:extLst>
              <a:ext uri="{FF2B5EF4-FFF2-40B4-BE49-F238E27FC236}">
                <a16:creationId xmlns:a16="http://schemas.microsoft.com/office/drawing/2014/main" id="{CF2BE07E-16BF-438E-A381-006CCAEC9559}"/>
              </a:ext>
            </a:extLst>
          </p:cNvPr>
          <p:cNvSpPr txBox="1">
            <a:spLocks noChangeArrowheads="1"/>
          </p:cNvSpPr>
          <p:nvPr/>
        </p:nvSpPr>
        <p:spPr bwMode="auto">
          <a:xfrm>
            <a:off x="179388" y="2151063"/>
            <a:ext cx="415925"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a:solidFill>
                  <a:schemeClr val="tx1"/>
                </a:solidFill>
                <a:ea typeface="黑体" panose="02010609060101010101" pitchFamily="49" charset="-122"/>
              </a:rPr>
              <a:t>超</a:t>
            </a:r>
          </a:p>
          <a:p>
            <a:r>
              <a:rPr kumimoji="1" lang="zh-CN" altLang="en-US">
                <a:solidFill>
                  <a:schemeClr val="tx1"/>
                </a:solidFill>
                <a:ea typeface="黑体" panose="02010609060101010101" pitchFamily="49" charset="-122"/>
              </a:rPr>
              <a:t>时</a:t>
            </a:r>
          </a:p>
          <a:p>
            <a:r>
              <a:rPr kumimoji="1" lang="zh-CN" altLang="en-US">
                <a:solidFill>
                  <a:schemeClr val="tx1"/>
                </a:solidFill>
                <a:ea typeface="黑体" panose="02010609060101010101" pitchFamily="49" charset="-122"/>
              </a:rPr>
              <a:t>重</a:t>
            </a:r>
          </a:p>
          <a:p>
            <a:r>
              <a:rPr kumimoji="1" lang="zh-CN" altLang="en-US">
                <a:solidFill>
                  <a:schemeClr val="tx1"/>
                </a:solidFill>
                <a:ea typeface="黑体" panose="02010609060101010101" pitchFamily="49" charset="-122"/>
              </a:rPr>
              <a:t>传</a:t>
            </a:r>
          </a:p>
          <a:p>
            <a:r>
              <a:rPr kumimoji="1" lang="zh-CN" altLang="en-US">
                <a:solidFill>
                  <a:schemeClr val="tx1"/>
                </a:solidFill>
                <a:ea typeface="黑体" panose="02010609060101010101" pitchFamily="49" charset="-122"/>
              </a:rPr>
              <a:t>时</a:t>
            </a:r>
          </a:p>
          <a:p>
            <a:r>
              <a:rPr kumimoji="1" lang="zh-CN" altLang="en-US">
                <a:solidFill>
                  <a:schemeClr val="tx1"/>
                </a:solidFill>
                <a:ea typeface="黑体" panose="02010609060101010101" pitchFamily="49" charset="-122"/>
              </a:rPr>
              <a:t>间</a:t>
            </a:r>
          </a:p>
        </p:txBody>
      </p:sp>
      <p:sp>
        <p:nvSpPr>
          <p:cNvPr id="96302" name="Text Box 75">
            <a:extLst>
              <a:ext uri="{FF2B5EF4-FFF2-40B4-BE49-F238E27FC236}">
                <a16:creationId xmlns:a16="http://schemas.microsoft.com/office/drawing/2014/main" id="{45B9E350-DFF9-46B5-A83F-DC9C839B1329}"/>
              </a:ext>
            </a:extLst>
          </p:cNvPr>
          <p:cNvSpPr txBox="1">
            <a:spLocks noChangeArrowheads="1"/>
          </p:cNvSpPr>
          <p:nvPr/>
        </p:nvSpPr>
        <p:spPr bwMode="auto">
          <a:xfrm>
            <a:off x="1116013" y="121920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b="1">
                <a:solidFill>
                  <a:schemeClr val="tx1"/>
                </a:solidFill>
                <a:ea typeface="黑体" panose="02010609060101010101" pitchFamily="49" charset="-122"/>
              </a:rPr>
              <a:t>A</a:t>
            </a:r>
          </a:p>
        </p:txBody>
      </p:sp>
      <p:sp>
        <p:nvSpPr>
          <p:cNvPr id="96303" name="Text Box 76">
            <a:extLst>
              <a:ext uri="{FF2B5EF4-FFF2-40B4-BE49-F238E27FC236}">
                <a16:creationId xmlns:a16="http://schemas.microsoft.com/office/drawing/2014/main" id="{9C81AF87-4CCF-4F0F-A0F1-265CC9327B03}"/>
              </a:ext>
            </a:extLst>
          </p:cNvPr>
          <p:cNvSpPr txBox="1">
            <a:spLocks noChangeArrowheads="1"/>
          </p:cNvSpPr>
          <p:nvPr/>
        </p:nvSpPr>
        <p:spPr bwMode="auto">
          <a:xfrm>
            <a:off x="5003800" y="121920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b="1">
                <a:solidFill>
                  <a:schemeClr val="tx1"/>
                </a:solidFill>
                <a:ea typeface="黑体" panose="02010609060101010101" pitchFamily="49" charset="-122"/>
              </a:rPr>
              <a:t>B</a:t>
            </a:r>
          </a:p>
        </p:txBody>
      </p:sp>
      <p:sp>
        <p:nvSpPr>
          <p:cNvPr id="96304" name="Rectangle 77">
            <a:extLst>
              <a:ext uri="{FF2B5EF4-FFF2-40B4-BE49-F238E27FC236}">
                <a16:creationId xmlns:a16="http://schemas.microsoft.com/office/drawing/2014/main" id="{3E480995-F187-4544-A8EF-3E943C96A16E}"/>
              </a:ext>
            </a:extLst>
          </p:cNvPr>
          <p:cNvSpPr>
            <a:spLocks noChangeArrowheads="1"/>
          </p:cNvSpPr>
          <p:nvPr/>
        </p:nvSpPr>
        <p:spPr bwMode="auto">
          <a:xfrm>
            <a:off x="735013" y="3003550"/>
            <a:ext cx="296862" cy="231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96305" name="Text Box 78">
            <a:extLst>
              <a:ext uri="{FF2B5EF4-FFF2-40B4-BE49-F238E27FC236}">
                <a16:creationId xmlns:a16="http://schemas.microsoft.com/office/drawing/2014/main" id="{B0A6330C-23BA-4A1B-A228-966DE1379ACD}"/>
              </a:ext>
            </a:extLst>
          </p:cNvPr>
          <p:cNvSpPr txBox="1">
            <a:spLocks noChangeArrowheads="1"/>
          </p:cNvSpPr>
          <p:nvPr/>
        </p:nvSpPr>
        <p:spPr bwMode="auto">
          <a:xfrm>
            <a:off x="652463" y="2846388"/>
            <a:ext cx="458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i="1">
                <a:solidFill>
                  <a:schemeClr val="tx1"/>
                </a:solidFill>
                <a:ea typeface="黑体" panose="02010609060101010101" pitchFamily="49" charset="-122"/>
              </a:rPr>
              <a:t>t</a:t>
            </a:r>
            <a:r>
              <a:rPr kumimoji="1" lang="en-US" altLang="zh-CN" i="1" baseline="-25000">
                <a:solidFill>
                  <a:schemeClr val="tx1"/>
                </a:solidFill>
                <a:ea typeface="黑体" panose="02010609060101010101" pitchFamily="49" charset="-122"/>
              </a:rPr>
              <a:t>out</a:t>
            </a:r>
          </a:p>
        </p:txBody>
      </p:sp>
      <p:sp>
        <p:nvSpPr>
          <p:cNvPr id="96306" name="AutoShape 79">
            <a:extLst>
              <a:ext uri="{FF2B5EF4-FFF2-40B4-BE49-F238E27FC236}">
                <a16:creationId xmlns:a16="http://schemas.microsoft.com/office/drawing/2014/main" id="{D8689B42-53E4-4540-ACD4-0050ABBA6B5C}"/>
              </a:ext>
            </a:extLst>
          </p:cNvPr>
          <p:cNvSpPr>
            <a:spLocks/>
          </p:cNvSpPr>
          <p:nvPr/>
        </p:nvSpPr>
        <p:spPr bwMode="auto">
          <a:xfrm flipH="1">
            <a:off x="7483475" y="1981200"/>
            <a:ext cx="288925" cy="3424238"/>
          </a:xfrm>
          <a:prstGeom prst="leftBrace">
            <a:avLst>
              <a:gd name="adj1" fmla="val 98764"/>
              <a:gd name="adj2" fmla="val 50000"/>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kumimoji="1" lang="zh-CN" altLang="en-US" sz="2400">
              <a:solidFill>
                <a:schemeClr val="tx1"/>
              </a:solidFill>
              <a:latin typeface="Times New Roman" panose="02020603050405020304" pitchFamily="18" charset="0"/>
            </a:endParaRPr>
          </a:p>
        </p:txBody>
      </p:sp>
      <p:sp>
        <p:nvSpPr>
          <p:cNvPr id="96307" name="Text Box 80">
            <a:extLst>
              <a:ext uri="{FF2B5EF4-FFF2-40B4-BE49-F238E27FC236}">
                <a16:creationId xmlns:a16="http://schemas.microsoft.com/office/drawing/2014/main" id="{30772090-509E-435C-A2B8-4A06FE299492}"/>
              </a:ext>
            </a:extLst>
          </p:cNvPr>
          <p:cNvSpPr txBox="1">
            <a:spLocks noChangeArrowheads="1"/>
          </p:cNvSpPr>
          <p:nvPr/>
        </p:nvSpPr>
        <p:spPr bwMode="auto">
          <a:xfrm>
            <a:off x="7848600" y="3581400"/>
            <a:ext cx="1098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zh-CN" altLang="en-US">
                <a:solidFill>
                  <a:schemeClr val="tx1"/>
                </a:solidFill>
                <a:ea typeface="黑体" panose="02010609060101010101" pitchFamily="49" charset="-122"/>
              </a:rPr>
              <a:t>送交主机</a:t>
            </a:r>
          </a:p>
        </p:txBody>
      </p:sp>
      <p:sp>
        <p:nvSpPr>
          <p:cNvPr id="96308" name="Text Box 82">
            <a:extLst>
              <a:ext uri="{FF2B5EF4-FFF2-40B4-BE49-F238E27FC236}">
                <a16:creationId xmlns:a16="http://schemas.microsoft.com/office/drawing/2014/main" id="{B9402D1F-F873-4800-87D1-32EC221BF92D}"/>
              </a:ext>
            </a:extLst>
          </p:cNvPr>
          <p:cNvSpPr txBox="1">
            <a:spLocks noChangeArrowheads="1"/>
          </p:cNvSpPr>
          <p:nvPr/>
        </p:nvSpPr>
        <p:spPr bwMode="auto">
          <a:xfrm rot="5400000">
            <a:off x="6369050" y="5029200"/>
            <a:ext cx="542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kumimoji="1" lang="en-US" altLang="zh-CN" sz="2800">
                <a:solidFill>
                  <a:schemeClr val="tx1"/>
                </a:solidFill>
                <a:ea typeface="黑体" panose="02010609060101010101" pitchFamily="49" charset="-122"/>
              </a:rPr>
              <a:t>…</a:t>
            </a:r>
          </a:p>
        </p:txBody>
      </p:sp>
      <p:grpSp>
        <p:nvGrpSpPr>
          <p:cNvPr id="96309" name="Group 85">
            <a:extLst>
              <a:ext uri="{FF2B5EF4-FFF2-40B4-BE49-F238E27FC236}">
                <a16:creationId xmlns:a16="http://schemas.microsoft.com/office/drawing/2014/main" id="{3A2EEE1B-C961-4054-AA26-707C67DBE3FF}"/>
              </a:ext>
            </a:extLst>
          </p:cNvPr>
          <p:cNvGrpSpPr>
            <a:grpSpLocks/>
          </p:cNvGrpSpPr>
          <p:nvPr/>
        </p:nvGrpSpPr>
        <p:grpSpPr bwMode="auto">
          <a:xfrm rot="-345382">
            <a:off x="3671888" y="3230563"/>
            <a:ext cx="985837" cy="279400"/>
            <a:chOff x="3840" y="2448"/>
            <a:chExt cx="576" cy="144"/>
          </a:xfrm>
        </p:grpSpPr>
        <p:sp>
          <p:nvSpPr>
            <p:cNvPr id="174" name="AutoShape 86">
              <a:extLst>
                <a:ext uri="{FF2B5EF4-FFF2-40B4-BE49-F238E27FC236}">
                  <a16:creationId xmlns:a16="http://schemas.microsoft.com/office/drawing/2014/main" id="{DFD1B0E3-AAEC-469E-9FD4-06A66F3BF9CF}"/>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23" name="Rectangle 87">
              <a:extLst>
                <a:ext uri="{FF2B5EF4-FFF2-40B4-BE49-F238E27FC236}">
                  <a16:creationId xmlns:a16="http://schemas.microsoft.com/office/drawing/2014/main" id="{E667C706-6A38-4BD9-9013-06063DB075C2}"/>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a:t>
              </a:r>
              <a:r>
                <a:rPr kumimoji="1" lang="zh-CN" altLang="en-US">
                  <a:solidFill>
                    <a:schemeClr val="tx1"/>
                  </a:solidFill>
                  <a:ea typeface="黑体" panose="02010609060101010101" pitchFamily="49" charset="-122"/>
                </a:rPr>
                <a:t>４</a:t>
              </a:r>
            </a:p>
          </p:txBody>
        </p:sp>
      </p:grpSp>
      <p:grpSp>
        <p:nvGrpSpPr>
          <p:cNvPr id="96310" name="Group 88">
            <a:extLst>
              <a:ext uri="{FF2B5EF4-FFF2-40B4-BE49-F238E27FC236}">
                <a16:creationId xmlns:a16="http://schemas.microsoft.com/office/drawing/2014/main" id="{37401B71-998F-4BF5-82AB-BECEAFC657ED}"/>
              </a:ext>
            </a:extLst>
          </p:cNvPr>
          <p:cNvGrpSpPr>
            <a:grpSpLocks/>
          </p:cNvGrpSpPr>
          <p:nvPr/>
        </p:nvGrpSpPr>
        <p:grpSpPr bwMode="auto">
          <a:xfrm rot="-345382">
            <a:off x="3671888" y="3621088"/>
            <a:ext cx="985837" cy="279400"/>
            <a:chOff x="3840" y="2448"/>
            <a:chExt cx="576" cy="144"/>
          </a:xfrm>
        </p:grpSpPr>
        <p:sp>
          <p:nvSpPr>
            <p:cNvPr id="177" name="AutoShape 89">
              <a:extLst>
                <a:ext uri="{FF2B5EF4-FFF2-40B4-BE49-F238E27FC236}">
                  <a16:creationId xmlns:a16="http://schemas.microsoft.com/office/drawing/2014/main" id="{29930800-C042-4AAF-8301-AE7A78A99A79}"/>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21" name="Rectangle 90">
              <a:extLst>
                <a:ext uri="{FF2B5EF4-FFF2-40B4-BE49-F238E27FC236}">
                  <a16:creationId xmlns:a16="http://schemas.microsoft.com/office/drawing/2014/main" id="{1B5658C4-DFEE-4225-BF67-4514B5A26AB6}"/>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a:t>
              </a:r>
              <a:r>
                <a:rPr kumimoji="1" lang="zh-CN" altLang="en-US">
                  <a:solidFill>
                    <a:schemeClr val="tx1"/>
                  </a:solidFill>
                  <a:ea typeface="黑体" panose="02010609060101010101" pitchFamily="49" charset="-122"/>
                </a:rPr>
                <a:t>５</a:t>
              </a:r>
            </a:p>
          </p:txBody>
        </p:sp>
      </p:grpSp>
      <p:grpSp>
        <p:nvGrpSpPr>
          <p:cNvPr id="96311" name="Group 91">
            <a:extLst>
              <a:ext uri="{FF2B5EF4-FFF2-40B4-BE49-F238E27FC236}">
                <a16:creationId xmlns:a16="http://schemas.microsoft.com/office/drawing/2014/main" id="{5877CB50-ABAD-40BD-8C66-C97395D35BED}"/>
              </a:ext>
            </a:extLst>
          </p:cNvPr>
          <p:cNvGrpSpPr>
            <a:grpSpLocks/>
          </p:cNvGrpSpPr>
          <p:nvPr/>
        </p:nvGrpSpPr>
        <p:grpSpPr bwMode="auto">
          <a:xfrm rot="-345382">
            <a:off x="3671888" y="3987800"/>
            <a:ext cx="985837" cy="279400"/>
            <a:chOff x="3840" y="2448"/>
            <a:chExt cx="576" cy="144"/>
          </a:xfrm>
        </p:grpSpPr>
        <p:sp>
          <p:nvSpPr>
            <p:cNvPr id="180" name="AutoShape 92">
              <a:extLst>
                <a:ext uri="{FF2B5EF4-FFF2-40B4-BE49-F238E27FC236}">
                  <a16:creationId xmlns:a16="http://schemas.microsoft.com/office/drawing/2014/main" id="{911778F5-6EF8-465C-8F4F-02F2764C8FBC}"/>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19" name="Rectangle 93">
              <a:extLst>
                <a:ext uri="{FF2B5EF4-FFF2-40B4-BE49-F238E27FC236}">
                  <a16:creationId xmlns:a16="http://schemas.microsoft.com/office/drawing/2014/main" id="{07503116-05DA-476E-B163-8F5897D03B9E}"/>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a:t>
              </a:r>
              <a:r>
                <a:rPr kumimoji="1" lang="zh-CN" altLang="en-US">
                  <a:solidFill>
                    <a:schemeClr val="tx1"/>
                  </a:solidFill>
                  <a:ea typeface="黑体" panose="02010609060101010101" pitchFamily="49" charset="-122"/>
                </a:rPr>
                <a:t>６</a:t>
              </a:r>
            </a:p>
          </p:txBody>
        </p:sp>
      </p:grpSp>
      <p:sp>
        <p:nvSpPr>
          <p:cNvPr id="96312" name="Line 94">
            <a:extLst>
              <a:ext uri="{FF2B5EF4-FFF2-40B4-BE49-F238E27FC236}">
                <a16:creationId xmlns:a16="http://schemas.microsoft.com/office/drawing/2014/main" id="{DB26012F-B702-4161-A676-0057E6244921}"/>
              </a:ext>
            </a:extLst>
          </p:cNvPr>
          <p:cNvSpPr>
            <a:spLocks noChangeShapeType="1"/>
          </p:cNvSpPr>
          <p:nvPr/>
        </p:nvSpPr>
        <p:spPr bwMode="auto">
          <a:xfrm>
            <a:off x="1128713" y="1233488"/>
            <a:ext cx="0" cy="4378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3" name="Line 96">
            <a:extLst>
              <a:ext uri="{FF2B5EF4-FFF2-40B4-BE49-F238E27FC236}">
                <a16:creationId xmlns:a16="http://schemas.microsoft.com/office/drawing/2014/main" id="{6D07E574-4F3D-426B-A871-7B48EA1A2B9A}"/>
              </a:ext>
            </a:extLst>
          </p:cNvPr>
          <p:cNvSpPr>
            <a:spLocks noChangeShapeType="1"/>
          </p:cNvSpPr>
          <p:nvPr/>
        </p:nvSpPr>
        <p:spPr bwMode="auto">
          <a:xfrm flipH="1">
            <a:off x="1143000" y="2886075"/>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6314" name="Group 97">
            <a:extLst>
              <a:ext uri="{FF2B5EF4-FFF2-40B4-BE49-F238E27FC236}">
                <a16:creationId xmlns:a16="http://schemas.microsoft.com/office/drawing/2014/main" id="{F622197E-F517-4ECF-8D1E-E490F99C8C88}"/>
              </a:ext>
            </a:extLst>
          </p:cNvPr>
          <p:cNvGrpSpPr>
            <a:grpSpLocks/>
          </p:cNvGrpSpPr>
          <p:nvPr/>
        </p:nvGrpSpPr>
        <p:grpSpPr bwMode="auto">
          <a:xfrm rot="-345382">
            <a:off x="3686175" y="2886075"/>
            <a:ext cx="985838" cy="279400"/>
            <a:chOff x="3840" y="2448"/>
            <a:chExt cx="576" cy="144"/>
          </a:xfrm>
        </p:grpSpPr>
        <p:sp>
          <p:nvSpPr>
            <p:cNvPr id="185" name="AutoShape 98">
              <a:extLst>
                <a:ext uri="{FF2B5EF4-FFF2-40B4-BE49-F238E27FC236}">
                  <a16:creationId xmlns:a16="http://schemas.microsoft.com/office/drawing/2014/main" id="{9C4E2280-CEC5-4052-86E6-793DD518422C}"/>
                </a:ext>
              </a:extLst>
            </p:cNvPr>
            <p:cNvSpPr>
              <a:spLocks noChangeArrowheads="1"/>
            </p:cNvSpPr>
            <p:nvPr/>
          </p:nvSpPr>
          <p:spPr bwMode="auto">
            <a:xfrm flipH="1">
              <a:off x="3840" y="2448"/>
              <a:ext cx="144" cy="144"/>
            </a:xfrm>
            <a:prstGeom prst="rightArrow">
              <a:avLst>
                <a:gd name="adj1" fmla="val 50000"/>
                <a:gd name="adj2" fmla="val 25000"/>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lang="zh-CN" altLang="en-US"/>
            </a:p>
          </p:txBody>
        </p:sp>
        <p:sp>
          <p:nvSpPr>
            <p:cNvPr id="96317" name="Rectangle 99">
              <a:extLst>
                <a:ext uri="{FF2B5EF4-FFF2-40B4-BE49-F238E27FC236}">
                  <a16:creationId xmlns:a16="http://schemas.microsoft.com/office/drawing/2014/main" id="{5ACC2464-8461-4DAF-B07C-7775967824D1}"/>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en-US" altLang="zh-CN">
                  <a:solidFill>
                    <a:schemeClr val="tx1"/>
                  </a:solidFill>
                  <a:ea typeface="黑体" panose="02010609060101010101" pitchFamily="49" charset="-122"/>
                </a:rPr>
                <a:t>ACK</a:t>
              </a:r>
              <a:r>
                <a:rPr kumimoji="1" lang="zh-CN" altLang="en-US">
                  <a:solidFill>
                    <a:schemeClr val="tx1"/>
                  </a:solidFill>
                  <a:ea typeface="黑体" panose="02010609060101010101" pitchFamily="49" charset="-122"/>
                </a:rPr>
                <a:t>３</a:t>
              </a:r>
            </a:p>
          </p:txBody>
        </p:sp>
      </p:grpSp>
      <p:sp>
        <p:nvSpPr>
          <p:cNvPr id="96315" name="Text Box 100">
            <a:extLst>
              <a:ext uri="{FF2B5EF4-FFF2-40B4-BE49-F238E27FC236}">
                <a16:creationId xmlns:a16="http://schemas.microsoft.com/office/drawing/2014/main" id="{6437285C-6B67-4E5A-9CE9-7670AEC562F9}"/>
              </a:ext>
            </a:extLst>
          </p:cNvPr>
          <p:cNvSpPr txBox="1">
            <a:spLocks noChangeArrowheads="1"/>
          </p:cNvSpPr>
          <p:nvPr/>
        </p:nvSpPr>
        <p:spPr bwMode="auto">
          <a:xfrm>
            <a:off x="24384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sz="2400" b="1">
                <a:solidFill>
                  <a:srgbClr val="C00000"/>
                </a:solidFill>
                <a:latin typeface="Times New Roman" panose="02020603050405020304" pitchFamily="18" charset="0"/>
                <a:ea typeface="仿宋_GB2312" pitchFamily="49" charset="-122"/>
              </a:rPr>
              <a:t>正　常　通　信</a:t>
            </a:r>
          </a:p>
        </p:txBody>
      </p:sp>
    </p:spTree>
  </p:cSld>
  <p:clrMapOvr>
    <a:masterClrMapping/>
  </p:clrMapOvr>
  <p:transition spd="slow">
    <p:randomBar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直接连接符 314369">
            <a:extLst>
              <a:ext uri="{FF2B5EF4-FFF2-40B4-BE49-F238E27FC236}">
                <a16:creationId xmlns:a16="http://schemas.microsoft.com/office/drawing/2014/main" id="{2AC71916-05D5-47CA-B937-19B7B225C9D4}"/>
              </a:ext>
            </a:extLst>
          </p:cNvPr>
          <p:cNvSpPr>
            <a:spLocks noChangeShapeType="1"/>
          </p:cNvSpPr>
          <p:nvPr/>
        </p:nvSpPr>
        <p:spPr bwMode="auto">
          <a:xfrm flipH="1">
            <a:off x="1128713" y="3254375"/>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7283" name="直接连接符 314370">
            <a:extLst>
              <a:ext uri="{FF2B5EF4-FFF2-40B4-BE49-F238E27FC236}">
                <a16:creationId xmlns:a16="http://schemas.microsoft.com/office/drawing/2014/main" id="{72182DE0-3294-49E6-BAB6-B3443499A9F1}"/>
              </a:ext>
            </a:extLst>
          </p:cNvPr>
          <p:cNvSpPr>
            <a:spLocks noChangeShapeType="1"/>
          </p:cNvSpPr>
          <p:nvPr/>
        </p:nvSpPr>
        <p:spPr bwMode="auto">
          <a:xfrm flipH="1">
            <a:off x="1128713" y="3633788"/>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7284" name="直接连接符 314371">
            <a:extLst>
              <a:ext uri="{FF2B5EF4-FFF2-40B4-BE49-F238E27FC236}">
                <a16:creationId xmlns:a16="http://schemas.microsoft.com/office/drawing/2014/main" id="{4BE7E16D-38B5-47B6-8E66-D6304294303F}"/>
              </a:ext>
            </a:extLst>
          </p:cNvPr>
          <p:cNvSpPr>
            <a:spLocks noChangeShapeType="1"/>
          </p:cNvSpPr>
          <p:nvPr/>
        </p:nvSpPr>
        <p:spPr bwMode="auto">
          <a:xfrm flipH="1">
            <a:off x="1128713" y="4014788"/>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7285" name="直接连接符 314372">
            <a:extLst>
              <a:ext uri="{FF2B5EF4-FFF2-40B4-BE49-F238E27FC236}">
                <a16:creationId xmlns:a16="http://schemas.microsoft.com/office/drawing/2014/main" id="{E5A8E311-CF1A-4E14-A8F3-1C47D0C3C197}"/>
              </a:ext>
            </a:extLst>
          </p:cNvPr>
          <p:cNvSpPr>
            <a:spLocks noChangeShapeType="1"/>
          </p:cNvSpPr>
          <p:nvPr/>
        </p:nvSpPr>
        <p:spPr bwMode="auto">
          <a:xfrm flipH="1">
            <a:off x="1128713" y="2544763"/>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7286" name="直接连接符 314373">
            <a:extLst>
              <a:ext uri="{FF2B5EF4-FFF2-40B4-BE49-F238E27FC236}">
                <a16:creationId xmlns:a16="http://schemas.microsoft.com/office/drawing/2014/main" id="{3589BA9E-9244-4E3B-B291-FACCE9C2C03E}"/>
              </a:ext>
            </a:extLst>
          </p:cNvPr>
          <p:cNvSpPr>
            <a:spLocks noChangeShapeType="1"/>
          </p:cNvSpPr>
          <p:nvPr/>
        </p:nvSpPr>
        <p:spPr bwMode="auto">
          <a:xfrm>
            <a:off x="1128713" y="1612900"/>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287" name="组合 314374">
            <a:extLst>
              <a:ext uri="{FF2B5EF4-FFF2-40B4-BE49-F238E27FC236}">
                <a16:creationId xmlns:a16="http://schemas.microsoft.com/office/drawing/2014/main" id="{32540FA2-AB94-432B-B18E-9341C2088964}"/>
              </a:ext>
            </a:extLst>
          </p:cNvPr>
          <p:cNvGrpSpPr>
            <a:grpSpLocks/>
          </p:cNvGrpSpPr>
          <p:nvPr/>
        </p:nvGrpSpPr>
        <p:grpSpPr bwMode="auto">
          <a:xfrm rot="344460">
            <a:off x="1538288" y="1612900"/>
            <a:ext cx="1724025" cy="279400"/>
            <a:chOff x="3024" y="1776"/>
            <a:chExt cx="1008" cy="144"/>
          </a:xfrm>
        </p:grpSpPr>
        <p:sp>
          <p:nvSpPr>
            <p:cNvPr id="97373" name="矩形 314375">
              <a:extLst>
                <a:ext uri="{FF2B5EF4-FFF2-40B4-BE49-F238E27FC236}">
                  <a16:creationId xmlns:a16="http://schemas.microsoft.com/office/drawing/2014/main" id="{43B8DDC6-C999-49D5-B371-F64595AB9BB1}"/>
                </a:ext>
              </a:extLst>
            </p:cNvPr>
            <p:cNvSpPr>
              <a:spLocks noChangeArrowheads="1"/>
            </p:cNvSpPr>
            <p:nvPr/>
          </p:nvSpPr>
          <p:spPr bwMode="auto">
            <a:xfrm>
              <a:off x="3024" y="1776"/>
              <a:ext cx="864" cy="144"/>
            </a:xfrm>
            <a:prstGeom prst="rect">
              <a:avLst/>
            </a:prstGeom>
            <a:solidFill>
              <a:srgbClr val="FFFFCC"/>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DATA0</a:t>
              </a:r>
            </a:p>
          </p:txBody>
        </p:sp>
        <p:sp>
          <p:nvSpPr>
            <p:cNvPr id="314377" name="右箭头 314376">
              <a:extLst>
                <a:ext uri="{FF2B5EF4-FFF2-40B4-BE49-F238E27FC236}">
                  <a16:creationId xmlns:a16="http://schemas.microsoft.com/office/drawing/2014/main" id="{1D06E5B1-4213-409E-80C9-44243C79F6D1}"/>
                </a:ext>
              </a:extLst>
            </p:cNvPr>
            <p:cNvSpPr/>
            <p:nvPr/>
          </p:nvSpPr>
          <p:spPr>
            <a:xfrm>
              <a:off x="3887" y="1776"/>
              <a:ext cx="144" cy="144"/>
            </a:xfrm>
            <a:prstGeom prst="rightArrow">
              <a:avLst>
                <a:gd name="adj1" fmla="val 50000"/>
                <a:gd name="adj2" fmla="val 25000"/>
              </a:avLst>
            </a:prstGeom>
            <a:solidFill>
              <a:srgbClr val="FFFFCC"/>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288" name="直接连接符 314377">
            <a:extLst>
              <a:ext uri="{FF2B5EF4-FFF2-40B4-BE49-F238E27FC236}">
                <a16:creationId xmlns:a16="http://schemas.microsoft.com/office/drawing/2014/main" id="{E45C6203-78EF-4BC0-8FB1-D7FFB7707848}"/>
              </a:ext>
            </a:extLst>
          </p:cNvPr>
          <p:cNvSpPr>
            <a:spLocks noChangeShapeType="1"/>
          </p:cNvSpPr>
          <p:nvPr/>
        </p:nvSpPr>
        <p:spPr bwMode="auto">
          <a:xfrm flipH="1">
            <a:off x="1128713" y="2173288"/>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7289" name="直接连接符 314378">
            <a:extLst>
              <a:ext uri="{FF2B5EF4-FFF2-40B4-BE49-F238E27FC236}">
                <a16:creationId xmlns:a16="http://schemas.microsoft.com/office/drawing/2014/main" id="{2C7DA6BE-5114-46D5-B27F-2D0A7BC6570D}"/>
              </a:ext>
            </a:extLst>
          </p:cNvPr>
          <p:cNvSpPr>
            <a:spLocks noChangeShapeType="1"/>
          </p:cNvSpPr>
          <p:nvPr/>
        </p:nvSpPr>
        <p:spPr bwMode="auto">
          <a:xfrm>
            <a:off x="1128713" y="1985963"/>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290" name="组合 314379">
            <a:extLst>
              <a:ext uri="{FF2B5EF4-FFF2-40B4-BE49-F238E27FC236}">
                <a16:creationId xmlns:a16="http://schemas.microsoft.com/office/drawing/2014/main" id="{839B1BF4-4CDD-45C3-A36D-EB6CE4585333}"/>
              </a:ext>
            </a:extLst>
          </p:cNvPr>
          <p:cNvGrpSpPr>
            <a:grpSpLocks/>
          </p:cNvGrpSpPr>
          <p:nvPr/>
        </p:nvGrpSpPr>
        <p:grpSpPr bwMode="auto">
          <a:xfrm rot="344460">
            <a:off x="1538288" y="1985963"/>
            <a:ext cx="1724025" cy="279400"/>
            <a:chOff x="3024" y="1776"/>
            <a:chExt cx="1008" cy="144"/>
          </a:xfrm>
        </p:grpSpPr>
        <p:sp>
          <p:nvSpPr>
            <p:cNvPr id="97371" name="矩形 314380">
              <a:extLst>
                <a:ext uri="{FF2B5EF4-FFF2-40B4-BE49-F238E27FC236}">
                  <a16:creationId xmlns:a16="http://schemas.microsoft.com/office/drawing/2014/main" id="{49B4DC90-44EC-4EBF-A7E9-64CF03DBBC26}"/>
                </a:ext>
              </a:extLst>
            </p:cNvPr>
            <p:cNvSpPr>
              <a:spLocks noChangeArrowheads="1"/>
            </p:cNvSpPr>
            <p:nvPr/>
          </p:nvSpPr>
          <p:spPr bwMode="auto">
            <a:xfrm>
              <a:off x="3024" y="1776"/>
              <a:ext cx="864" cy="144"/>
            </a:xfrm>
            <a:prstGeom prst="rect">
              <a:avLst/>
            </a:prstGeom>
            <a:solidFill>
              <a:srgbClr val="FFFFCC"/>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DATA1</a:t>
              </a:r>
            </a:p>
          </p:txBody>
        </p:sp>
        <p:sp>
          <p:nvSpPr>
            <p:cNvPr id="314382" name="右箭头 314381">
              <a:extLst>
                <a:ext uri="{FF2B5EF4-FFF2-40B4-BE49-F238E27FC236}">
                  <a16:creationId xmlns:a16="http://schemas.microsoft.com/office/drawing/2014/main" id="{0E81A809-61B0-492D-81BE-E4FE1BFF246A}"/>
                </a:ext>
              </a:extLst>
            </p:cNvPr>
            <p:cNvSpPr/>
            <p:nvPr/>
          </p:nvSpPr>
          <p:spPr>
            <a:xfrm>
              <a:off x="3887" y="1776"/>
              <a:ext cx="144" cy="144"/>
            </a:xfrm>
            <a:prstGeom prst="rightArrow">
              <a:avLst>
                <a:gd name="adj1" fmla="val 50000"/>
                <a:gd name="adj2" fmla="val 25000"/>
              </a:avLst>
            </a:prstGeom>
            <a:solidFill>
              <a:srgbClr val="FFFFCC"/>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291" name="直接连接符 314382">
            <a:extLst>
              <a:ext uri="{FF2B5EF4-FFF2-40B4-BE49-F238E27FC236}">
                <a16:creationId xmlns:a16="http://schemas.microsoft.com/office/drawing/2014/main" id="{8D251D53-447D-4C84-B377-CA93B0B35F15}"/>
              </a:ext>
            </a:extLst>
          </p:cNvPr>
          <p:cNvSpPr>
            <a:spLocks noChangeShapeType="1"/>
          </p:cNvSpPr>
          <p:nvPr/>
        </p:nvSpPr>
        <p:spPr bwMode="auto">
          <a:xfrm>
            <a:off x="1128713" y="2359025"/>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292" name="组合 314383">
            <a:extLst>
              <a:ext uri="{FF2B5EF4-FFF2-40B4-BE49-F238E27FC236}">
                <a16:creationId xmlns:a16="http://schemas.microsoft.com/office/drawing/2014/main" id="{D78A6BE3-4B6E-4973-BC64-E7D0B10B097E}"/>
              </a:ext>
            </a:extLst>
          </p:cNvPr>
          <p:cNvGrpSpPr>
            <a:grpSpLocks/>
          </p:cNvGrpSpPr>
          <p:nvPr/>
        </p:nvGrpSpPr>
        <p:grpSpPr bwMode="auto">
          <a:xfrm rot="344460">
            <a:off x="1538288" y="2359025"/>
            <a:ext cx="1724025" cy="279400"/>
            <a:chOff x="3024" y="1776"/>
            <a:chExt cx="1008" cy="144"/>
          </a:xfrm>
        </p:grpSpPr>
        <p:sp>
          <p:nvSpPr>
            <p:cNvPr id="97369" name="矩形 314384">
              <a:extLst>
                <a:ext uri="{FF2B5EF4-FFF2-40B4-BE49-F238E27FC236}">
                  <a16:creationId xmlns:a16="http://schemas.microsoft.com/office/drawing/2014/main" id="{E0D85495-7AA7-4717-876B-F68852E7BAC0}"/>
                </a:ext>
              </a:extLst>
            </p:cNvPr>
            <p:cNvSpPr>
              <a:spLocks noChangeArrowheads="1"/>
            </p:cNvSpPr>
            <p:nvPr/>
          </p:nvSpPr>
          <p:spPr bwMode="auto">
            <a:xfrm>
              <a:off x="3024" y="1776"/>
              <a:ext cx="864" cy="144"/>
            </a:xfrm>
            <a:prstGeom prst="rect">
              <a:avLst/>
            </a:prstGeom>
            <a:solidFill>
              <a:srgbClr val="FFFFCC"/>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DATA2</a:t>
              </a:r>
            </a:p>
          </p:txBody>
        </p:sp>
        <p:sp>
          <p:nvSpPr>
            <p:cNvPr id="314386" name="右箭头 314385">
              <a:extLst>
                <a:ext uri="{FF2B5EF4-FFF2-40B4-BE49-F238E27FC236}">
                  <a16:creationId xmlns:a16="http://schemas.microsoft.com/office/drawing/2014/main" id="{3AE78358-327B-4DED-A124-643CF018DD25}"/>
                </a:ext>
              </a:extLst>
            </p:cNvPr>
            <p:cNvSpPr/>
            <p:nvPr/>
          </p:nvSpPr>
          <p:spPr>
            <a:xfrm>
              <a:off x="3887" y="1776"/>
              <a:ext cx="144" cy="144"/>
            </a:xfrm>
            <a:prstGeom prst="rightArrow">
              <a:avLst>
                <a:gd name="adj1" fmla="val 50000"/>
                <a:gd name="adj2" fmla="val 25000"/>
              </a:avLst>
            </a:prstGeom>
            <a:solidFill>
              <a:srgbClr val="FFFFCC"/>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293" name="直接连接符 314386">
            <a:extLst>
              <a:ext uri="{FF2B5EF4-FFF2-40B4-BE49-F238E27FC236}">
                <a16:creationId xmlns:a16="http://schemas.microsoft.com/office/drawing/2014/main" id="{6C42B7C2-D82A-410D-94A2-E36A54FEA79A}"/>
              </a:ext>
            </a:extLst>
          </p:cNvPr>
          <p:cNvSpPr>
            <a:spLocks noChangeShapeType="1"/>
          </p:cNvSpPr>
          <p:nvPr/>
        </p:nvSpPr>
        <p:spPr bwMode="auto">
          <a:xfrm>
            <a:off x="1128713" y="2732088"/>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294" name="组合 314387">
            <a:extLst>
              <a:ext uri="{FF2B5EF4-FFF2-40B4-BE49-F238E27FC236}">
                <a16:creationId xmlns:a16="http://schemas.microsoft.com/office/drawing/2014/main" id="{E98EC064-4C92-4BE4-8376-3B10DB35CD9C}"/>
              </a:ext>
            </a:extLst>
          </p:cNvPr>
          <p:cNvGrpSpPr>
            <a:grpSpLocks/>
          </p:cNvGrpSpPr>
          <p:nvPr/>
        </p:nvGrpSpPr>
        <p:grpSpPr bwMode="auto">
          <a:xfrm rot="344460">
            <a:off x="1538288" y="2732088"/>
            <a:ext cx="1724025" cy="279400"/>
            <a:chOff x="3024" y="1776"/>
            <a:chExt cx="1008" cy="144"/>
          </a:xfrm>
        </p:grpSpPr>
        <p:sp>
          <p:nvSpPr>
            <p:cNvPr id="97367" name="矩形 314388">
              <a:extLst>
                <a:ext uri="{FF2B5EF4-FFF2-40B4-BE49-F238E27FC236}">
                  <a16:creationId xmlns:a16="http://schemas.microsoft.com/office/drawing/2014/main" id="{7E3D9753-5722-4341-8721-5AF4586C9B66}"/>
                </a:ext>
              </a:extLst>
            </p:cNvPr>
            <p:cNvSpPr>
              <a:spLocks noChangeArrowheads="1"/>
            </p:cNvSpPr>
            <p:nvPr/>
          </p:nvSpPr>
          <p:spPr bwMode="auto">
            <a:xfrm>
              <a:off x="3024" y="1776"/>
              <a:ext cx="864" cy="144"/>
            </a:xfrm>
            <a:prstGeom prst="rect">
              <a:avLst/>
            </a:prstGeom>
            <a:solidFill>
              <a:srgbClr val="FFFFCC"/>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DATA3</a:t>
              </a:r>
            </a:p>
          </p:txBody>
        </p:sp>
        <p:sp>
          <p:nvSpPr>
            <p:cNvPr id="314390" name="右箭头 314389">
              <a:extLst>
                <a:ext uri="{FF2B5EF4-FFF2-40B4-BE49-F238E27FC236}">
                  <a16:creationId xmlns:a16="http://schemas.microsoft.com/office/drawing/2014/main" id="{AD8D344A-63E1-47B2-820B-066313BD88E4}"/>
                </a:ext>
              </a:extLst>
            </p:cNvPr>
            <p:cNvSpPr/>
            <p:nvPr/>
          </p:nvSpPr>
          <p:spPr>
            <a:xfrm>
              <a:off x="3887" y="1776"/>
              <a:ext cx="144" cy="144"/>
            </a:xfrm>
            <a:prstGeom prst="rightArrow">
              <a:avLst>
                <a:gd name="adj1" fmla="val 50000"/>
                <a:gd name="adj2" fmla="val 25000"/>
              </a:avLst>
            </a:prstGeom>
            <a:solidFill>
              <a:srgbClr val="FFFFCC"/>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295" name="直接连接符 314390">
            <a:extLst>
              <a:ext uri="{FF2B5EF4-FFF2-40B4-BE49-F238E27FC236}">
                <a16:creationId xmlns:a16="http://schemas.microsoft.com/office/drawing/2014/main" id="{788C5B89-03EA-4F3D-B467-47616283D309}"/>
              </a:ext>
            </a:extLst>
          </p:cNvPr>
          <p:cNvSpPr>
            <a:spLocks noChangeShapeType="1"/>
          </p:cNvSpPr>
          <p:nvPr/>
        </p:nvSpPr>
        <p:spPr bwMode="auto">
          <a:xfrm>
            <a:off x="1128713" y="3103563"/>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296" name="组合 314391">
            <a:extLst>
              <a:ext uri="{FF2B5EF4-FFF2-40B4-BE49-F238E27FC236}">
                <a16:creationId xmlns:a16="http://schemas.microsoft.com/office/drawing/2014/main" id="{F0EA187E-D62A-4126-A969-785FAACDC78A}"/>
              </a:ext>
            </a:extLst>
          </p:cNvPr>
          <p:cNvGrpSpPr>
            <a:grpSpLocks/>
          </p:cNvGrpSpPr>
          <p:nvPr/>
        </p:nvGrpSpPr>
        <p:grpSpPr bwMode="auto">
          <a:xfrm rot="344460">
            <a:off x="1538288" y="3103563"/>
            <a:ext cx="1724025" cy="279400"/>
            <a:chOff x="3024" y="1776"/>
            <a:chExt cx="1008" cy="144"/>
          </a:xfrm>
        </p:grpSpPr>
        <p:sp>
          <p:nvSpPr>
            <p:cNvPr id="97365" name="矩形 314392">
              <a:extLst>
                <a:ext uri="{FF2B5EF4-FFF2-40B4-BE49-F238E27FC236}">
                  <a16:creationId xmlns:a16="http://schemas.microsoft.com/office/drawing/2014/main" id="{9860BFE4-6647-44FA-961B-D21B7013B675}"/>
                </a:ext>
              </a:extLst>
            </p:cNvPr>
            <p:cNvSpPr>
              <a:spLocks noChangeArrowheads="1"/>
            </p:cNvSpPr>
            <p:nvPr/>
          </p:nvSpPr>
          <p:spPr bwMode="auto">
            <a:xfrm>
              <a:off x="3024" y="1776"/>
              <a:ext cx="864" cy="144"/>
            </a:xfrm>
            <a:prstGeom prst="rect">
              <a:avLst/>
            </a:prstGeom>
            <a:solidFill>
              <a:srgbClr val="FFFFCC"/>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DATA4</a:t>
              </a:r>
            </a:p>
          </p:txBody>
        </p:sp>
        <p:sp>
          <p:nvSpPr>
            <p:cNvPr id="314394" name="右箭头 314393">
              <a:extLst>
                <a:ext uri="{FF2B5EF4-FFF2-40B4-BE49-F238E27FC236}">
                  <a16:creationId xmlns:a16="http://schemas.microsoft.com/office/drawing/2014/main" id="{C9BAE460-AC04-4208-993C-4BE3A00E6FF9}"/>
                </a:ext>
              </a:extLst>
            </p:cNvPr>
            <p:cNvSpPr/>
            <p:nvPr/>
          </p:nvSpPr>
          <p:spPr>
            <a:xfrm>
              <a:off x="3887" y="1776"/>
              <a:ext cx="144" cy="144"/>
            </a:xfrm>
            <a:prstGeom prst="rightArrow">
              <a:avLst>
                <a:gd name="adj1" fmla="val 50000"/>
                <a:gd name="adj2" fmla="val 25000"/>
              </a:avLst>
            </a:prstGeom>
            <a:solidFill>
              <a:srgbClr val="FFFFCC"/>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297" name="直接连接符 314394">
            <a:extLst>
              <a:ext uri="{FF2B5EF4-FFF2-40B4-BE49-F238E27FC236}">
                <a16:creationId xmlns:a16="http://schemas.microsoft.com/office/drawing/2014/main" id="{B8A71B1C-9AA2-4492-BD71-958C7E68B9C7}"/>
              </a:ext>
            </a:extLst>
          </p:cNvPr>
          <p:cNvSpPr>
            <a:spLocks noChangeShapeType="1"/>
          </p:cNvSpPr>
          <p:nvPr/>
        </p:nvSpPr>
        <p:spPr bwMode="auto">
          <a:xfrm>
            <a:off x="1128713" y="3476625"/>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298" name="组合 314395">
            <a:extLst>
              <a:ext uri="{FF2B5EF4-FFF2-40B4-BE49-F238E27FC236}">
                <a16:creationId xmlns:a16="http://schemas.microsoft.com/office/drawing/2014/main" id="{FF0E0041-5B6B-45D5-ACCC-F358AE5E8161}"/>
              </a:ext>
            </a:extLst>
          </p:cNvPr>
          <p:cNvGrpSpPr>
            <a:grpSpLocks/>
          </p:cNvGrpSpPr>
          <p:nvPr/>
        </p:nvGrpSpPr>
        <p:grpSpPr bwMode="auto">
          <a:xfrm rot="344460">
            <a:off x="1538288" y="3476625"/>
            <a:ext cx="1724025" cy="279400"/>
            <a:chOff x="3024" y="1776"/>
            <a:chExt cx="1008" cy="144"/>
          </a:xfrm>
        </p:grpSpPr>
        <p:sp>
          <p:nvSpPr>
            <p:cNvPr id="97363" name="矩形 314396">
              <a:extLst>
                <a:ext uri="{FF2B5EF4-FFF2-40B4-BE49-F238E27FC236}">
                  <a16:creationId xmlns:a16="http://schemas.microsoft.com/office/drawing/2014/main" id="{882223D1-BF44-4CE4-8CA1-BE7253463EC6}"/>
                </a:ext>
              </a:extLst>
            </p:cNvPr>
            <p:cNvSpPr>
              <a:spLocks noChangeArrowheads="1"/>
            </p:cNvSpPr>
            <p:nvPr/>
          </p:nvSpPr>
          <p:spPr bwMode="auto">
            <a:xfrm>
              <a:off x="3024" y="1776"/>
              <a:ext cx="864" cy="144"/>
            </a:xfrm>
            <a:prstGeom prst="rect">
              <a:avLst/>
            </a:prstGeom>
            <a:solidFill>
              <a:srgbClr val="FFFFCC"/>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DATA5</a:t>
              </a:r>
            </a:p>
          </p:txBody>
        </p:sp>
        <p:sp>
          <p:nvSpPr>
            <p:cNvPr id="314398" name="右箭头 314397">
              <a:extLst>
                <a:ext uri="{FF2B5EF4-FFF2-40B4-BE49-F238E27FC236}">
                  <a16:creationId xmlns:a16="http://schemas.microsoft.com/office/drawing/2014/main" id="{A3E34E47-FDB0-402F-9E58-F9ACB04DEF6B}"/>
                </a:ext>
              </a:extLst>
            </p:cNvPr>
            <p:cNvSpPr/>
            <p:nvPr/>
          </p:nvSpPr>
          <p:spPr>
            <a:xfrm>
              <a:off x="3887" y="1776"/>
              <a:ext cx="144" cy="144"/>
            </a:xfrm>
            <a:prstGeom prst="rightArrow">
              <a:avLst>
                <a:gd name="adj1" fmla="val 50000"/>
                <a:gd name="adj2" fmla="val 25000"/>
              </a:avLst>
            </a:prstGeom>
            <a:solidFill>
              <a:srgbClr val="FFFFCC"/>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299" name="直接连接符 314398">
            <a:extLst>
              <a:ext uri="{FF2B5EF4-FFF2-40B4-BE49-F238E27FC236}">
                <a16:creationId xmlns:a16="http://schemas.microsoft.com/office/drawing/2014/main" id="{A68AFC37-F1D3-4D6C-B0EA-B041EF49200B}"/>
              </a:ext>
            </a:extLst>
          </p:cNvPr>
          <p:cNvSpPr>
            <a:spLocks noChangeShapeType="1"/>
          </p:cNvSpPr>
          <p:nvPr/>
        </p:nvSpPr>
        <p:spPr bwMode="auto">
          <a:xfrm>
            <a:off x="1128713" y="3849688"/>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300" name="组合 314399">
            <a:extLst>
              <a:ext uri="{FF2B5EF4-FFF2-40B4-BE49-F238E27FC236}">
                <a16:creationId xmlns:a16="http://schemas.microsoft.com/office/drawing/2014/main" id="{464D37EA-3FB4-4173-B06B-934650539CAC}"/>
              </a:ext>
            </a:extLst>
          </p:cNvPr>
          <p:cNvGrpSpPr>
            <a:grpSpLocks/>
          </p:cNvGrpSpPr>
          <p:nvPr/>
        </p:nvGrpSpPr>
        <p:grpSpPr bwMode="auto">
          <a:xfrm rot="344460">
            <a:off x="1538288" y="3849688"/>
            <a:ext cx="1724025" cy="279400"/>
            <a:chOff x="3024" y="1776"/>
            <a:chExt cx="1008" cy="144"/>
          </a:xfrm>
        </p:grpSpPr>
        <p:sp>
          <p:nvSpPr>
            <p:cNvPr id="97361" name="矩形 314400">
              <a:extLst>
                <a:ext uri="{FF2B5EF4-FFF2-40B4-BE49-F238E27FC236}">
                  <a16:creationId xmlns:a16="http://schemas.microsoft.com/office/drawing/2014/main" id="{83CD03B9-3165-40BB-983E-B089323D9CDA}"/>
                </a:ext>
              </a:extLst>
            </p:cNvPr>
            <p:cNvSpPr>
              <a:spLocks noChangeArrowheads="1"/>
            </p:cNvSpPr>
            <p:nvPr/>
          </p:nvSpPr>
          <p:spPr bwMode="auto">
            <a:xfrm>
              <a:off x="3024" y="1776"/>
              <a:ext cx="864" cy="144"/>
            </a:xfrm>
            <a:prstGeom prst="rect">
              <a:avLst/>
            </a:prstGeom>
            <a:solidFill>
              <a:srgbClr val="FFFF00"/>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a:solidFill>
                    <a:schemeClr val="tx1"/>
                  </a:solidFill>
                  <a:ea typeface="黑体" panose="02010609060101010101" pitchFamily="49" charset="-122"/>
                </a:rPr>
                <a:t>重传 </a:t>
              </a:r>
              <a:r>
                <a:rPr lang="en-US" altLang="zh-CN">
                  <a:solidFill>
                    <a:schemeClr val="tx1"/>
                  </a:solidFill>
                  <a:ea typeface="黑体" panose="02010609060101010101" pitchFamily="49" charset="-122"/>
                </a:rPr>
                <a:t>DATA2</a:t>
              </a:r>
            </a:p>
          </p:txBody>
        </p:sp>
        <p:sp>
          <p:nvSpPr>
            <p:cNvPr id="314402" name="右箭头 314401">
              <a:extLst>
                <a:ext uri="{FF2B5EF4-FFF2-40B4-BE49-F238E27FC236}">
                  <a16:creationId xmlns:a16="http://schemas.microsoft.com/office/drawing/2014/main" id="{3B04ABA7-5B98-41FA-A602-9E6987F1447E}"/>
                </a:ext>
              </a:extLst>
            </p:cNvPr>
            <p:cNvSpPr/>
            <p:nvPr/>
          </p:nvSpPr>
          <p:spPr>
            <a:xfrm>
              <a:off x="3887" y="1776"/>
              <a:ext cx="144" cy="144"/>
            </a:xfrm>
            <a:prstGeom prst="rightArrow">
              <a:avLst>
                <a:gd name="adj1" fmla="val 50000"/>
                <a:gd name="adj2" fmla="val 25000"/>
              </a:avLst>
            </a:prstGeom>
            <a:solidFill>
              <a:srgbClr val="FFFF00"/>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301" name="直接连接符 314402">
            <a:extLst>
              <a:ext uri="{FF2B5EF4-FFF2-40B4-BE49-F238E27FC236}">
                <a16:creationId xmlns:a16="http://schemas.microsoft.com/office/drawing/2014/main" id="{E79CEB63-952D-46F8-921D-DC692E1B6D1C}"/>
              </a:ext>
            </a:extLst>
          </p:cNvPr>
          <p:cNvSpPr>
            <a:spLocks noChangeShapeType="1"/>
          </p:cNvSpPr>
          <p:nvPr/>
        </p:nvSpPr>
        <p:spPr bwMode="auto">
          <a:xfrm>
            <a:off x="1128713" y="4222750"/>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302" name="组合 314403">
            <a:extLst>
              <a:ext uri="{FF2B5EF4-FFF2-40B4-BE49-F238E27FC236}">
                <a16:creationId xmlns:a16="http://schemas.microsoft.com/office/drawing/2014/main" id="{0B280F4C-9C8A-48F0-AB8F-F6124A68E143}"/>
              </a:ext>
            </a:extLst>
          </p:cNvPr>
          <p:cNvGrpSpPr>
            <a:grpSpLocks/>
          </p:cNvGrpSpPr>
          <p:nvPr/>
        </p:nvGrpSpPr>
        <p:grpSpPr bwMode="auto">
          <a:xfrm rot="344460">
            <a:off x="1538288" y="4222750"/>
            <a:ext cx="1724025" cy="279400"/>
            <a:chOff x="3024" y="1776"/>
            <a:chExt cx="1008" cy="144"/>
          </a:xfrm>
        </p:grpSpPr>
        <p:sp>
          <p:nvSpPr>
            <p:cNvPr id="97359" name="矩形 314404">
              <a:extLst>
                <a:ext uri="{FF2B5EF4-FFF2-40B4-BE49-F238E27FC236}">
                  <a16:creationId xmlns:a16="http://schemas.microsoft.com/office/drawing/2014/main" id="{29C1E399-7675-4697-A6A3-3D6A69903554}"/>
                </a:ext>
              </a:extLst>
            </p:cNvPr>
            <p:cNvSpPr>
              <a:spLocks noChangeArrowheads="1"/>
            </p:cNvSpPr>
            <p:nvPr/>
          </p:nvSpPr>
          <p:spPr bwMode="auto">
            <a:xfrm>
              <a:off x="3024" y="1776"/>
              <a:ext cx="864" cy="144"/>
            </a:xfrm>
            <a:prstGeom prst="rect">
              <a:avLst/>
            </a:prstGeom>
            <a:solidFill>
              <a:srgbClr val="FFFF00"/>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a:solidFill>
                    <a:schemeClr val="tx1"/>
                  </a:solidFill>
                  <a:ea typeface="黑体" panose="02010609060101010101" pitchFamily="49" charset="-122"/>
                </a:rPr>
                <a:t>重传 </a:t>
              </a:r>
              <a:r>
                <a:rPr lang="en-US" altLang="zh-CN">
                  <a:solidFill>
                    <a:schemeClr val="tx1"/>
                  </a:solidFill>
                  <a:ea typeface="黑体" panose="02010609060101010101" pitchFamily="49" charset="-122"/>
                </a:rPr>
                <a:t>DATA3</a:t>
              </a:r>
            </a:p>
          </p:txBody>
        </p:sp>
        <p:sp>
          <p:nvSpPr>
            <p:cNvPr id="314406" name="右箭头 314405">
              <a:extLst>
                <a:ext uri="{FF2B5EF4-FFF2-40B4-BE49-F238E27FC236}">
                  <a16:creationId xmlns:a16="http://schemas.microsoft.com/office/drawing/2014/main" id="{FDF070B8-2620-47C9-BC6B-6C48411F8782}"/>
                </a:ext>
              </a:extLst>
            </p:cNvPr>
            <p:cNvSpPr/>
            <p:nvPr/>
          </p:nvSpPr>
          <p:spPr>
            <a:xfrm>
              <a:off x="3887" y="1776"/>
              <a:ext cx="144" cy="144"/>
            </a:xfrm>
            <a:prstGeom prst="rightArrow">
              <a:avLst>
                <a:gd name="adj1" fmla="val 50000"/>
                <a:gd name="adj2" fmla="val 25000"/>
              </a:avLst>
            </a:prstGeom>
            <a:solidFill>
              <a:srgbClr val="FFFF00"/>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303" name="直接连接符 314406">
            <a:extLst>
              <a:ext uri="{FF2B5EF4-FFF2-40B4-BE49-F238E27FC236}">
                <a16:creationId xmlns:a16="http://schemas.microsoft.com/office/drawing/2014/main" id="{8E5A910F-972C-4996-8153-24B05F3E7C2A}"/>
              </a:ext>
            </a:extLst>
          </p:cNvPr>
          <p:cNvSpPr>
            <a:spLocks noChangeShapeType="1"/>
          </p:cNvSpPr>
          <p:nvPr/>
        </p:nvSpPr>
        <p:spPr bwMode="auto">
          <a:xfrm>
            <a:off x="1128713" y="4594225"/>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7304" name="直接连接符 314407">
            <a:extLst>
              <a:ext uri="{FF2B5EF4-FFF2-40B4-BE49-F238E27FC236}">
                <a16:creationId xmlns:a16="http://schemas.microsoft.com/office/drawing/2014/main" id="{97A88CF9-772D-4B2C-B28C-C8DC0B155684}"/>
              </a:ext>
            </a:extLst>
          </p:cNvPr>
          <p:cNvSpPr>
            <a:spLocks noChangeShapeType="1"/>
          </p:cNvSpPr>
          <p:nvPr/>
        </p:nvSpPr>
        <p:spPr bwMode="auto">
          <a:xfrm>
            <a:off x="1128713" y="4967288"/>
            <a:ext cx="4267200" cy="466725"/>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97305" name="直接连接符 314408">
            <a:extLst>
              <a:ext uri="{FF2B5EF4-FFF2-40B4-BE49-F238E27FC236}">
                <a16:creationId xmlns:a16="http://schemas.microsoft.com/office/drawing/2014/main" id="{2D2DE211-D882-4522-8BF6-88B7F23A3975}"/>
              </a:ext>
            </a:extLst>
          </p:cNvPr>
          <p:cNvSpPr>
            <a:spLocks noChangeShapeType="1"/>
          </p:cNvSpPr>
          <p:nvPr/>
        </p:nvSpPr>
        <p:spPr bwMode="auto">
          <a:xfrm>
            <a:off x="5395913" y="1333500"/>
            <a:ext cx="0" cy="4286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7306" name="组合 314409">
            <a:extLst>
              <a:ext uri="{FF2B5EF4-FFF2-40B4-BE49-F238E27FC236}">
                <a16:creationId xmlns:a16="http://schemas.microsoft.com/office/drawing/2014/main" id="{692BD535-CC5A-4ACC-BB27-A85F20D139AB}"/>
              </a:ext>
            </a:extLst>
          </p:cNvPr>
          <p:cNvGrpSpPr>
            <a:grpSpLocks/>
          </p:cNvGrpSpPr>
          <p:nvPr/>
        </p:nvGrpSpPr>
        <p:grpSpPr bwMode="auto">
          <a:xfrm rot="-345382">
            <a:off x="3671888" y="2138363"/>
            <a:ext cx="985837" cy="279400"/>
            <a:chOff x="3840" y="2448"/>
            <a:chExt cx="576" cy="144"/>
          </a:xfrm>
        </p:grpSpPr>
        <p:sp>
          <p:nvSpPr>
            <p:cNvPr id="314411" name="右箭头 314410">
              <a:extLst>
                <a:ext uri="{FF2B5EF4-FFF2-40B4-BE49-F238E27FC236}">
                  <a16:creationId xmlns:a16="http://schemas.microsoft.com/office/drawing/2014/main" id="{E7848A93-2B92-4183-9F72-65C14C73459C}"/>
                </a:ext>
              </a:extLst>
            </p:cNvPr>
            <p:cNvSpPr/>
            <p:nvPr/>
          </p:nvSpPr>
          <p:spPr>
            <a:xfrm flipH="1">
              <a:off x="3840" y="2448"/>
              <a:ext cx="144" cy="144"/>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97358" name="矩形 314411">
              <a:extLst>
                <a:ext uri="{FF2B5EF4-FFF2-40B4-BE49-F238E27FC236}">
                  <a16:creationId xmlns:a16="http://schemas.microsoft.com/office/drawing/2014/main" id="{79E7839C-2949-4ECC-B4ED-BC5D940056E4}"/>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ACK1</a:t>
              </a:r>
            </a:p>
          </p:txBody>
        </p:sp>
      </p:grpSp>
      <p:grpSp>
        <p:nvGrpSpPr>
          <p:cNvPr id="97307" name="组合 314412">
            <a:extLst>
              <a:ext uri="{FF2B5EF4-FFF2-40B4-BE49-F238E27FC236}">
                <a16:creationId xmlns:a16="http://schemas.microsoft.com/office/drawing/2014/main" id="{30F11642-758D-4F6B-B127-36CF8ADE1E91}"/>
              </a:ext>
            </a:extLst>
          </p:cNvPr>
          <p:cNvGrpSpPr>
            <a:grpSpLocks/>
          </p:cNvGrpSpPr>
          <p:nvPr/>
        </p:nvGrpSpPr>
        <p:grpSpPr bwMode="auto">
          <a:xfrm rot="-345382">
            <a:off x="3671888" y="2544763"/>
            <a:ext cx="985837" cy="279400"/>
            <a:chOff x="3840" y="2448"/>
            <a:chExt cx="576" cy="144"/>
          </a:xfrm>
        </p:grpSpPr>
        <p:sp>
          <p:nvSpPr>
            <p:cNvPr id="314414" name="右箭头 314413">
              <a:extLst>
                <a:ext uri="{FF2B5EF4-FFF2-40B4-BE49-F238E27FC236}">
                  <a16:creationId xmlns:a16="http://schemas.microsoft.com/office/drawing/2014/main" id="{616400E9-677C-4688-A23B-360B18088611}"/>
                </a:ext>
              </a:extLst>
            </p:cNvPr>
            <p:cNvSpPr/>
            <p:nvPr/>
          </p:nvSpPr>
          <p:spPr>
            <a:xfrm flipH="1">
              <a:off x="3840" y="2448"/>
              <a:ext cx="144" cy="144"/>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97356" name="矩形 314414">
              <a:extLst>
                <a:ext uri="{FF2B5EF4-FFF2-40B4-BE49-F238E27FC236}">
                  <a16:creationId xmlns:a16="http://schemas.microsoft.com/office/drawing/2014/main" id="{F70F1045-3989-4706-9964-0D3510F08735}"/>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ACK2</a:t>
              </a:r>
            </a:p>
          </p:txBody>
        </p:sp>
      </p:grpSp>
      <p:sp>
        <p:nvSpPr>
          <p:cNvPr id="97308" name="文本框 314415">
            <a:extLst>
              <a:ext uri="{FF2B5EF4-FFF2-40B4-BE49-F238E27FC236}">
                <a16:creationId xmlns:a16="http://schemas.microsoft.com/office/drawing/2014/main" id="{D517E6C9-E58D-4DF0-834F-558E338CF2AF}"/>
              </a:ext>
            </a:extLst>
          </p:cNvPr>
          <p:cNvSpPr txBox="1">
            <a:spLocks noChangeArrowheads="1"/>
          </p:cNvSpPr>
          <p:nvPr/>
        </p:nvSpPr>
        <p:spPr bwMode="auto">
          <a:xfrm>
            <a:off x="5378450" y="1847850"/>
            <a:ext cx="210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ACK1 </a:t>
            </a:r>
            <a:r>
              <a:rPr lang="zh-CN" altLang="en-US">
                <a:solidFill>
                  <a:schemeClr val="tx1"/>
                </a:solidFill>
                <a:ea typeface="黑体" panose="02010609060101010101" pitchFamily="49" charset="-122"/>
              </a:rPr>
              <a:t>确认 </a:t>
            </a:r>
            <a:r>
              <a:rPr lang="en-US" altLang="zh-CN">
                <a:solidFill>
                  <a:schemeClr val="tx1"/>
                </a:solidFill>
                <a:ea typeface="黑体" panose="02010609060101010101" pitchFamily="49" charset="-122"/>
              </a:rPr>
              <a:t>DATA0</a:t>
            </a:r>
          </a:p>
        </p:txBody>
      </p:sp>
      <p:sp>
        <p:nvSpPr>
          <p:cNvPr id="97309" name="文本框 314416">
            <a:extLst>
              <a:ext uri="{FF2B5EF4-FFF2-40B4-BE49-F238E27FC236}">
                <a16:creationId xmlns:a16="http://schemas.microsoft.com/office/drawing/2014/main" id="{124614F1-17A1-4BCB-9D1E-40555FB85B5A}"/>
              </a:ext>
            </a:extLst>
          </p:cNvPr>
          <p:cNvSpPr txBox="1">
            <a:spLocks noChangeArrowheads="1"/>
          </p:cNvSpPr>
          <p:nvPr/>
        </p:nvSpPr>
        <p:spPr bwMode="auto">
          <a:xfrm>
            <a:off x="5395913" y="2239963"/>
            <a:ext cx="21018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ACK2 </a:t>
            </a:r>
            <a:r>
              <a:rPr lang="zh-CN" altLang="en-US">
                <a:solidFill>
                  <a:schemeClr val="tx1"/>
                </a:solidFill>
                <a:ea typeface="黑体" panose="02010609060101010101" pitchFamily="49" charset="-122"/>
              </a:rPr>
              <a:t>确认 </a:t>
            </a:r>
            <a:r>
              <a:rPr lang="en-US" altLang="zh-CN">
                <a:solidFill>
                  <a:schemeClr val="tx1"/>
                </a:solidFill>
                <a:ea typeface="黑体" panose="02010609060101010101" pitchFamily="49" charset="-122"/>
              </a:rPr>
              <a:t>DATA1</a:t>
            </a:r>
          </a:p>
        </p:txBody>
      </p:sp>
      <p:sp>
        <p:nvSpPr>
          <p:cNvPr id="97310" name="文本框 314417">
            <a:extLst>
              <a:ext uri="{FF2B5EF4-FFF2-40B4-BE49-F238E27FC236}">
                <a16:creationId xmlns:a16="http://schemas.microsoft.com/office/drawing/2014/main" id="{79726ABD-4B46-4D0B-AFC4-7B94051433DA}"/>
              </a:ext>
            </a:extLst>
          </p:cNvPr>
          <p:cNvSpPr txBox="1">
            <a:spLocks noChangeArrowheads="1"/>
          </p:cNvSpPr>
          <p:nvPr/>
        </p:nvSpPr>
        <p:spPr bwMode="auto">
          <a:xfrm>
            <a:off x="5395913" y="2574925"/>
            <a:ext cx="2127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DATA2 </a:t>
            </a:r>
            <a:r>
              <a:rPr lang="zh-CN" altLang="en-US">
                <a:solidFill>
                  <a:schemeClr val="tx1"/>
                </a:solidFill>
                <a:ea typeface="黑体" panose="02010609060101010101" pitchFamily="49" charset="-122"/>
              </a:rPr>
              <a:t>出错，</a:t>
            </a:r>
            <a:r>
              <a:rPr lang="zh-CN" altLang="en-US">
                <a:solidFill>
                  <a:srgbClr val="0000FF"/>
                </a:solidFill>
                <a:ea typeface="黑体" panose="02010609060101010101" pitchFamily="49" charset="-122"/>
              </a:rPr>
              <a:t>丢弃</a:t>
            </a:r>
          </a:p>
        </p:txBody>
      </p:sp>
      <p:sp>
        <p:nvSpPr>
          <p:cNvPr id="97311" name="文本框 314418">
            <a:extLst>
              <a:ext uri="{FF2B5EF4-FFF2-40B4-BE49-F238E27FC236}">
                <a16:creationId xmlns:a16="http://schemas.microsoft.com/office/drawing/2014/main" id="{B055C410-851B-4BDB-B30A-0BF89B5040FE}"/>
              </a:ext>
            </a:extLst>
          </p:cNvPr>
          <p:cNvSpPr txBox="1">
            <a:spLocks noChangeArrowheads="1"/>
          </p:cNvSpPr>
          <p:nvPr/>
        </p:nvSpPr>
        <p:spPr bwMode="auto">
          <a:xfrm>
            <a:off x="5395913" y="2946400"/>
            <a:ext cx="3702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DATA3 </a:t>
            </a:r>
            <a:r>
              <a:rPr lang="zh-CN" altLang="en-US">
                <a:solidFill>
                  <a:schemeClr val="tx1"/>
                </a:solidFill>
                <a:ea typeface="黑体" panose="02010609060101010101" pitchFamily="49" charset="-122"/>
              </a:rPr>
              <a:t>不按序，</a:t>
            </a:r>
            <a:r>
              <a:rPr lang="zh-CN" altLang="en-US">
                <a:solidFill>
                  <a:srgbClr val="0000FF"/>
                </a:solidFill>
                <a:ea typeface="黑体" panose="02010609060101010101" pitchFamily="49" charset="-122"/>
              </a:rPr>
              <a:t>丢弃，重传 </a:t>
            </a:r>
            <a:r>
              <a:rPr lang="en-US" altLang="zh-CN">
                <a:solidFill>
                  <a:srgbClr val="0000FF"/>
                </a:solidFill>
                <a:ea typeface="黑体" panose="02010609060101010101" pitchFamily="49" charset="-122"/>
              </a:rPr>
              <a:t>ACK2</a:t>
            </a:r>
          </a:p>
        </p:txBody>
      </p:sp>
      <p:sp>
        <p:nvSpPr>
          <p:cNvPr id="97312" name="文本框 314419">
            <a:extLst>
              <a:ext uri="{FF2B5EF4-FFF2-40B4-BE49-F238E27FC236}">
                <a16:creationId xmlns:a16="http://schemas.microsoft.com/office/drawing/2014/main" id="{DBEFC235-7EA1-4CB7-B655-EBBC325C54C4}"/>
              </a:ext>
            </a:extLst>
          </p:cNvPr>
          <p:cNvSpPr txBox="1">
            <a:spLocks noChangeArrowheads="1"/>
          </p:cNvSpPr>
          <p:nvPr/>
        </p:nvSpPr>
        <p:spPr bwMode="auto">
          <a:xfrm>
            <a:off x="5395913" y="3319463"/>
            <a:ext cx="370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DATA4 </a:t>
            </a:r>
            <a:r>
              <a:rPr lang="zh-CN" altLang="en-US">
                <a:solidFill>
                  <a:schemeClr val="tx1"/>
                </a:solidFill>
                <a:ea typeface="黑体" panose="02010609060101010101" pitchFamily="49" charset="-122"/>
              </a:rPr>
              <a:t>不按序，</a:t>
            </a:r>
            <a:r>
              <a:rPr lang="zh-CN" altLang="en-US">
                <a:solidFill>
                  <a:srgbClr val="0000FF"/>
                </a:solidFill>
                <a:ea typeface="黑体" panose="02010609060101010101" pitchFamily="49" charset="-122"/>
              </a:rPr>
              <a:t>丢弃，重传 </a:t>
            </a:r>
            <a:r>
              <a:rPr lang="en-US" altLang="zh-CN">
                <a:solidFill>
                  <a:srgbClr val="0000FF"/>
                </a:solidFill>
                <a:ea typeface="黑体" panose="02010609060101010101" pitchFamily="49" charset="-122"/>
              </a:rPr>
              <a:t>ACK2</a:t>
            </a:r>
          </a:p>
        </p:txBody>
      </p:sp>
      <p:sp>
        <p:nvSpPr>
          <p:cNvPr id="97313" name="文本框 314420">
            <a:extLst>
              <a:ext uri="{FF2B5EF4-FFF2-40B4-BE49-F238E27FC236}">
                <a16:creationId xmlns:a16="http://schemas.microsoft.com/office/drawing/2014/main" id="{DDA02315-E863-4FD1-8FBC-734706D16685}"/>
              </a:ext>
            </a:extLst>
          </p:cNvPr>
          <p:cNvSpPr txBox="1">
            <a:spLocks noChangeArrowheads="1"/>
          </p:cNvSpPr>
          <p:nvPr/>
        </p:nvSpPr>
        <p:spPr bwMode="auto">
          <a:xfrm>
            <a:off x="5395913" y="3692525"/>
            <a:ext cx="3702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DATA5 </a:t>
            </a:r>
            <a:r>
              <a:rPr lang="zh-CN" altLang="en-US">
                <a:solidFill>
                  <a:schemeClr val="tx1"/>
                </a:solidFill>
                <a:ea typeface="黑体" panose="02010609060101010101" pitchFamily="49" charset="-122"/>
              </a:rPr>
              <a:t>不按序，</a:t>
            </a:r>
            <a:r>
              <a:rPr lang="zh-CN" altLang="en-US">
                <a:solidFill>
                  <a:srgbClr val="0000FF"/>
                </a:solidFill>
                <a:ea typeface="黑体" panose="02010609060101010101" pitchFamily="49" charset="-122"/>
              </a:rPr>
              <a:t>丢弃，重传 </a:t>
            </a:r>
            <a:r>
              <a:rPr lang="en-US" altLang="zh-CN">
                <a:solidFill>
                  <a:srgbClr val="0000FF"/>
                </a:solidFill>
                <a:ea typeface="黑体" panose="02010609060101010101" pitchFamily="49" charset="-122"/>
              </a:rPr>
              <a:t>ACK2</a:t>
            </a:r>
          </a:p>
        </p:txBody>
      </p:sp>
      <p:sp>
        <p:nvSpPr>
          <p:cNvPr id="97314" name="直接连接符 314421">
            <a:extLst>
              <a:ext uri="{FF2B5EF4-FFF2-40B4-BE49-F238E27FC236}">
                <a16:creationId xmlns:a16="http://schemas.microsoft.com/office/drawing/2014/main" id="{4D60CD33-8377-41C1-9CD6-B4054BC70686}"/>
              </a:ext>
            </a:extLst>
          </p:cNvPr>
          <p:cNvSpPr>
            <a:spLocks noChangeShapeType="1"/>
          </p:cNvSpPr>
          <p:nvPr/>
        </p:nvSpPr>
        <p:spPr bwMode="auto">
          <a:xfrm flipH="1">
            <a:off x="1128713" y="4408488"/>
            <a:ext cx="4267200" cy="465137"/>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315" name="组合 314422">
            <a:extLst>
              <a:ext uri="{FF2B5EF4-FFF2-40B4-BE49-F238E27FC236}">
                <a16:creationId xmlns:a16="http://schemas.microsoft.com/office/drawing/2014/main" id="{F5F254D5-9953-4262-8AC9-F727EA719EF3}"/>
              </a:ext>
            </a:extLst>
          </p:cNvPr>
          <p:cNvGrpSpPr>
            <a:grpSpLocks/>
          </p:cNvGrpSpPr>
          <p:nvPr/>
        </p:nvGrpSpPr>
        <p:grpSpPr bwMode="auto">
          <a:xfrm rot="-345382">
            <a:off x="3671888" y="4408488"/>
            <a:ext cx="985837" cy="279400"/>
            <a:chOff x="3840" y="2448"/>
            <a:chExt cx="576" cy="144"/>
          </a:xfrm>
        </p:grpSpPr>
        <p:sp>
          <p:nvSpPr>
            <p:cNvPr id="314424" name="右箭头 314423">
              <a:extLst>
                <a:ext uri="{FF2B5EF4-FFF2-40B4-BE49-F238E27FC236}">
                  <a16:creationId xmlns:a16="http://schemas.microsoft.com/office/drawing/2014/main" id="{B412DA80-B242-461A-B4F0-FD290E54F929}"/>
                </a:ext>
              </a:extLst>
            </p:cNvPr>
            <p:cNvSpPr/>
            <p:nvPr/>
          </p:nvSpPr>
          <p:spPr>
            <a:xfrm flipH="1">
              <a:off x="3840" y="2448"/>
              <a:ext cx="144" cy="144"/>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97354" name="矩形 314424">
              <a:extLst>
                <a:ext uri="{FF2B5EF4-FFF2-40B4-BE49-F238E27FC236}">
                  <a16:creationId xmlns:a16="http://schemas.microsoft.com/office/drawing/2014/main" id="{112D460F-3A2A-426B-9A9C-B418044DDF4E}"/>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ACK3</a:t>
              </a:r>
            </a:p>
          </p:txBody>
        </p:sp>
      </p:grpSp>
      <p:sp>
        <p:nvSpPr>
          <p:cNvPr id="97316" name="文本框 314425">
            <a:extLst>
              <a:ext uri="{FF2B5EF4-FFF2-40B4-BE49-F238E27FC236}">
                <a16:creationId xmlns:a16="http://schemas.microsoft.com/office/drawing/2014/main" id="{C2622E9B-B2E3-44AE-950D-B9760CB0F853}"/>
              </a:ext>
            </a:extLst>
          </p:cNvPr>
          <p:cNvSpPr txBox="1">
            <a:spLocks noChangeArrowheads="1"/>
          </p:cNvSpPr>
          <p:nvPr/>
        </p:nvSpPr>
        <p:spPr bwMode="auto">
          <a:xfrm>
            <a:off x="5395913" y="4103688"/>
            <a:ext cx="210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ACK3 </a:t>
            </a:r>
            <a:r>
              <a:rPr lang="zh-CN" altLang="en-US">
                <a:solidFill>
                  <a:schemeClr val="tx1"/>
                </a:solidFill>
                <a:ea typeface="黑体" panose="02010609060101010101" pitchFamily="49" charset="-122"/>
              </a:rPr>
              <a:t>确认 </a:t>
            </a:r>
            <a:r>
              <a:rPr lang="en-US" altLang="zh-CN">
                <a:solidFill>
                  <a:schemeClr val="tx1"/>
                </a:solidFill>
                <a:ea typeface="黑体" panose="02010609060101010101" pitchFamily="49" charset="-122"/>
              </a:rPr>
              <a:t>DATA2</a:t>
            </a:r>
          </a:p>
        </p:txBody>
      </p:sp>
      <p:sp>
        <p:nvSpPr>
          <p:cNvPr id="97317" name="文本框 314426">
            <a:extLst>
              <a:ext uri="{FF2B5EF4-FFF2-40B4-BE49-F238E27FC236}">
                <a16:creationId xmlns:a16="http://schemas.microsoft.com/office/drawing/2014/main" id="{15C4E6F4-3092-45C1-9053-653D941F125E}"/>
              </a:ext>
            </a:extLst>
          </p:cNvPr>
          <p:cNvSpPr txBox="1">
            <a:spLocks noChangeArrowheads="1"/>
          </p:cNvSpPr>
          <p:nvPr/>
        </p:nvSpPr>
        <p:spPr bwMode="auto">
          <a:xfrm>
            <a:off x="5395913" y="4530725"/>
            <a:ext cx="2101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a:solidFill>
                  <a:schemeClr val="tx1"/>
                </a:solidFill>
                <a:ea typeface="黑体" panose="02010609060101010101" pitchFamily="49" charset="-122"/>
              </a:rPr>
              <a:t>ACK4 </a:t>
            </a:r>
            <a:r>
              <a:rPr lang="zh-CN" altLang="en-US">
                <a:solidFill>
                  <a:schemeClr val="tx1"/>
                </a:solidFill>
                <a:ea typeface="黑体" panose="02010609060101010101" pitchFamily="49" charset="-122"/>
              </a:rPr>
              <a:t>确认 </a:t>
            </a:r>
            <a:r>
              <a:rPr lang="en-US" altLang="zh-CN">
                <a:solidFill>
                  <a:schemeClr val="tx1"/>
                </a:solidFill>
                <a:ea typeface="黑体" panose="02010609060101010101" pitchFamily="49" charset="-122"/>
              </a:rPr>
              <a:t>DATA3</a:t>
            </a:r>
          </a:p>
        </p:txBody>
      </p:sp>
      <p:sp>
        <p:nvSpPr>
          <p:cNvPr id="97318" name="直接连接符 314427">
            <a:extLst>
              <a:ext uri="{FF2B5EF4-FFF2-40B4-BE49-F238E27FC236}">
                <a16:creationId xmlns:a16="http://schemas.microsoft.com/office/drawing/2014/main" id="{66CE8A15-8647-4BB2-B7D6-3E522D3E5D18}"/>
              </a:ext>
            </a:extLst>
          </p:cNvPr>
          <p:cNvSpPr>
            <a:spLocks noChangeShapeType="1"/>
          </p:cNvSpPr>
          <p:nvPr/>
        </p:nvSpPr>
        <p:spPr bwMode="auto">
          <a:xfrm flipH="1">
            <a:off x="1128713" y="4781550"/>
            <a:ext cx="4267200" cy="465138"/>
          </a:xfrm>
          <a:prstGeom prst="line">
            <a:avLst/>
          </a:prstGeom>
          <a:noFill/>
          <a:ln w="9525">
            <a:solidFill>
              <a:schemeClr val="tx1"/>
            </a:solidFill>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grpSp>
        <p:nvGrpSpPr>
          <p:cNvPr id="97319" name="组合 314428">
            <a:extLst>
              <a:ext uri="{FF2B5EF4-FFF2-40B4-BE49-F238E27FC236}">
                <a16:creationId xmlns:a16="http://schemas.microsoft.com/office/drawing/2014/main" id="{57C088B6-8B79-4C37-8B9E-8885EE6FDAC2}"/>
              </a:ext>
            </a:extLst>
          </p:cNvPr>
          <p:cNvGrpSpPr>
            <a:grpSpLocks/>
          </p:cNvGrpSpPr>
          <p:nvPr/>
        </p:nvGrpSpPr>
        <p:grpSpPr bwMode="auto">
          <a:xfrm rot="-345382">
            <a:off x="3671888" y="4781550"/>
            <a:ext cx="985837" cy="279400"/>
            <a:chOff x="3840" y="2448"/>
            <a:chExt cx="576" cy="144"/>
          </a:xfrm>
        </p:grpSpPr>
        <p:sp>
          <p:nvSpPr>
            <p:cNvPr id="314430" name="右箭头 314429">
              <a:extLst>
                <a:ext uri="{FF2B5EF4-FFF2-40B4-BE49-F238E27FC236}">
                  <a16:creationId xmlns:a16="http://schemas.microsoft.com/office/drawing/2014/main" id="{1E9C29DE-2F6B-4E67-9BB9-B606B2178BA2}"/>
                </a:ext>
              </a:extLst>
            </p:cNvPr>
            <p:cNvSpPr/>
            <p:nvPr/>
          </p:nvSpPr>
          <p:spPr>
            <a:xfrm flipH="1">
              <a:off x="3840" y="2448"/>
              <a:ext cx="144" cy="144"/>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97352" name="矩形 314430">
              <a:extLst>
                <a:ext uri="{FF2B5EF4-FFF2-40B4-BE49-F238E27FC236}">
                  <a16:creationId xmlns:a16="http://schemas.microsoft.com/office/drawing/2014/main" id="{EA56A1BC-D641-46FE-AEBB-B7CA71433285}"/>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ACK4</a:t>
              </a:r>
            </a:p>
          </p:txBody>
        </p:sp>
      </p:grpSp>
      <p:grpSp>
        <p:nvGrpSpPr>
          <p:cNvPr id="97320" name="组合 314431">
            <a:extLst>
              <a:ext uri="{FF2B5EF4-FFF2-40B4-BE49-F238E27FC236}">
                <a16:creationId xmlns:a16="http://schemas.microsoft.com/office/drawing/2014/main" id="{C108B3BA-781F-4C50-9576-1074007368AA}"/>
              </a:ext>
            </a:extLst>
          </p:cNvPr>
          <p:cNvGrpSpPr>
            <a:grpSpLocks/>
          </p:cNvGrpSpPr>
          <p:nvPr/>
        </p:nvGrpSpPr>
        <p:grpSpPr bwMode="auto">
          <a:xfrm rot="344460">
            <a:off x="1538288" y="4967288"/>
            <a:ext cx="1724025" cy="279400"/>
            <a:chOff x="3024" y="1776"/>
            <a:chExt cx="1008" cy="144"/>
          </a:xfrm>
        </p:grpSpPr>
        <p:sp>
          <p:nvSpPr>
            <p:cNvPr id="97349" name="矩形 314432">
              <a:extLst>
                <a:ext uri="{FF2B5EF4-FFF2-40B4-BE49-F238E27FC236}">
                  <a16:creationId xmlns:a16="http://schemas.microsoft.com/office/drawing/2014/main" id="{3CAD8910-B9DE-4C17-912B-BC384DE2A510}"/>
                </a:ext>
              </a:extLst>
            </p:cNvPr>
            <p:cNvSpPr>
              <a:spLocks noChangeArrowheads="1"/>
            </p:cNvSpPr>
            <p:nvPr/>
          </p:nvSpPr>
          <p:spPr bwMode="auto">
            <a:xfrm>
              <a:off x="3024" y="1776"/>
              <a:ext cx="864" cy="144"/>
            </a:xfrm>
            <a:prstGeom prst="rect">
              <a:avLst/>
            </a:prstGeom>
            <a:solidFill>
              <a:srgbClr val="FFFF00"/>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a:solidFill>
                    <a:schemeClr val="tx1"/>
                  </a:solidFill>
                  <a:ea typeface="黑体" panose="02010609060101010101" pitchFamily="49" charset="-122"/>
                </a:rPr>
                <a:t>重传 </a:t>
              </a:r>
              <a:r>
                <a:rPr lang="en-US" altLang="zh-CN">
                  <a:solidFill>
                    <a:schemeClr val="tx1"/>
                  </a:solidFill>
                  <a:ea typeface="黑体" panose="02010609060101010101" pitchFamily="49" charset="-122"/>
                </a:rPr>
                <a:t>DATA5</a:t>
              </a:r>
            </a:p>
          </p:txBody>
        </p:sp>
        <p:sp>
          <p:nvSpPr>
            <p:cNvPr id="314434" name="右箭头 314433">
              <a:extLst>
                <a:ext uri="{FF2B5EF4-FFF2-40B4-BE49-F238E27FC236}">
                  <a16:creationId xmlns:a16="http://schemas.microsoft.com/office/drawing/2014/main" id="{F4BEFF3E-771D-490D-8AEB-AA3E76544560}"/>
                </a:ext>
              </a:extLst>
            </p:cNvPr>
            <p:cNvSpPr/>
            <p:nvPr/>
          </p:nvSpPr>
          <p:spPr>
            <a:xfrm>
              <a:off x="3887" y="1776"/>
              <a:ext cx="144" cy="144"/>
            </a:xfrm>
            <a:prstGeom prst="rightArrow">
              <a:avLst>
                <a:gd name="adj1" fmla="val 50000"/>
                <a:gd name="adj2" fmla="val 25000"/>
              </a:avLst>
            </a:prstGeom>
            <a:solidFill>
              <a:srgbClr val="FFFF00"/>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grpSp>
        <p:nvGrpSpPr>
          <p:cNvPr id="97321" name="组合 314434">
            <a:extLst>
              <a:ext uri="{FF2B5EF4-FFF2-40B4-BE49-F238E27FC236}">
                <a16:creationId xmlns:a16="http://schemas.microsoft.com/office/drawing/2014/main" id="{BBCE4477-DE83-4D55-86FA-D95302B2EB81}"/>
              </a:ext>
            </a:extLst>
          </p:cNvPr>
          <p:cNvGrpSpPr>
            <a:grpSpLocks/>
          </p:cNvGrpSpPr>
          <p:nvPr/>
        </p:nvGrpSpPr>
        <p:grpSpPr bwMode="auto">
          <a:xfrm rot="344460">
            <a:off x="1538288" y="4594225"/>
            <a:ext cx="1724025" cy="279400"/>
            <a:chOff x="3024" y="1776"/>
            <a:chExt cx="1008" cy="144"/>
          </a:xfrm>
        </p:grpSpPr>
        <p:sp>
          <p:nvSpPr>
            <p:cNvPr id="97347" name="矩形 314435">
              <a:extLst>
                <a:ext uri="{FF2B5EF4-FFF2-40B4-BE49-F238E27FC236}">
                  <a16:creationId xmlns:a16="http://schemas.microsoft.com/office/drawing/2014/main" id="{8F157B71-227D-44AD-9AD1-A493BD6D4E3B}"/>
                </a:ext>
              </a:extLst>
            </p:cNvPr>
            <p:cNvSpPr>
              <a:spLocks noChangeArrowheads="1"/>
            </p:cNvSpPr>
            <p:nvPr/>
          </p:nvSpPr>
          <p:spPr bwMode="auto">
            <a:xfrm>
              <a:off x="3024" y="1776"/>
              <a:ext cx="864" cy="144"/>
            </a:xfrm>
            <a:prstGeom prst="rect">
              <a:avLst/>
            </a:prstGeom>
            <a:solidFill>
              <a:srgbClr val="FFFF00"/>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zh-CN" altLang="en-US">
                  <a:solidFill>
                    <a:schemeClr val="tx1"/>
                  </a:solidFill>
                  <a:ea typeface="黑体" panose="02010609060101010101" pitchFamily="49" charset="-122"/>
                </a:rPr>
                <a:t>重传 </a:t>
              </a:r>
              <a:r>
                <a:rPr lang="en-US" altLang="zh-CN">
                  <a:solidFill>
                    <a:schemeClr val="tx1"/>
                  </a:solidFill>
                  <a:ea typeface="黑体" panose="02010609060101010101" pitchFamily="49" charset="-122"/>
                </a:rPr>
                <a:t>DATA4</a:t>
              </a:r>
            </a:p>
          </p:txBody>
        </p:sp>
        <p:sp>
          <p:nvSpPr>
            <p:cNvPr id="314437" name="右箭头 314436">
              <a:extLst>
                <a:ext uri="{FF2B5EF4-FFF2-40B4-BE49-F238E27FC236}">
                  <a16:creationId xmlns:a16="http://schemas.microsoft.com/office/drawing/2014/main" id="{2071F0B4-7D19-4E05-A722-CF51C2F7FECD}"/>
                </a:ext>
              </a:extLst>
            </p:cNvPr>
            <p:cNvSpPr/>
            <p:nvPr/>
          </p:nvSpPr>
          <p:spPr>
            <a:xfrm>
              <a:off x="3887" y="1776"/>
              <a:ext cx="144" cy="144"/>
            </a:xfrm>
            <a:prstGeom prst="rightArrow">
              <a:avLst>
                <a:gd name="adj1" fmla="val 50000"/>
                <a:gd name="adj2" fmla="val 25000"/>
              </a:avLst>
            </a:prstGeom>
            <a:solidFill>
              <a:srgbClr val="FFFF00"/>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grpSp>
      <p:sp>
        <p:nvSpPr>
          <p:cNvPr id="97322" name="直接连接符 314437">
            <a:extLst>
              <a:ext uri="{FF2B5EF4-FFF2-40B4-BE49-F238E27FC236}">
                <a16:creationId xmlns:a16="http://schemas.microsoft.com/office/drawing/2014/main" id="{58B9C5FD-9787-4D9E-A138-8D099EE36753}"/>
              </a:ext>
            </a:extLst>
          </p:cNvPr>
          <p:cNvSpPr>
            <a:spLocks noChangeShapeType="1"/>
          </p:cNvSpPr>
          <p:nvPr/>
        </p:nvSpPr>
        <p:spPr bwMode="auto">
          <a:xfrm flipH="1">
            <a:off x="817563" y="2347913"/>
            <a:ext cx="0" cy="1490662"/>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97323" name="直接连接符 314438">
            <a:extLst>
              <a:ext uri="{FF2B5EF4-FFF2-40B4-BE49-F238E27FC236}">
                <a16:creationId xmlns:a16="http://schemas.microsoft.com/office/drawing/2014/main" id="{4254C17B-2247-4511-A11E-D57FD6805E06}"/>
              </a:ext>
            </a:extLst>
          </p:cNvPr>
          <p:cNvSpPr>
            <a:spLocks noChangeShapeType="1"/>
          </p:cNvSpPr>
          <p:nvPr/>
        </p:nvSpPr>
        <p:spPr bwMode="auto">
          <a:xfrm>
            <a:off x="636588" y="2359025"/>
            <a:ext cx="4921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4" name="直接连接符 314439">
            <a:extLst>
              <a:ext uri="{FF2B5EF4-FFF2-40B4-BE49-F238E27FC236}">
                <a16:creationId xmlns:a16="http://schemas.microsoft.com/office/drawing/2014/main" id="{2C0B03EF-572A-47A3-B2E9-64B539EFDF1E}"/>
              </a:ext>
            </a:extLst>
          </p:cNvPr>
          <p:cNvSpPr>
            <a:spLocks noChangeShapeType="1"/>
          </p:cNvSpPr>
          <p:nvPr/>
        </p:nvSpPr>
        <p:spPr bwMode="auto">
          <a:xfrm>
            <a:off x="646113" y="3849688"/>
            <a:ext cx="482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25" name="文本框 314440">
            <a:extLst>
              <a:ext uri="{FF2B5EF4-FFF2-40B4-BE49-F238E27FC236}">
                <a16:creationId xmlns:a16="http://schemas.microsoft.com/office/drawing/2014/main" id="{82ED066A-D003-49CE-A130-E4CD30C1DA0F}"/>
              </a:ext>
            </a:extLst>
          </p:cNvPr>
          <p:cNvSpPr txBox="1">
            <a:spLocks noChangeArrowheads="1"/>
          </p:cNvSpPr>
          <p:nvPr/>
        </p:nvSpPr>
        <p:spPr bwMode="auto">
          <a:xfrm>
            <a:off x="179388" y="2159000"/>
            <a:ext cx="412750" cy="173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a:solidFill>
                  <a:schemeClr val="tx1"/>
                </a:solidFill>
                <a:ea typeface="黑体" panose="02010609060101010101" pitchFamily="49" charset="-122"/>
              </a:rPr>
              <a:t>超</a:t>
            </a:r>
          </a:p>
          <a:p>
            <a:pPr>
              <a:spcBef>
                <a:spcPct val="0"/>
              </a:spcBef>
              <a:buClr>
                <a:srgbClr val="000000"/>
              </a:buClr>
            </a:pPr>
            <a:r>
              <a:rPr lang="zh-CN" altLang="en-US">
                <a:solidFill>
                  <a:schemeClr val="tx1"/>
                </a:solidFill>
                <a:ea typeface="黑体" panose="02010609060101010101" pitchFamily="49" charset="-122"/>
              </a:rPr>
              <a:t>时</a:t>
            </a:r>
          </a:p>
          <a:p>
            <a:pPr>
              <a:spcBef>
                <a:spcPct val="0"/>
              </a:spcBef>
              <a:buClr>
                <a:srgbClr val="000000"/>
              </a:buClr>
            </a:pPr>
            <a:r>
              <a:rPr lang="zh-CN" altLang="en-US">
                <a:solidFill>
                  <a:schemeClr val="tx1"/>
                </a:solidFill>
                <a:ea typeface="黑体" panose="02010609060101010101" pitchFamily="49" charset="-122"/>
              </a:rPr>
              <a:t>重</a:t>
            </a:r>
          </a:p>
          <a:p>
            <a:pPr>
              <a:spcBef>
                <a:spcPct val="0"/>
              </a:spcBef>
              <a:buClr>
                <a:srgbClr val="000000"/>
              </a:buClr>
            </a:pPr>
            <a:r>
              <a:rPr lang="zh-CN" altLang="en-US">
                <a:solidFill>
                  <a:schemeClr val="tx1"/>
                </a:solidFill>
                <a:ea typeface="黑体" panose="02010609060101010101" pitchFamily="49" charset="-122"/>
              </a:rPr>
              <a:t>传</a:t>
            </a:r>
          </a:p>
          <a:p>
            <a:pPr>
              <a:spcBef>
                <a:spcPct val="0"/>
              </a:spcBef>
              <a:buClr>
                <a:srgbClr val="000000"/>
              </a:buClr>
            </a:pPr>
            <a:r>
              <a:rPr lang="zh-CN" altLang="en-US">
                <a:solidFill>
                  <a:schemeClr val="tx1"/>
                </a:solidFill>
                <a:ea typeface="黑体" panose="02010609060101010101" pitchFamily="49" charset="-122"/>
              </a:rPr>
              <a:t>时</a:t>
            </a:r>
          </a:p>
          <a:p>
            <a:pPr>
              <a:spcBef>
                <a:spcPct val="0"/>
              </a:spcBef>
              <a:buClr>
                <a:srgbClr val="000000"/>
              </a:buClr>
            </a:pPr>
            <a:r>
              <a:rPr lang="zh-CN" altLang="en-US">
                <a:solidFill>
                  <a:schemeClr val="tx1"/>
                </a:solidFill>
                <a:ea typeface="黑体" panose="02010609060101010101" pitchFamily="49" charset="-122"/>
              </a:rPr>
              <a:t>间</a:t>
            </a:r>
          </a:p>
        </p:txBody>
      </p:sp>
      <p:sp>
        <p:nvSpPr>
          <p:cNvPr id="97326" name="文本框 314441">
            <a:extLst>
              <a:ext uri="{FF2B5EF4-FFF2-40B4-BE49-F238E27FC236}">
                <a16:creationId xmlns:a16="http://schemas.microsoft.com/office/drawing/2014/main" id="{7207E862-0830-452E-BC9C-18294D2BD8E1}"/>
              </a:ext>
            </a:extLst>
          </p:cNvPr>
          <p:cNvSpPr txBox="1">
            <a:spLocks noChangeArrowheads="1"/>
          </p:cNvSpPr>
          <p:nvPr/>
        </p:nvSpPr>
        <p:spPr bwMode="auto">
          <a:xfrm>
            <a:off x="1116013" y="122713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b="1">
                <a:solidFill>
                  <a:schemeClr val="tx1"/>
                </a:solidFill>
                <a:ea typeface="黑体" panose="02010609060101010101" pitchFamily="49" charset="-122"/>
              </a:rPr>
              <a:t>A</a:t>
            </a:r>
          </a:p>
        </p:txBody>
      </p:sp>
      <p:sp>
        <p:nvSpPr>
          <p:cNvPr id="97327" name="文本框 314442">
            <a:extLst>
              <a:ext uri="{FF2B5EF4-FFF2-40B4-BE49-F238E27FC236}">
                <a16:creationId xmlns:a16="http://schemas.microsoft.com/office/drawing/2014/main" id="{4743B9EF-D72B-41D1-BFBB-A18E66C684FA}"/>
              </a:ext>
            </a:extLst>
          </p:cNvPr>
          <p:cNvSpPr txBox="1">
            <a:spLocks noChangeArrowheads="1"/>
          </p:cNvSpPr>
          <p:nvPr/>
        </p:nvSpPr>
        <p:spPr bwMode="auto">
          <a:xfrm>
            <a:off x="5003800" y="122713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b="1">
                <a:solidFill>
                  <a:schemeClr val="tx1"/>
                </a:solidFill>
                <a:ea typeface="黑体" panose="02010609060101010101" pitchFamily="49" charset="-122"/>
              </a:rPr>
              <a:t>B</a:t>
            </a:r>
          </a:p>
        </p:txBody>
      </p:sp>
      <p:sp>
        <p:nvSpPr>
          <p:cNvPr id="97328" name="矩形 314443">
            <a:extLst>
              <a:ext uri="{FF2B5EF4-FFF2-40B4-BE49-F238E27FC236}">
                <a16:creationId xmlns:a16="http://schemas.microsoft.com/office/drawing/2014/main" id="{BB711FBE-5364-4299-809D-19C4CD6A855C}"/>
              </a:ext>
            </a:extLst>
          </p:cNvPr>
          <p:cNvSpPr>
            <a:spLocks noChangeArrowheads="1"/>
          </p:cNvSpPr>
          <p:nvPr/>
        </p:nvSpPr>
        <p:spPr bwMode="auto">
          <a:xfrm>
            <a:off x="735013" y="3011488"/>
            <a:ext cx="296862" cy="231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97329" name="文本框 314444">
            <a:extLst>
              <a:ext uri="{FF2B5EF4-FFF2-40B4-BE49-F238E27FC236}">
                <a16:creationId xmlns:a16="http://schemas.microsoft.com/office/drawing/2014/main" id="{A9018699-4F82-4904-BBAF-3DEB6A48BEF2}"/>
              </a:ext>
            </a:extLst>
          </p:cNvPr>
          <p:cNvSpPr txBox="1">
            <a:spLocks noChangeArrowheads="1"/>
          </p:cNvSpPr>
          <p:nvPr/>
        </p:nvSpPr>
        <p:spPr bwMode="auto">
          <a:xfrm>
            <a:off x="652463" y="2854325"/>
            <a:ext cx="4587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i="1">
                <a:solidFill>
                  <a:schemeClr val="tx1"/>
                </a:solidFill>
                <a:ea typeface="黑体" panose="02010609060101010101" pitchFamily="49" charset="-122"/>
              </a:rPr>
              <a:t>t</a:t>
            </a:r>
            <a:r>
              <a:rPr lang="en-US" altLang="zh-CN" i="1" baseline="-25000">
                <a:solidFill>
                  <a:schemeClr val="tx1"/>
                </a:solidFill>
                <a:ea typeface="黑体" panose="02010609060101010101" pitchFamily="49" charset="-122"/>
              </a:rPr>
              <a:t>out</a:t>
            </a:r>
          </a:p>
        </p:txBody>
      </p:sp>
      <p:sp>
        <p:nvSpPr>
          <p:cNvPr id="97330" name="左大括号 314445">
            <a:extLst>
              <a:ext uri="{FF2B5EF4-FFF2-40B4-BE49-F238E27FC236}">
                <a16:creationId xmlns:a16="http://schemas.microsoft.com/office/drawing/2014/main" id="{1EC1B744-8533-4DDA-BE52-AD1F0026873B}"/>
              </a:ext>
            </a:extLst>
          </p:cNvPr>
          <p:cNvSpPr>
            <a:spLocks/>
          </p:cNvSpPr>
          <p:nvPr/>
        </p:nvSpPr>
        <p:spPr bwMode="auto">
          <a:xfrm flipH="1">
            <a:off x="7483475" y="4179888"/>
            <a:ext cx="184150" cy="1233487"/>
          </a:xfrm>
          <a:prstGeom prst="leftBrace">
            <a:avLst>
              <a:gd name="adj1" fmla="val 55819"/>
              <a:gd name="adj2" fmla="val 50000"/>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97331" name="文本框 314446">
            <a:extLst>
              <a:ext uri="{FF2B5EF4-FFF2-40B4-BE49-F238E27FC236}">
                <a16:creationId xmlns:a16="http://schemas.microsoft.com/office/drawing/2014/main" id="{16541CDA-7224-4A48-AD50-DF5BA86DE939}"/>
              </a:ext>
            </a:extLst>
          </p:cNvPr>
          <p:cNvSpPr txBox="1">
            <a:spLocks noChangeArrowheads="1"/>
          </p:cNvSpPr>
          <p:nvPr/>
        </p:nvSpPr>
        <p:spPr bwMode="auto">
          <a:xfrm>
            <a:off x="7667625" y="4611688"/>
            <a:ext cx="109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a:solidFill>
                  <a:schemeClr val="tx1"/>
                </a:solidFill>
                <a:ea typeface="黑体" panose="02010609060101010101" pitchFamily="49" charset="-122"/>
              </a:rPr>
              <a:t>送交主机</a:t>
            </a:r>
          </a:p>
        </p:txBody>
      </p:sp>
      <p:sp>
        <p:nvSpPr>
          <p:cNvPr id="97332" name="文本框 314447">
            <a:extLst>
              <a:ext uri="{FF2B5EF4-FFF2-40B4-BE49-F238E27FC236}">
                <a16:creationId xmlns:a16="http://schemas.microsoft.com/office/drawing/2014/main" id="{DF116DB0-552C-4388-AD4E-9AB5D38D0F54}"/>
              </a:ext>
            </a:extLst>
          </p:cNvPr>
          <p:cNvSpPr txBox="1">
            <a:spLocks noChangeArrowheads="1"/>
          </p:cNvSpPr>
          <p:nvPr/>
        </p:nvSpPr>
        <p:spPr bwMode="auto">
          <a:xfrm>
            <a:off x="7650163" y="2052638"/>
            <a:ext cx="109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a:solidFill>
                  <a:schemeClr val="tx1"/>
                </a:solidFill>
                <a:ea typeface="黑体" panose="02010609060101010101" pitchFamily="49" charset="-122"/>
              </a:rPr>
              <a:t>送交主机</a:t>
            </a:r>
          </a:p>
        </p:txBody>
      </p:sp>
      <p:sp>
        <p:nvSpPr>
          <p:cNvPr id="97333" name="文本框 314448">
            <a:extLst>
              <a:ext uri="{FF2B5EF4-FFF2-40B4-BE49-F238E27FC236}">
                <a16:creationId xmlns:a16="http://schemas.microsoft.com/office/drawing/2014/main" id="{C4021965-64A9-4790-B7A8-A6EB5736B760}"/>
              </a:ext>
            </a:extLst>
          </p:cNvPr>
          <p:cNvSpPr txBox="1">
            <a:spLocks noChangeArrowheads="1"/>
          </p:cNvSpPr>
          <p:nvPr/>
        </p:nvSpPr>
        <p:spPr bwMode="auto">
          <a:xfrm rot="5400000">
            <a:off x="6370638" y="5040312"/>
            <a:ext cx="5397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800">
                <a:solidFill>
                  <a:schemeClr val="tx1"/>
                </a:solidFill>
                <a:ea typeface="黑体" panose="02010609060101010101" pitchFamily="49" charset="-122"/>
              </a:rPr>
              <a:t>…</a:t>
            </a:r>
          </a:p>
        </p:txBody>
      </p:sp>
      <p:sp>
        <p:nvSpPr>
          <p:cNvPr id="97334" name="左大括号 314449">
            <a:extLst>
              <a:ext uri="{FF2B5EF4-FFF2-40B4-BE49-F238E27FC236}">
                <a16:creationId xmlns:a16="http://schemas.microsoft.com/office/drawing/2014/main" id="{B7BCA8A2-5E1C-4937-8BA2-7B230F70D439}"/>
              </a:ext>
            </a:extLst>
          </p:cNvPr>
          <p:cNvSpPr>
            <a:spLocks/>
          </p:cNvSpPr>
          <p:nvPr/>
        </p:nvSpPr>
        <p:spPr bwMode="auto">
          <a:xfrm flipH="1">
            <a:off x="7493000" y="1947863"/>
            <a:ext cx="174625" cy="536575"/>
          </a:xfrm>
          <a:prstGeom prst="leftBrace">
            <a:avLst>
              <a:gd name="adj1" fmla="val 25606"/>
              <a:gd name="adj2" fmla="val 50000"/>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97335" name="文本框 314450">
            <a:extLst>
              <a:ext uri="{FF2B5EF4-FFF2-40B4-BE49-F238E27FC236}">
                <a16:creationId xmlns:a16="http://schemas.microsoft.com/office/drawing/2014/main" id="{2A99F797-5D33-4CCB-B6FD-86F06980F8E7}"/>
              </a:ext>
            </a:extLst>
          </p:cNvPr>
          <p:cNvSpPr txBox="1">
            <a:spLocks noChangeArrowheads="1"/>
          </p:cNvSpPr>
          <p:nvPr/>
        </p:nvSpPr>
        <p:spPr bwMode="auto">
          <a:xfrm rot="423026">
            <a:off x="2665413" y="2339975"/>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b="1">
                <a:solidFill>
                  <a:schemeClr val="tx1"/>
                </a:solidFill>
                <a:ea typeface="黑体" panose="02010609060101010101" pitchFamily="49" charset="-122"/>
              </a:rPr>
              <a:t>??</a:t>
            </a:r>
          </a:p>
        </p:txBody>
      </p:sp>
      <p:grpSp>
        <p:nvGrpSpPr>
          <p:cNvPr id="97336" name="组合 314451">
            <a:extLst>
              <a:ext uri="{FF2B5EF4-FFF2-40B4-BE49-F238E27FC236}">
                <a16:creationId xmlns:a16="http://schemas.microsoft.com/office/drawing/2014/main" id="{94F5DC7D-6688-4435-8C99-CE39D23F8329}"/>
              </a:ext>
            </a:extLst>
          </p:cNvPr>
          <p:cNvGrpSpPr>
            <a:grpSpLocks/>
          </p:cNvGrpSpPr>
          <p:nvPr/>
        </p:nvGrpSpPr>
        <p:grpSpPr bwMode="auto">
          <a:xfrm rot="-345382">
            <a:off x="3671888" y="3238500"/>
            <a:ext cx="985837" cy="279400"/>
            <a:chOff x="3840" y="2448"/>
            <a:chExt cx="576" cy="144"/>
          </a:xfrm>
        </p:grpSpPr>
        <p:sp>
          <p:nvSpPr>
            <p:cNvPr id="314453" name="右箭头 314452">
              <a:extLst>
                <a:ext uri="{FF2B5EF4-FFF2-40B4-BE49-F238E27FC236}">
                  <a16:creationId xmlns:a16="http://schemas.microsoft.com/office/drawing/2014/main" id="{FEDB96C5-D735-466E-AF74-905B28C2FA4E}"/>
                </a:ext>
              </a:extLst>
            </p:cNvPr>
            <p:cNvSpPr/>
            <p:nvPr/>
          </p:nvSpPr>
          <p:spPr>
            <a:xfrm flipH="1">
              <a:off x="3840" y="2448"/>
              <a:ext cx="144" cy="144"/>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97346" name="矩形 314453">
              <a:extLst>
                <a:ext uri="{FF2B5EF4-FFF2-40B4-BE49-F238E27FC236}">
                  <a16:creationId xmlns:a16="http://schemas.microsoft.com/office/drawing/2014/main" id="{AF11D6A7-04C2-4F0E-8FF4-F106170D4458}"/>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ACK2</a:t>
              </a:r>
            </a:p>
          </p:txBody>
        </p:sp>
      </p:grpSp>
      <p:grpSp>
        <p:nvGrpSpPr>
          <p:cNvPr id="97337" name="组合 314454">
            <a:extLst>
              <a:ext uri="{FF2B5EF4-FFF2-40B4-BE49-F238E27FC236}">
                <a16:creationId xmlns:a16="http://schemas.microsoft.com/office/drawing/2014/main" id="{9A6CAD82-8882-471B-A43C-2FAC7CD2883C}"/>
              </a:ext>
            </a:extLst>
          </p:cNvPr>
          <p:cNvGrpSpPr>
            <a:grpSpLocks/>
          </p:cNvGrpSpPr>
          <p:nvPr/>
        </p:nvGrpSpPr>
        <p:grpSpPr bwMode="auto">
          <a:xfrm rot="-345382">
            <a:off x="3671888" y="3629025"/>
            <a:ext cx="985837" cy="279400"/>
            <a:chOff x="3840" y="2448"/>
            <a:chExt cx="576" cy="144"/>
          </a:xfrm>
        </p:grpSpPr>
        <p:sp>
          <p:nvSpPr>
            <p:cNvPr id="314456" name="右箭头 314455">
              <a:extLst>
                <a:ext uri="{FF2B5EF4-FFF2-40B4-BE49-F238E27FC236}">
                  <a16:creationId xmlns:a16="http://schemas.microsoft.com/office/drawing/2014/main" id="{8715C5DE-B41B-4FF8-BF6F-2476532C8CF5}"/>
                </a:ext>
              </a:extLst>
            </p:cNvPr>
            <p:cNvSpPr/>
            <p:nvPr/>
          </p:nvSpPr>
          <p:spPr>
            <a:xfrm flipH="1">
              <a:off x="3840" y="2448"/>
              <a:ext cx="144" cy="144"/>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97344" name="矩形 314456">
              <a:extLst>
                <a:ext uri="{FF2B5EF4-FFF2-40B4-BE49-F238E27FC236}">
                  <a16:creationId xmlns:a16="http://schemas.microsoft.com/office/drawing/2014/main" id="{AE7FB1DD-0165-495A-A957-C0969D969F3B}"/>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ACK2</a:t>
              </a:r>
            </a:p>
          </p:txBody>
        </p:sp>
      </p:grpSp>
      <p:grpSp>
        <p:nvGrpSpPr>
          <p:cNvPr id="97338" name="组合 314457">
            <a:extLst>
              <a:ext uri="{FF2B5EF4-FFF2-40B4-BE49-F238E27FC236}">
                <a16:creationId xmlns:a16="http://schemas.microsoft.com/office/drawing/2014/main" id="{12EAD4E0-DA5A-4116-97FE-276BD25A967F}"/>
              </a:ext>
            </a:extLst>
          </p:cNvPr>
          <p:cNvGrpSpPr>
            <a:grpSpLocks/>
          </p:cNvGrpSpPr>
          <p:nvPr/>
        </p:nvGrpSpPr>
        <p:grpSpPr bwMode="auto">
          <a:xfrm rot="-345382">
            <a:off x="3671888" y="3995738"/>
            <a:ext cx="985837" cy="279400"/>
            <a:chOff x="3840" y="2448"/>
            <a:chExt cx="576" cy="144"/>
          </a:xfrm>
        </p:grpSpPr>
        <p:sp>
          <p:nvSpPr>
            <p:cNvPr id="314459" name="右箭头 314458">
              <a:extLst>
                <a:ext uri="{FF2B5EF4-FFF2-40B4-BE49-F238E27FC236}">
                  <a16:creationId xmlns:a16="http://schemas.microsoft.com/office/drawing/2014/main" id="{01FF439C-248B-448F-A6DA-124FB560EB2D}"/>
                </a:ext>
              </a:extLst>
            </p:cNvPr>
            <p:cNvSpPr/>
            <p:nvPr/>
          </p:nvSpPr>
          <p:spPr>
            <a:xfrm flipH="1">
              <a:off x="3840" y="2448"/>
              <a:ext cx="144" cy="144"/>
            </a:xfrm>
            <a:prstGeom prst="rightArrow">
              <a:avLst>
                <a:gd name="adj1" fmla="val 50000"/>
                <a:gd name="adj2" fmla="val 25000"/>
              </a:avLst>
            </a:prstGeom>
            <a:solidFill>
              <a:srgbClr val="FFCCFF"/>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a:lstStyle/>
            <a:p>
              <a:pPr>
                <a:spcBef>
                  <a:spcPct val="50000"/>
                </a:spcBef>
                <a:defRPr/>
              </a:pPr>
              <a:endParaRPr lang="zh-CN" altLang="en-US"/>
            </a:p>
          </p:txBody>
        </p:sp>
        <p:sp>
          <p:nvSpPr>
            <p:cNvPr id="97342" name="矩形 314459">
              <a:extLst>
                <a:ext uri="{FF2B5EF4-FFF2-40B4-BE49-F238E27FC236}">
                  <a16:creationId xmlns:a16="http://schemas.microsoft.com/office/drawing/2014/main" id="{D4A691EB-B874-4190-AE63-9985B37B1910}"/>
                </a:ext>
              </a:extLst>
            </p:cNvPr>
            <p:cNvSpPr>
              <a:spLocks noChangeArrowheads="1"/>
            </p:cNvSpPr>
            <p:nvPr/>
          </p:nvSpPr>
          <p:spPr bwMode="auto">
            <a:xfrm flipH="1">
              <a:off x="3984" y="2448"/>
              <a:ext cx="432" cy="144"/>
            </a:xfrm>
            <a:prstGeom prst="rect">
              <a:avLst/>
            </a:prstGeom>
            <a:solidFill>
              <a:srgbClr val="FFCCFF"/>
            </a:solidFill>
            <a:ln w="9525">
              <a:solidFill>
                <a:schemeClr val="tx1"/>
              </a:solidFill>
              <a:miter lim="800000"/>
              <a:headEnd/>
              <a:tailEnd/>
            </a:ln>
          </p:spPr>
          <p:txBody>
            <a:bodyPr wrap="none" anchor="ct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spcBef>
                  <a:spcPct val="0"/>
                </a:spcBef>
                <a:buClr>
                  <a:srgbClr val="000000"/>
                </a:buClr>
              </a:pPr>
              <a:r>
                <a:rPr lang="en-US" altLang="zh-CN">
                  <a:solidFill>
                    <a:schemeClr val="tx1"/>
                  </a:solidFill>
                  <a:ea typeface="黑体" panose="02010609060101010101" pitchFamily="49" charset="-122"/>
                </a:rPr>
                <a:t>ACK2</a:t>
              </a:r>
            </a:p>
          </p:txBody>
        </p:sp>
      </p:grpSp>
      <p:sp>
        <p:nvSpPr>
          <p:cNvPr id="97339" name="直接连接符 314460">
            <a:extLst>
              <a:ext uri="{FF2B5EF4-FFF2-40B4-BE49-F238E27FC236}">
                <a16:creationId xmlns:a16="http://schemas.microsoft.com/office/drawing/2014/main" id="{49599B01-D524-4C6C-8343-F38A736DF395}"/>
              </a:ext>
            </a:extLst>
          </p:cNvPr>
          <p:cNvSpPr>
            <a:spLocks noChangeShapeType="1"/>
          </p:cNvSpPr>
          <p:nvPr/>
        </p:nvSpPr>
        <p:spPr bwMode="auto">
          <a:xfrm>
            <a:off x="1128713" y="1241425"/>
            <a:ext cx="0" cy="4378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340" name="Text Box 96">
            <a:extLst>
              <a:ext uri="{FF2B5EF4-FFF2-40B4-BE49-F238E27FC236}">
                <a16:creationId xmlns:a16="http://schemas.microsoft.com/office/drawing/2014/main" id="{8BCDB5CF-1BE0-4B39-A3A9-37A1630E5B0D}"/>
              </a:ext>
            </a:extLst>
          </p:cNvPr>
          <p:cNvSpPr txBox="1">
            <a:spLocks noChangeArrowheads="1"/>
          </p:cNvSpPr>
          <p:nvPr/>
        </p:nvSpPr>
        <p:spPr bwMode="auto">
          <a:xfrm>
            <a:off x="24384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lgn="ctr"/>
            <a:r>
              <a:rPr kumimoji="1" lang="zh-CN" altLang="en-US" sz="2400" b="1">
                <a:solidFill>
                  <a:srgbClr val="C00000"/>
                </a:solidFill>
                <a:latin typeface="Times New Roman" panose="02020603050405020304" pitchFamily="18" charset="0"/>
                <a:ea typeface="仿宋_GB2312" pitchFamily="49" charset="-122"/>
              </a:rPr>
              <a:t>异　常　通　信</a:t>
            </a:r>
          </a:p>
        </p:txBody>
      </p:sp>
    </p:spTree>
  </p:cSld>
  <p:clrMapOvr>
    <a:masterClrMapping/>
  </p:clrMapOvr>
  <p:transition spd="slow">
    <p:randomBar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318465">
            <a:extLst>
              <a:ext uri="{FF2B5EF4-FFF2-40B4-BE49-F238E27FC236}">
                <a16:creationId xmlns:a16="http://schemas.microsoft.com/office/drawing/2014/main" id="{BD961B72-3239-4BD8-AA13-9C927C3F94C3}"/>
              </a:ext>
            </a:extLst>
          </p:cNvPr>
          <p:cNvSpPr>
            <a:spLocks noGrp="1"/>
          </p:cNvSpPr>
          <p:nvPr>
            <p:ph type="title"/>
          </p:nvPr>
        </p:nvSpPr>
        <p:spPr/>
        <p:txBody>
          <a:bodyPr/>
          <a:lstStyle/>
          <a:p>
            <a:pPr algn="ctr"/>
            <a:r>
              <a:rPr lang="zh-CN" altLang="en-US" dirty="0"/>
              <a:t>异常通讯的解释</a:t>
            </a:r>
          </a:p>
        </p:txBody>
      </p:sp>
      <p:sp>
        <p:nvSpPr>
          <p:cNvPr id="98307" name="文本占位符 318466">
            <a:extLst>
              <a:ext uri="{FF2B5EF4-FFF2-40B4-BE49-F238E27FC236}">
                <a16:creationId xmlns:a16="http://schemas.microsoft.com/office/drawing/2014/main" id="{7323AB33-F882-4F02-A756-EDA8AA64BEE1}"/>
              </a:ext>
            </a:extLst>
          </p:cNvPr>
          <p:cNvSpPr>
            <a:spLocks noGrp="1"/>
          </p:cNvSpPr>
          <p:nvPr>
            <p:ph type="body" idx="1"/>
          </p:nvPr>
        </p:nvSpPr>
        <p:spPr>
          <a:xfrm>
            <a:off x="250825" y="1196975"/>
            <a:ext cx="8642350" cy="4608513"/>
          </a:xfrm>
        </p:spPr>
        <p:txBody>
          <a:bodyPr/>
          <a:lstStyle/>
          <a:p>
            <a:pPr marL="0" indent="0">
              <a:lnSpc>
                <a:spcPct val="120000"/>
              </a:lnSpc>
              <a:spcAft>
                <a:spcPct val="20000"/>
              </a:spcAft>
              <a:buNone/>
            </a:pPr>
            <a:r>
              <a:rPr lang="en-US" altLang="zh-CN" sz="1800" dirty="0"/>
              <a:t>(1) </a:t>
            </a:r>
            <a:r>
              <a:rPr lang="zh-CN" altLang="en-US" sz="1800" dirty="0"/>
              <a:t>接收端只按序接收数据帧。虽然在有差错的 </a:t>
            </a:r>
            <a:r>
              <a:rPr lang="en-US" altLang="zh-CN" sz="1800" dirty="0"/>
              <a:t>2</a:t>
            </a:r>
            <a:r>
              <a:rPr lang="zh-CN" altLang="en-US" sz="1800" dirty="0"/>
              <a:t>号帧之后接着又收到了正确的 </a:t>
            </a:r>
            <a:r>
              <a:rPr lang="en-US" altLang="zh-CN" sz="1800" dirty="0"/>
              <a:t>3 </a:t>
            </a:r>
            <a:r>
              <a:rPr lang="zh-CN" altLang="en-US" sz="1800" dirty="0"/>
              <a:t>个数据帧，但接收端都必须将这些帧丢弃，因为在这些帧前面有一个 </a:t>
            </a:r>
            <a:r>
              <a:rPr lang="en-US" altLang="zh-CN" sz="1800" dirty="0"/>
              <a:t>2 </a:t>
            </a:r>
            <a:r>
              <a:rPr lang="zh-CN" altLang="en-US" sz="1800" dirty="0"/>
              <a:t>号帧还没有收到。虽然丢弃了这些不按序的无差错帧，但应重复发送已发送过的最后一个确认帧（防止确认帧丢失）。</a:t>
            </a:r>
          </a:p>
          <a:p>
            <a:pPr marL="0" indent="0">
              <a:lnSpc>
                <a:spcPct val="120000"/>
              </a:lnSpc>
              <a:spcAft>
                <a:spcPct val="20000"/>
              </a:spcAft>
              <a:buNone/>
            </a:pPr>
            <a:r>
              <a:rPr lang="en-US" altLang="zh-CN" sz="1800" dirty="0"/>
              <a:t>(2) ACK1 </a:t>
            </a:r>
            <a:r>
              <a:rPr lang="zh-CN" altLang="en-US" sz="1800" dirty="0"/>
              <a:t>表示确认 </a:t>
            </a:r>
            <a:r>
              <a:rPr lang="en-US" altLang="zh-CN" sz="1800" dirty="0"/>
              <a:t>0 </a:t>
            </a:r>
            <a:r>
              <a:rPr lang="zh-CN" altLang="en-US" sz="1800" dirty="0"/>
              <a:t>号帧 </a:t>
            </a:r>
            <a:r>
              <a:rPr lang="en-US" altLang="zh-CN" sz="1800" dirty="0"/>
              <a:t>DATA0</a:t>
            </a:r>
            <a:r>
              <a:rPr lang="zh-CN" altLang="en-US" sz="1800" dirty="0"/>
              <a:t>，并期望下次收到 </a:t>
            </a:r>
            <a:r>
              <a:rPr lang="en-US" altLang="zh-CN" sz="1800" dirty="0"/>
              <a:t>1 </a:t>
            </a:r>
            <a:r>
              <a:rPr lang="zh-CN" altLang="en-US" sz="1800" dirty="0"/>
              <a:t>号帧；</a:t>
            </a:r>
            <a:r>
              <a:rPr lang="en-US" altLang="zh-CN" sz="1800" dirty="0"/>
              <a:t>ACK2 </a:t>
            </a:r>
            <a:r>
              <a:rPr lang="zh-CN" altLang="en-US" sz="1800" dirty="0"/>
              <a:t>表示确认 </a:t>
            </a:r>
            <a:r>
              <a:rPr lang="en-US" altLang="zh-CN" sz="1800" dirty="0"/>
              <a:t>1 </a:t>
            </a:r>
            <a:r>
              <a:rPr lang="zh-CN" altLang="en-US" sz="1800" dirty="0"/>
              <a:t>号帧 </a:t>
            </a:r>
            <a:r>
              <a:rPr lang="en-US" altLang="zh-CN" sz="1800" dirty="0"/>
              <a:t>DATA1</a:t>
            </a:r>
            <a:r>
              <a:rPr lang="zh-CN" altLang="en-US" sz="1800" dirty="0"/>
              <a:t>，并期望下次收到 </a:t>
            </a:r>
            <a:r>
              <a:rPr lang="en-US" altLang="zh-CN" sz="1800" dirty="0"/>
              <a:t>2 </a:t>
            </a:r>
            <a:r>
              <a:rPr lang="zh-CN" altLang="en-US" sz="1800" dirty="0"/>
              <a:t>号帧。依此类推。</a:t>
            </a:r>
          </a:p>
          <a:p>
            <a:pPr marL="0" indent="0">
              <a:lnSpc>
                <a:spcPct val="120000"/>
              </a:lnSpc>
              <a:spcAft>
                <a:spcPct val="20000"/>
              </a:spcAft>
              <a:buNone/>
            </a:pPr>
            <a:r>
              <a:rPr lang="en-US" altLang="zh-CN" sz="1800" dirty="0"/>
              <a:t>(3) </a:t>
            </a:r>
            <a:r>
              <a:rPr lang="zh-CN" altLang="en-US" sz="1800" dirty="0"/>
              <a:t>节点 </a:t>
            </a:r>
            <a:r>
              <a:rPr lang="en-US" altLang="zh-CN" sz="1800" dirty="0"/>
              <a:t>A </a:t>
            </a:r>
            <a:r>
              <a:rPr lang="zh-CN" altLang="en-US" sz="1800" dirty="0"/>
              <a:t>在每发送完一个数据帧时都要设置该帧的超时计时器。如果在所设置的超时时间内收到确认帧，就立即将超时计时器清零。但若在所设置的超时时间到了而未收到确认帧，就要重传相应的数据帧（仍需重新设置超时计时器）。</a:t>
            </a:r>
          </a:p>
          <a:p>
            <a:pPr marL="0" indent="0">
              <a:lnSpc>
                <a:spcPct val="120000"/>
              </a:lnSpc>
              <a:spcAft>
                <a:spcPct val="20000"/>
              </a:spcAft>
              <a:buNone/>
            </a:pPr>
            <a:r>
              <a:rPr lang="en-US" altLang="zh-CN" sz="1800" dirty="0"/>
              <a:t>(4) </a:t>
            </a:r>
            <a:r>
              <a:rPr lang="zh-CN" altLang="en-US" sz="1800" dirty="0"/>
              <a:t>在等不到 </a:t>
            </a:r>
            <a:r>
              <a:rPr lang="en-US" altLang="zh-CN" sz="1800" dirty="0"/>
              <a:t>2 </a:t>
            </a:r>
            <a:r>
              <a:rPr lang="zh-CN" altLang="en-US" sz="1800" dirty="0"/>
              <a:t>号帧的确认而重传 </a:t>
            </a:r>
            <a:r>
              <a:rPr lang="en-US" altLang="zh-CN" sz="1800" dirty="0"/>
              <a:t>2 </a:t>
            </a:r>
            <a:r>
              <a:rPr lang="zh-CN" altLang="en-US" sz="1800" dirty="0"/>
              <a:t>号数据帧时，虽然节点 </a:t>
            </a:r>
            <a:r>
              <a:rPr lang="en-US" altLang="zh-CN" sz="1800" dirty="0"/>
              <a:t>A </a:t>
            </a:r>
            <a:r>
              <a:rPr lang="zh-CN" altLang="en-US" sz="1800" dirty="0"/>
              <a:t>已经发完了 </a:t>
            </a:r>
            <a:r>
              <a:rPr lang="en-US" altLang="zh-CN" sz="1800" dirty="0"/>
              <a:t>5 </a:t>
            </a:r>
            <a:r>
              <a:rPr lang="zh-CN" altLang="en-US" sz="1800" dirty="0"/>
              <a:t>号帧，但仍必须向回走，将 </a:t>
            </a:r>
            <a:r>
              <a:rPr lang="en-US" altLang="zh-CN" sz="1800" dirty="0"/>
              <a:t>2</a:t>
            </a:r>
            <a:r>
              <a:rPr lang="zh-CN" altLang="en-US" sz="1800" dirty="0"/>
              <a:t>号帧及其以后的各帧全部进行重传。</a:t>
            </a:r>
          </a:p>
        </p:txBody>
      </p:sp>
      <p:sp>
        <p:nvSpPr>
          <p:cNvPr id="98308" name="矩形 1">
            <a:extLst>
              <a:ext uri="{FF2B5EF4-FFF2-40B4-BE49-F238E27FC236}">
                <a16:creationId xmlns:a16="http://schemas.microsoft.com/office/drawing/2014/main" id="{4826098E-929D-47EC-AD52-B6C07098E32C}"/>
              </a:ext>
            </a:extLst>
          </p:cNvPr>
          <p:cNvSpPr>
            <a:spLocks noChangeArrowheads="1"/>
          </p:cNvSpPr>
          <p:nvPr/>
        </p:nvSpPr>
        <p:spPr bwMode="auto">
          <a:xfrm>
            <a:off x="179388" y="5445125"/>
            <a:ext cx="92884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400">
                <a:solidFill>
                  <a:srgbClr val="0000FF"/>
                </a:solidFill>
              </a:rPr>
              <a:t>连续 ARQ 又称为Go-back-N ARQ；</a:t>
            </a:r>
            <a:endParaRPr lang="en-US" altLang="zh-CN" sz="2400">
              <a:solidFill>
                <a:srgbClr val="0000FF"/>
              </a:solidFill>
            </a:endParaRPr>
          </a:p>
          <a:p>
            <a:r>
              <a:rPr lang="zh-CN" altLang="en-US" sz="2400">
                <a:solidFill>
                  <a:srgbClr val="0000FF"/>
                </a:solidFill>
              </a:rPr>
              <a:t>意思是当出现差错必须重传时，要回走 N 个帧，然后再开始重传。</a:t>
            </a:r>
          </a:p>
        </p:txBody>
      </p:sp>
    </p:spTree>
  </p:cSld>
  <p:clrMapOvr>
    <a:masterClrMapping/>
  </p:clrMapOvr>
  <p:transition spd="slow">
    <p:randomBar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989D3B-AB37-4384-8E50-F7D051B4A217}"/>
              </a:ext>
            </a:extLst>
          </p:cNvPr>
          <p:cNvSpPr>
            <a:spLocks noGrp="1"/>
          </p:cNvSpPr>
          <p:nvPr>
            <p:ph type="title"/>
          </p:nvPr>
        </p:nvSpPr>
        <p:spPr/>
        <p:txBody>
          <a:bodyPr/>
          <a:lstStyle/>
          <a:p>
            <a:pPr algn="ctr"/>
            <a:r>
              <a:rPr lang="zh-CN" altLang="en-US" dirty="0"/>
              <a:t>连续 </a:t>
            </a:r>
            <a:r>
              <a:rPr lang="en-US" altLang="zh-CN" dirty="0"/>
              <a:t>ARQ </a:t>
            </a:r>
            <a:r>
              <a:rPr lang="zh-CN" altLang="en-US" dirty="0"/>
              <a:t>中的信道利用率 </a:t>
            </a:r>
          </a:p>
        </p:txBody>
      </p:sp>
      <p:sp>
        <p:nvSpPr>
          <p:cNvPr id="3" name="内容占位符 2">
            <a:extLst>
              <a:ext uri="{FF2B5EF4-FFF2-40B4-BE49-F238E27FC236}">
                <a16:creationId xmlns:a16="http://schemas.microsoft.com/office/drawing/2014/main" id="{C1A99297-5C25-477A-A83F-07CB37E56427}"/>
              </a:ext>
            </a:extLst>
          </p:cNvPr>
          <p:cNvSpPr>
            <a:spLocks noGrp="1"/>
          </p:cNvSpPr>
          <p:nvPr>
            <p:ph idx="1"/>
          </p:nvPr>
        </p:nvSpPr>
        <p:spPr>
          <a:xfrm>
            <a:off x="539750" y="1269231"/>
            <a:ext cx="8001000" cy="2663825"/>
          </a:xfrm>
        </p:spPr>
        <p:txBody>
          <a:bodyPr/>
          <a:lstStyle/>
          <a:p>
            <a:pPr algn="just">
              <a:lnSpc>
                <a:spcPct val="90000"/>
              </a:lnSpc>
              <a:defRPr/>
            </a:pPr>
            <a:r>
              <a:rPr lang="zh-CN" altLang="en-US" sz="2400" dirty="0"/>
              <a:t>由于每个数据帧都必须包括一定的控制信息</a:t>
            </a:r>
            <a:r>
              <a:rPr lang="en-US" altLang="zh-CN" sz="2400" dirty="0"/>
              <a:t>(</a:t>
            </a:r>
            <a:r>
              <a:rPr lang="zh-CN" altLang="en-US" sz="2400" dirty="0"/>
              <a:t>如帧的序号、地址、同步信息以及其他的一些控制信息</a:t>
            </a:r>
            <a:r>
              <a:rPr lang="en-US" altLang="zh-CN" sz="2400" dirty="0"/>
              <a:t>)</a:t>
            </a:r>
            <a:r>
              <a:rPr lang="zh-CN" altLang="en-US" sz="2400" dirty="0"/>
              <a:t>，所以即使连续不停地发送数据帧，信道利用率</a:t>
            </a:r>
            <a:r>
              <a:rPr lang="en-US" altLang="zh-CN" sz="2400" dirty="0"/>
              <a:t>(</a:t>
            </a:r>
            <a:r>
              <a:rPr lang="zh-CN" altLang="en-US" sz="2400" dirty="0"/>
              <a:t>即扣除全部的控制信息后的数据率与信道容量之比</a:t>
            </a:r>
            <a:r>
              <a:rPr lang="en-US" altLang="zh-CN" sz="2400" dirty="0"/>
              <a:t>)</a:t>
            </a:r>
            <a:r>
              <a:rPr lang="zh-CN" altLang="en-US" sz="2400" dirty="0"/>
              <a:t>也不可能达到 </a:t>
            </a:r>
            <a:r>
              <a:rPr lang="en-US" altLang="zh-CN" sz="2400" dirty="0"/>
              <a:t>100 %</a:t>
            </a:r>
            <a:r>
              <a:rPr lang="zh-CN" altLang="en-US" sz="2400" dirty="0"/>
              <a:t>。</a:t>
            </a:r>
          </a:p>
          <a:p>
            <a:pPr algn="just">
              <a:lnSpc>
                <a:spcPct val="90000"/>
              </a:lnSpc>
              <a:defRPr/>
            </a:pPr>
            <a:r>
              <a:rPr lang="zh-CN" altLang="en-US" sz="2400" dirty="0"/>
              <a:t>当出现差错时</a:t>
            </a:r>
            <a:r>
              <a:rPr lang="en-US" altLang="zh-CN" sz="2400" dirty="0"/>
              <a:t>(</a:t>
            </a:r>
            <a:r>
              <a:rPr lang="zh-CN" altLang="en-US" sz="2400" dirty="0"/>
              <a:t>这是不可避免的</a:t>
            </a:r>
            <a:r>
              <a:rPr lang="en-US" altLang="zh-CN" sz="2400" dirty="0"/>
              <a:t>)</a:t>
            </a:r>
            <a:r>
              <a:rPr lang="zh-CN" altLang="en-US" sz="2400" dirty="0"/>
              <a:t>，数据帧的不断重传将进一步使信道利用率降低。</a:t>
            </a:r>
          </a:p>
          <a:p>
            <a:pPr algn="just">
              <a:lnSpc>
                <a:spcPct val="90000"/>
              </a:lnSpc>
              <a:defRPr/>
            </a:pPr>
            <a:r>
              <a:rPr lang="zh-CN" altLang="en-US" sz="2400" dirty="0"/>
              <a:t>若数据帧的帧长取得很短，那么控制信息在每一帧中所占的比例就增大，因而额外开销增大，这就导致信道利用率的下降。</a:t>
            </a:r>
          </a:p>
          <a:p>
            <a:pPr algn="just">
              <a:lnSpc>
                <a:spcPct val="90000"/>
              </a:lnSpc>
              <a:defRPr/>
            </a:pPr>
            <a:r>
              <a:rPr lang="zh-CN" altLang="en-US" sz="2400" dirty="0"/>
              <a:t>若帧长取得太长，则数据帧在传输过程中出错的概率就增大，于是重传次数将增大，这也会使信道利用率下降。</a:t>
            </a:r>
          </a:p>
          <a:p>
            <a:pPr algn="just">
              <a:lnSpc>
                <a:spcPct val="90000"/>
              </a:lnSpc>
              <a:defRPr/>
            </a:pPr>
            <a:r>
              <a:rPr lang="zh-CN" altLang="en-US" sz="2400" dirty="0"/>
              <a:t>由此可见，存在一个最佳帧长，在此帧长下信道的利用率最高。</a:t>
            </a:r>
          </a:p>
        </p:txBody>
      </p:sp>
    </p:spTree>
    <p:extLst>
      <p:ext uri="{BB962C8B-B14F-4D97-AF65-F5344CB8AC3E}">
        <p14:creationId xmlns:p14="http://schemas.microsoft.com/office/powerpoint/2010/main" val="126115844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313345">
            <a:extLst>
              <a:ext uri="{FF2B5EF4-FFF2-40B4-BE49-F238E27FC236}">
                <a16:creationId xmlns:a16="http://schemas.microsoft.com/office/drawing/2014/main" id="{D98107D1-B9F7-4A42-9C36-D21E18E5F7BC}"/>
              </a:ext>
            </a:extLst>
          </p:cNvPr>
          <p:cNvSpPr>
            <a:spLocks noGrp="1"/>
          </p:cNvSpPr>
          <p:nvPr>
            <p:ph type="title"/>
          </p:nvPr>
        </p:nvSpPr>
        <p:spPr/>
        <p:txBody>
          <a:bodyPr/>
          <a:lstStyle/>
          <a:p>
            <a:r>
              <a:rPr lang="en-US" altLang="zh-CN" dirty="0"/>
              <a:t>3. </a:t>
            </a:r>
            <a:r>
              <a:rPr lang="zh-CN" altLang="en-US" dirty="0"/>
              <a:t>滑动窗口协议</a:t>
            </a:r>
          </a:p>
        </p:txBody>
      </p:sp>
      <p:sp>
        <p:nvSpPr>
          <p:cNvPr id="94211" name="文本占位符 313346">
            <a:extLst>
              <a:ext uri="{FF2B5EF4-FFF2-40B4-BE49-F238E27FC236}">
                <a16:creationId xmlns:a16="http://schemas.microsoft.com/office/drawing/2014/main" id="{AB12D40B-E438-43F3-87E0-5CDDF64A7822}"/>
              </a:ext>
            </a:extLst>
          </p:cNvPr>
          <p:cNvSpPr>
            <a:spLocks noGrp="1"/>
          </p:cNvSpPr>
          <p:nvPr>
            <p:ph type="body" idx="1"/>
          </p:nvPr>
        </p:nvSpPr>
        <p:spPr>
          <a:xfrm>
            <a:off x="539750" y="1412875"/>
            <a:ext cx="8001000" cy="4535488"/>
          </a:xfrm>
        </p:spPr>
        <p:txBody>
          <a:bodyPr/>
          <a:lstStyle/>
          <a:p>
            <a:pPr>
              <a:lnSpc>
                <a:spcPct val="120000"/>
              </a:lnSpc>
              <a:spcAft>
                <a:spcPct val="20000"/>
              </a:spcAft>
            </a:pPr>
            <a:r>
              <a:rPr lang="zh-CN" altLang="en-US" dirty="0"/>
              <a:t>发送端和接收端分别设定发送窗口和接收窗口 。</a:t>
            </a:r>
          </a:p>
          <a:p>
            <a:pPr>
              <a:lnSpc>
                <a:spcPct val="120000"/>
              </a:lnSpc>
              <a:spcAft>
                <a:spcPct val="20000"/>
              </a:spcAft>
            </a:pPr>
            <a:r>
              <a:rPr lang="zh-CN" altLang="en-US" dirty="0"/>
              <a:t>发送窗口用来对发送端进行流量控制。</a:t>
            </a:r>
          </a:p>
          <a:p>
            <a:pPr>
              <a:lnSpc>
                <a:spcPct val="120000"/>
              </a:lnSpc>
              <a:spcAft>
                <a:spcPct val="20000"/>
              </a:spcAft>
            </a:pPr>
            <a:r>
              <a:rPr lang="zh-CN" altLang="en-US" dirty="0"/>
              <a:t>发送窗口的大小 </a:t>
            </a:r>
            <a:r>
              <a:rPr lang="en-US" altLang="zh-CN" i="1" dirty="0"/>
              <a:t>W</a:t>
            </a:r>
            <a:r>
              <a:rPr lang="en-US" altLang="zh-CN" i="1" baseline="-25000" dirty="0"/>
              <a:t>T</a:t>
            </a:r>
            <a:r>
              <a:rPr lang="en-US" altLang="zh-CN" i="1" dirty="0"/>
              <a:t> </a:t>
            </a:r>
            <a:r>
              <a:rPr lang="zh-CN" altLang="en-US" dirty="0"/>
              <a:t>代表在还没有收到对方确认信息的情况下发送端最多可以发送多少个数据帧。</a:t>
            </a:r>
          </a:p>
        </p:txBody>
      </p:sp>
    </p:spTree>
    <p:extLst>
      <p:ext uri="{BB962C8B-B14F-4D97-AF65-F5344CB8AC3E}">
        <p14:creationId xmlns:p14="http://schemas.microsoft.com/office/powerpoint/2010/main" val="3389553215"/>
      </p:ext>
    </p:extLst>
  </p:cSld>
  <p:clrMapOvr>
    <a:masterClrMapping/>
  </p:clrMapOvr>
  <p:transition spd="slow">
    <p:randomBar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矩形 319489">
            <a:extLst>
              <a:ext uri="{FF2B5EF4-FFF2-40B4-BE49-F238E27FC236}">
                <a16:creationId xmlns:a16="http://schemas.microsoft.com/office/drawing/2014/main" id="{4A09CE8D-DAA9-4817-AE56-0F2C07152650}"/>
              </a:ext>
            </a:extLst>
          </p:cNvPr>
          <p:cNvSpPr>
            <a:spLocks noChangeArrowheads="1"/>
          </p:cNvSpPr>
          <p:nvPr/>
        </p:nvSpPr>
        <p:spPr bwMode="auto">
          <a:xfrm>
            <a:off x="4171950" y="914400"/>
            <a:ext cx="4775200" cy="3032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11" name="任意多边形 319490">
            <a:extLst>
              <a:ext uri="{FF2B5EF4-FFF2-40B4-BE49-F238E27FC236}">
                <a16:creationId xmlns:a16="http://schemas.microsoft.com/office/drawing/2014/main" id="{FC479798-D8C9-4900-ABFE-9B05C686A93F}"/>
              </a:ext>
            </a:extLst>
          </p:cNvPr>
          <p:cNvSpPr>
            <a:spLocks/>
          </p:cNvSpPr>
          <p:nvPr/>
        </p:nvSpPr>
        <p:spPr bwMode="auto">
          <a:xfrm>
            <a:off x="514350" y="520700"/>
            <a:ext cx="3649663" cy="1588"/>
          </a:xfrm>
          <a:custGeom>
            <a:avLst/>
            <a:gdLst>
              <a:gd name="T0" fmla="*/ 0 w 2119"/>
              <a:gd name="T1" fmla="*/ 1 h 1"/>
              <a:gd name="T2" fmla="*/ 2119 w 2119"/>
              <a:gd name="T3" fmla="*/ 0 h 1"/>
              <a:gd name="T4" fmla="*/ 0 w 2119"/>
              <a:gd name="T5" fmla="*/ 0 h 1"/>
              <a:gd name="T6" fmla="*/ 2119 w 2119"/>
              <a:gd name="T7" fmla="*/ 1 h 1"/>
            </a:gdLst>
            <a:ahLst/>
            <a:cxnLst>
              <a:cxn ang="0">
                <a:pos x="T0" y="T1"/>
              </a:cxn>
              <a:cxn ang="0">
                <a:pos x="T2" y="T3"/>
              </a:cxn>
            </a:cxnLst>
            <a:rect l="T4" t="T5" r="T6" b="T7"/>
            <a:pathLst>
              <a:path w="2119" h="1">
                <a:moveTo>
                  <a:pt x="0" y="1"/>
                </a:moveTo>
                <a:lnTo>
                  <a:pt x="2119" y="0"/>
                </a:lnTo>
              </a:path>
            </a:pathLst>
          </a:custGeom>
          <a:noFill/>
          <a:ln w="12700" cap="flat" cmpd="sng">
            <a:solidFill>
              <a:schemeClr val="tx1"/>
            </a:solidFill>
            <a:prstDash val="solid"/>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212" name="矩形 319491">
            <a:extLst>
              <a:ext uri="{FF2B5EF4-FFF2-40B4-BE49-F238E27FC236}">
                <a16:creationId xmlns:a16="http://schemas.microsoft.com/office/drawing/2014/main" id="{C41BFB97-14EF-4FEF-BF88-C61001469786}"/>
              </a:ext>
            </a:extLst>
          </p:cNvPr>
          <p:cNvSpPr>
            <a:spLocks noChangeArrowheads="1"/>
          </p:cNvSpPr>
          <p:nvPr/>
        </p:nvSpPr>
        <p:spPr bwMode="auto">
          <a:xfrm>
            <a:off x="2182813" y="393700"/>
            <a:ext cx="500062" cy="3143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13" name="矩形 319492">
            <a:extLst>
              <a:ext uri="{FF2B5EF4-FFF2-40B4-BE49-F238E27FC236}">
                <a16:creationId xmlns:a16="http://schemas.microsoft.com/office/drawing/2014/main" id="{0E5E990B-A0A1-4963-8E1F-3EF07501106D}"/>
              </a:ext>
            </a:extLst>
          </p:cNvPr>
          <p:cNvSpPr>
            <a:spLocks noChangeArrowheads="1"/>
          </p:cNvSpPr>
          <p:nvPr/>
        </p:nvSpPr>
        <p:spPr bwMode="auto">
          <a:xfrm>
            <a:off x="515938" y="714375"/>
            <a:ext cx="3656012" cy="501650"/>
          </a:xfrm>
          <a:prstGeom prst="rect">
            <a:avLst/>
          </a:prstGeom>
          <a:solidFill>
            <a:srgbClr val="FFCC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14" name="直接连接符 319493">
            <a:extLst>
              <a:ext uri="{FF2B5EF4-FFF2-40B4-BE49-F238E27FC236}">
                <a16:creationId xmlns:a16="http://schemas.microsoft.com/office/drawing/2014/main" id="{B32C1293-EB35-432E-A15E-5957ED144526}"/>
              </a:ext>
            </a:extLst>
          </p:cNvPr>
          <p:cNvSpPr>
            <a:spLocks noChangeShapeType="1"/>
          </p:cNvSpPr>
          <p:nvPr/>
        </p:nvSpPr>
        <p:spPr bwMode="auto">
          <a:xfrm>
            <a:off x="527050" y="914400"/>
            <a:ext cx="8435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15" name="直接连接符 319494">
            <a:extLst>
              <a:ext uri="{FF2B5EF4-FFF2-40B4-BE49-F238E27FC236}">
                <a16:creationId xmlns:a16="http://schemas.microsoft.com/office/drawing/2014/main" id="{C9EFB8FA-0BDF-453B-84B7-F6E926A7834F}"/>
              </a:ext>
            </a:extLst>
          </p:cNvPr>
          <p:cNvSpPr>
            <a:spLocks noChangeShapeType="1"/>
          </p:cNvSpPr>
          <p:nvPr/>
        </p:nvSpPr>
        <p:spPr bwMode="auto">
          <a:xfrm>
            <a:off x="530225" y="1227138"/>
            <a:ext cx="84359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16" name="直接连接符 319495">
            <a:extLst>
              <a:ext uri="{FF2B5EF4-FFF2-40B4-BE49-F238E27FC236}">
                <a16:creationId xmlns:a16="http://schemas.microsoft.com/office/drawing/2014/main" id="{07F15EDC-0AAD-4284-A341-9DCDD5BE3842}"/>
              </a:ext>
            </a:extLst>
          </p:cNvPr>
          <p:cNvSpPr>
            <a:spLocks noChangeShapeType="1"/>
          </p:cNvSpPr>
          <p:nvPr/>
        </p:nvSpPr>
        <p:spPr bwMode="auto">
          <a:xfrm>
            <a:off x="1257300" y="914400"/>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17" name="直接连接符 319496">
            <a:extLst>
              <a:ext uri="{FF2B5EF4-FFF2-40B4-BE49-F238E27FC236}">
                <a16:creationId xmlns:a16="http://schemas.microsoft.com/office/drawing/2014/main" id="{8FC0ADAA-5646-4F6C-A310-01E398D6A45A}"/>
              </a:ext>
            </a:extLst>
          </p:cNvPr>
          <p:cNvSpPr>
            <a:spLocks noChangeShapeType="1"/>
          </p:cNvSpPr>
          <p:nvPr/>
        </p:nvSpPr>
        <p:spPr bwMode="auto">
          <a:xfrm>
            <a:off x="523875" y="904875"/>
            <a:ext cx="0" cy="3317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18" name="直接连接符 319497">
            <a:extLst>
              <a:ext uri="{FF2B5EF4-FFF2-40B4-BE49-F238E27FC236}">
                <a16:creationId xmlns:a16="http://schemas.microsoft.com/office/drawing/2014/main" id="{37CD0A57-9BCB-4397-B55C-D6C6FA2E63AE}"/>
              </a:ext>
            </a:extLst>
          </p:cNvPr>
          <p:cNvSpPr>
            <a:spLocks noChangeShapeType="1"/>
          </p:cNvSpPr>
          <p:nvPr/>
        </p:nvSpPr>
        <p:spPr bwMode="auto">
          <a:xfrm>
            <a:off x="1987550" y="920750"/>
            <a:ext cx="0" cy="2968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19" name="直接连接符 319498">
            <a:extLst>
              <a:ext uri="{FF2B5EF4-FFF2-40B4-BE49-F238E27FC236}">
                <a16:creationId xmlns:a16="http://schemas.microsoft.com/office/drawing/2014/main" id="{F30C1A53-87A8-413C-AA5B-256F7A28D05A}"/>
              </a:ext>
            </a:extLst>
          </p:cNvPr>
          <p:cNvSpPr>
            <a:spLocks noChangeShapeType="1"/>
          </p:cNvSpPr>
          <p:nvPr/>
        </p:nvSpPr>
        <p:spPr bwMode="auto">
          <a:xfrm>
            <a:off x="2719388" y="925513"/>
            <a:ext cx="0" cy="295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0" name="直接连接符 319499">
            <a:extLst>
              <a:ext uri="{FF2B5EF4-FFF2-40B4-BE49-F238E27FC236}">
                <a16:creationId xmlns:a16="http://schemas.microsoft.com/office/drawing/2014/main" id="{DA91540A-D37E-4DD0-9216-F726DBF5CB15}"/>
              </a:ext>
            </a:extLst>
          </p:cNvPr>
          <p:cNvSpPr>
            <a:spLocks noChangeShapeType="1"/>
          </p:cNvSpPr>
          <p:nvPr/>
        </p:nvSpPr>
        <p:spPr bwMode="auto">
          <a:xfrm>
            <a:off x="3446463" y="917575"/>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1" name="任意多边形 319500">
            <a:extLst>
              <a:ext uri="{FF2B5EF4-FFF2-40B4-BE49-F238E27FC236}">
                <a16:creationId xmlns:a16="http://schemas.microsoft.com/office/drawing/2014/main" id="{22BEB348-443D-4790-B267-8447CA8A3D7E}"/>
              </a:ext>
            </a:extLst>
          </p:cNvPr>
          <p:cNvSpPr>
            <a:spLocks/>
          </p:cNvSpPr>
          <p:nvPr/>
        </p:nvSpPr>
        <p:spPr bwMode="auto">
          <a:xfrm>
            <a:off x="4168775" y="917575"/>
            <a:ext cx="1588" cy="322263"/>
          </a:xfrm>
          <a:custGeom>
            <a:avLst/>
            <a:gdLst>
              <a:gd name="T0" fmla="*/ 0 w 1"/>
              <a:gd name="T1" fmla="*/ 0 h 208"/>
              <a:gd name="T2" fmla="*/ 0 w 1"/>
              <a:gd name="T3" fmla="*/ 208 h 208"/>
              <a:gd name="T4" fmla="*/ 0 w 1"/>
              <a:gd name="T5" fmla="*/ 0 h 208"/>
              <a:gd name="T6" fmla="*/ 1 w 1"/>
              <a:gd name="T7" fmla="*/ 208 h 208"/>
            </a:gdLst>
            <a:ahLst/>
            <a:cxnLst>
              <a:cxn ang="0">
                <a:pos x="T0" y="T1"/>
              </a:cxn>
              <a:cxn ang="0">
                <a:pos x="T2" y="T3"/>
              </a:cxn>
            </a:cxnLst>
            <a:rect l="T4" t="T5" r="T6" b="T7"/>
            <a:pathLst>
              <a:path w="1" h="208">
                <a:moveTo>
                  <a:pt x="0" y="0"/>
                </a:moveTo>
                <a:lnTo>
                  <a:pt x="0" y="208"/>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222" name="任意多边形 319501">
            <a:extLst>
              <a:ext uri="{FF2B5EF4-FFF2-40B4-BE49-F238E27FC236}">
                <a16:creationId xmlns:a16="http://schemas.microsoft.com/office/drawing/2014/main" id="{D0AD3EA7-2A03-47EC-9CE9-887FB00B7A7C}"/>
              </a:ext>
            </a:extLst>
          </p:cNvPr>
          <p:cNvSpPr>
            <a:spLocks/>
          </p:cNvSpPr>
          <p:nvPr/>
        </p:nvSpPr>
        <p:spPr bwMode="auto">
          <a:xfrm>
            <a:off x="4902200" y="925513"/>
            <a:ext cx="4763" cy="304800"/>
          </a:xfrm>
          <a:custGeom>
            <a:avLst/>
            <a:gdLst>
              <a:gd name="T0" fmla="*/ 3 w 3"/>
              <a:gd name="T1" fmla="*/ 0 h 198"/>
              <a:gd name="T2" fmla="*/ 0 w 3"/>
              <a:gd name="T3" fmla="*/ 198 h 198"/>
              <a:gd name="T4" fmla="*/ 0 w 3"/>
              <a:gd name="T5" fmla="*/ 0 h 198"/>
              <a:gd name="T6" fmla="*/ 3 w 3"/>
              <a:gd name="T7" fmla="*/ 198 h 198"/>
            </a:gdLst>
            <a:ahLst/>
            <a:cxnLst>
              <a:cxn ang="0">
                <a:pos x="T0" y="T1"/>
              </a:cxn>
              <a:cxn ang="0">
                <a:pos x="T2" y="T3"/>
              </a:cxn>
            </a:cxnLst>
            <a:rect l="T4" t="T5" r="T6" b="T7"/>
            <a:pathLst>
              <a:path w="3" h="198">
                <a:moveTo>
                  <a:pt x="3" y="0"/>
                </a:moveTo>
                <a:lnTo>
                  <a:pt x="0" y="198"/>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223" name="直接连接符 319502">
            <a:extLst>
              <a:ext uri="{FF2B5EF4-FFF2-40B4-BE49-F238E27FC236}">
                <a16:creationId xmlns:a16="http://schemas.microsoft.com/office/drawing/2014/main" id="{95377FAA-A22F-492F-9F19-48BD6E3016EF}"/>
              </a:ext>
            </a:extLst>
          </p:cNvPr>
          <p:cNvSpPr>
            <a:spLocks noChangeShapeType="1"/>
          </p:cNvSpPr>
          <p:nvPr/>
        </p:nvSpPr>
        <p:spPr bwMode="auto">
          <a:xfrm>
            <a:off x="5638800" y="925513"/>
            <a:ext cx="0" cy="295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4" name="直接连接符 319503">
            <a:extLst>
              <a:ext uri="{FF2B5EF4-FFF2-40B4-BE49-F238E27FC236}">
                <a16:creationId xmlns:a16="http://schemas.microsoft.com/office/drawing/2014/main" id="{60A21809-FBD5-4C59-9858-E942A16277CE}"/>
              </a:ext>
            </a:extLst>
          </p:cNvPr>
          <p:cNvSpPr>
            <a:spLocks noChangeShapeType="1"/>
          </p:cNvSpPr>
          <p:nvPr/>
        </p:nvSpPr>
        <p:spPr bwMode="auto">
          <a:xfrm>
            <a:off x="6369050" y="925513"/>
            <a:ext cx="0" cy="2952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5" name="直接连接符 319504">
            <a:extLst>
              <a:ext uri="{FF2B5EF4-FFF2-40B4-BE49-F238E27FC236}">
                <a16:creationId xmlns:a16="http://schemas.microsoft.com/office/drawing/2014/main" id="{C392D026-B930-4B56-823A-30E08500970B}"/>
              </a:ext>
            </a:extLst>
          </p:cNvPr>
          <p:cNvSpPr>
            <a:spLocks noChangeShapeType="1"/>
          </p:cNvSpPr>
          <p:nvPr/>
        </p:nvSpPr>
        <p:spPr bwMode="auto">
          <a:xfrm>
            <a:off x="7102475" y="914400"/>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6" name="直接连接符 319505">
            <a:extLst>
              <a:ext uri="{FF2B5EF4-FFF2-40B4-BE49-F238E27FC236}">
                <a16:creationId xmlns:a16="http://schemas.microsoft.com/office/drawing/2014/main" id="{04101357-6CE9-48D1-9551-A9B96CF3DEBE}"/>
              </a:ext>
            </a:extLst>
          </p:cNvPr>
          <p:cNvSpPr>
            <a:spLocks noChangeShapeType="1"/>
          </p:cNvSpPr>
          <p:nvPr/>
        </p:nvSpPr>
        <p:spPr bwMode="auto">
          <a:xfrm>
            <a:off x="7829550" y="917575"/>
            <a:ext cx="0" cy="298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7" name="直接连接符 319506">
            <a:extLst>
              <a:ext uri="{FF2B5EF4-FFF2-40B4-BE49-F238E27FC236}">
                <a16:creationId xmlns:a16="http://schemas.microsoft.com/office/drawing/2014/main" id="{0C1372F0-E858-43EA-953C-3DCCCAF35765}"/>
              </a:ext>
            </a:extLst>
          </p:cNvPr>
          <p:cNvSpPr>
            <a:spLocks noChangeShapeType="1"/>
          </p:cNvSpPr>
          <p:nvPr/>
        </p:nvSpPr>
        <p:spPr bwMode="auto">
          <a:xfrm>
            <a:off x="8562975" y="920750"/>
            <a:ext cx="0" cy="2968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8" name="矩形 319507">
            <a:extLst>
              <a:ext uri="{FF2B5EF4-FFF2-40B4-BE49-F238E27FC236}">
                <a16:creationId xmlns:a16="http://schemas.microsoft.com/office/drawing/2014/main" id="{A8EC0DC9-1E12-4D8A-887A-AC14DF064455}"/>
              </a:ext>
            </a:extLst>
          </p:cNvPr>
          <p:cNvSpPr>
            <a:spLocks noChangeArrowheads="1"/>
          </p:cNvSpPr>
          <p:nvPr/>
        </p:nvSpPr>
        <p:spPr bwMode="auto">
          <a:xfrm>
            <a:off x="706438"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229" name="矩形 319508">
            <a:extLst>
              <a:ext uri="{FF2B5EF4-FFF2-40B4-BE49-F238E27FC236}">
                <a16:creationId xmlns:a16="http://schemas.microsoft.com/office/drawing/2014/main" id="{32317BC6-3326-45E2-AD5B-3820E0F55EE9}"/>
              </a:ext>
            </a:extLst>
          </p:cNvPr>
          <p:cNvSpPr>
            <a:spLocks noChangeArrowheads="1"/>
          </p:cNvSpPr>
          <p:nvPr/>
        </p:nvSpPr>
        <p:spPr bwMode="auto">
          <a:xfrm>
            <a:off x="1419225"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230" name="矩形 319509">
            <a:extLst>
              <a:ext uri="{FF2B5EF4-FFF2-40B4-BE49-F238E27FC236}">
                <a16:creationId xmlns:a16="http://schemas.microsoft.com/office/drawing/2014/main" id="{A7370FD2-0DD4-4509-A13D-C52F2E934890}"/>
              </a:ext>
            </a:extLst>
          </p:cNvPr>
          <p:cNvSpPr>
            <a:spLocks noChangeArrowheads="1"/>
          </p:cNvSpPr>
          <p:nvPr/>
        </p:nvSpPr>
        <p:spPr bwMode="auto">
          <a:xfrm>
            <a:off x="2195513"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231" name="矩形 319510">
            <a:extLst>
              <a:ext uri="{FF2B5EF4-FFF2-40B4-BE49-F238E27FC236}">
                <a16:creationId xmlns:a16="http://schemas.microsoft.com/office/drawing/2014/main" id="{9AD0E7A5-E217-4DF8-9AB3-C3E2862415BA}"/>
              </a:ext>
            </a:extLst>
          </p:cNvPr>
          <p:cNvSpPr>
            <a:spLocks noChangeArrowheads="1"/>
          </p:cNvSpPr>
          <p:nvPr/>
        </p:nvSpPr>
        <p:spPr bwMode="auto">
          <a:xfrm>
            <a:off x="2925763"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3</a:t>
            </a:r>
          </a:p>
        </p:txBody>
      </p:sp>
      <p:sp>
        <p:nvSpPr>
          <p:cNvPr id="222232" name="矩形 319511">
            <a:extLst>
              <a:ext uri="{FF2B5EF4-FFF2-40B4-BE49-F238E27FC236}">
                <a16:creationId xmlns:a16="http://schemas.microsoft.com/office/drawing/2014/main" id="{383D537A-B878-48A7-BF18-A0C5C48990A8}"/>
              </a:ext>
            </a:extLst>
          </p:cNvPr>
          <p:cNvSpPr>
            <a:spLocks noChangeArrowheads="1"/>
          </p:cNvSpPr>
          <p:nvPr/>
        </p:nvSpPr>
        <p:spPr bwMode="auto">
          <a:xfrm>
            <a:off x="3621088" y="890588"/>
            <a:ext cx="4889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4</a:t>
            </a:r>
          </a:p>
        </p:txBody>
      </p:sp>
      <p:sp>
        <p:nvSpPr>
          <p:cNvPr id="222233" name="矩形 319512">
            <a:extLst>
              <a:ext uri="{FF2B5EF4-FFF2-40B4-BE49-F238E27FC236}">
                <a16:creationId xmlns:a16="http://schemas.microsoft.com/office/drawing/2014/main" id="{94356FA6-9203-4E3D-9AE7-A9AB00B9F6E7}"/>
              </a:ext>
            </a:extLst>
          </p:cNvPr>
          <p:cNvSpPr>
            <a:spLocks noChangeArrowheads="1"/>
          </p:cNvSpPr>
          <p:nvPr/>
        </p:nvSpPr>
        <p:spPr bwMode="auto">
          <a:xfrm>
            <a:off x="4351338"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5</a:t>
            </a:r>
          </a:p>
        </p:txBody>
      </p:sp>
      <p:sp>
        <p:nvSpPr>
          <p:cNvPr id="222234" name="矩形 319513">
            <a:extLst>
              <a:ext uri="{FF2B5EF4-FFF2-40B4-BE49-F238E27FC236}">
                <a16:creationId xmlns:a16="http://schemas.microsoft.com/office/drawing/2014/main" id="{9ECB1397-88BC-4B37-B4D5-B60A40FC1428}"/>
              </a:ext>
            </a:extLst>
          </p:cNvPr>
          <p:cNvSpPr>
            <a:spLocks noChangeArrowheads="1"/>
          </p:cNvSpPr>
          <p:nvPr/>
        </p:nvSpPr>
        <p:spPr bwMode="auto">
          <a:xfrm>
            <a:off x="5065713"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6</a:t>
            </a:r>
          </a:p>
        </p:txBody>
      </p:sp>
      <p:sp>
        <p:nvSpPr>
          <p:cNvPr id="222235" name="矩形 319514">
            <a:extLst>
              <a:ext uri="{FF2B5EF4-FFF2-40B4-BE49-F238E27FC236}">
                <a16:creationId xmlns:a16="http://schemas.microsoft.com/office/drawing/2014/main" id="{EF1815A0-A5D5-4A9E-8749-BC44BA531FF4}"/>
              </a:ext>
            </a:extLst>
          </p:cNvPr>
          <p:cNvSpPr>
            <a:spLocks noChangeArrowheads="1"/>
          </p:cNvSpPr>
          <p:nvPr/>
        </p:nvSpPr>
        <p:spPr bwMode="auto">
          <a:xfrm>
            <a:off x="5794375"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7</a:t>
            </a:r>
          </a:p>
        </p:txBody>
      </p:sp>
      <p:sp>
        <p:nvSpPr>
          <p:cNvPr id="222236" name="矩形 319515">
            <a:extLst>
              <a:ext uri="{FF2B5EF4-FFF2-40B4-BE49-F238E27FC236}">
                <a16:creationId xmlns:a16="http://schemas.microsoft.com/office/drawing/2014/main" id="{248EE5CA-EB2A-4D03-B47F-DA2B72F6E5D6}"/>
              </a:ext>
            </a:extLst>
          </p:cNvPr>
          <p:cNvSpPr>
            <a:spLocks noChangeArrowheads="1"/>
          </p:cNvSpPr>
          <p:nvPr/>
        </p:nvSpPr>
        <p:spPr bwMode="auto">
          <a:xfrm>
            <a:off x="6551613"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237" name="矩形 319516">
            <a:extLst>
              <a:ext uri="{FF2B5EF4-FFF2-40B4-BE49-F238E27FC236}">
                <a16:creationId xmlns:a16="http://schemas.microsoft.com/office/drawing/2014/main" id="{F187E783-6B4E-4100-B958-E6AEBBE31B29}"/>
              </a:ext>
            </a:extLst>
          </p:cNvPr>
          <p:cNvSpPr>
            <a:spLocks noChangeArrowheads="1"/>
          </p:cNvSpPr>
          <p:nvPr/>
        </p:nvSpPr>
        <p:spPr bwMode="auto">
          <a:xfrm>
            <a:off x="7300913"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238" name="矩形 319517">
            <a:extLst>
              <a:ext uri="{FF2B5EF4-FFF2-40B4-BE49-F238E27FC236}">
                <a16:creationId xmlns:a16="http://schemas.microsoft.com/office/drawing/2014/main" id="{21EBF972-976C-44F4-AA86-2FFF27632F7F}"/>
              </a:ext>
            </a:extLst>
          </p:cNvPr>
          <p:cNvSpPr>
            <a:spLocks noChangeArrowheads="1"/>
          </p:cNvSpPr>
          <p:nvPr/>
        </p:nvSpPr>
        <p:spPr bwMode="auto">
          <a:xfrm>
            <a:off x="8029575" y="89058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239" name="直接连接符 319518">
            <a:extLst>
              <a:ext uri="{FF2B5EF4-FFF2-40B4-BE49-F238E27FC236}">
                <a16:creationId xmlns:a16="http://schemas.microsoft.com/office/drawing/2014/main" id="{A54D4765-DE5B-4E9D-B848-F1A3EBB0613B}"/>
              </a:ext>
            </a:extLst>
          </p:cNvPr>
          <p:cNvSpPr>
            <a:spLocks noChangeShapeType="1"/>
          </p:cNvSpPr>
          <p:nvPr/>
        </p:nvSpPr>
        <p:spPr bwMode="auto">
          <a:xfrm flipV="1">
            <a:off x="514350" y="363538"/>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40" name="直接连接符 319519">
            <a:extLst>
              <a:ext uri="{FF2B5EF4-FFF2-40B4-BE49-F238E27FC236}">
                <a16:creationId xmlns:a16="http://schemas.microsoft.com/office/drawing/2014/main" id="{96A4ADA8-3CD4-481F-8D6F-62E65317EE6F}"/>
              </a:ext>
            </a:extLst>
          </p:cNvPr>
          <p:cNvSpPr>
            <a:spLocks noChangeShapeType="1"/>
          </p:cNvSpPr>
          <p:nvPr/>
        </p:nvSpPr>
        <p:spPr bwMode="auto">
          <a:xfrm flipV="1">
            <a:off x="4170363" y="400050"/>
            <a:ext cx="0" cy="250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41" name="文本框 319520">
            <a:extLst>
              <a:ext uri="{FF2B5EF4-FFF2-40B4-BE49-F238E27FC236}">
                <a16:creationId xmlns:a16="http://schemas.microsoft.com/office/drawing/2014/main" id="{81FE89F9-E093-4CFB-AFAA-07D4455F2466}"/>
              </a:ext>
            </a:extLst>
          </p:cNvPr>
          <p:cNvSpPr txBox="1">
            <a:spLocks noChangeArrowheads="1"/>
          </p:cNvSpPr>
          <p:nvPr/>
        </p:nvSpPr>
        <p:spPr bwMode="auto">
          <a:xfrm>
            <a:off x="1738313" y="41275"/>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zh-CN" altLang="en-US" sz="2000">
                <a:solidFill>
                  <a:schemeClr val="tx1"/>
                </a:solidFill>
                <a:ea typeface="黑体" panose="02010609060101010101" pitchFamily="49" charset="-122"/>
              </a:rPr>
              <a:t>发送窗口</a:t>
            </a:r>
          </a:p>
        </p:txBody>
      </p:sp>
      <p:sp>
        <p:nvSpPr>
          <p:cNvPr id="222242" name="矩形 319521">
            <a:extLst>
              <a:ext uri="{FF2B5EF4-FFF2-40B4-BE49-F238E27FC236}">
                <a16:creationId xmlns:a16="http://schemas.microsoft.com/office/drawing/2014/main" id="{AC256102-303F-4ACA-9686-F15AB1D4F999}"/>
              </a:ext>
            </a:extLst>
          </p:cNvPr>
          <p:cNvSpPr>
            <a:spLocks noChangeArrowheads="1"/>
          </p:cNvSpPr>
          <p:nvPr/>
        </p:nvSpPr>
        <p:spPr bwMode="auto">
          <a:xfrm>
            <a:off x="2182813" y="317500"/>
            <a:ext cx="525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i="1">
                <a:solidFill>
                  <a:schemeClr val="tx1"/>
                </a:solidFill>
                <a:ea typeface="黑体" panose="02010609060101010101" pitchFamily="49" charset="-122"/>
              </a:rPr>
              <a:t>W</a:t>
            </a:r>
            <a:r>
              <a:rPr lang="en-US" altLang="zh-CN" sz="2000" i="1" baseline="-25000">
                <a:solidFill>
                  <a:schemeClr val="tx1"/>
                </a:solidFill>
                <a:ea typeface="黑体" panose="02010609060101010101" pitchFamily="49" charset="-122"/>
              </a:rPr>
              <a:t>T</a:t>
            </a:r>
          </a:p>
        </p:txBody>
      </p:sp>
      <p:sp>
        <p:nvSpPr>
          <p:cNvPr id="222243" name="文本框 319522">
            <a:extLst>
              <a:ext uri="{FF2B5EF4-FFF2-40B4-BE49-F238E27FC236}">
                <a16:creationId xmlns:a16="http://schemas.microsoft.com/office/drawing/2014/main" id="{007C70F0-DB7C-499E-B4F1-AAD2A8054335}"/>
              </a:ext>
            </a:extLst>
          </p:cNvPr>
          <p:cNvSpPr txBox="1">
            <a:spLocks noChangeArrowheads="1"/>
          </p:cNvSpPr>
          <p:nvPr/>
        </p:nvSpPr>
        <p:spPr bwMode="auto">
          <a:xfrm>
            <a:off x="5522913" y="1395413"/>
            <a:ext cx="221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不允许发送这些帧</a:t>
            </a:r>
          </a:p>
        </p:txBody>
      </p:sp>
      <p:sp>
        <p:nvSpPr>
          <p:cNvPr id="222244" name="左大括号 319523">
            <a:extLst>
              <a:ext uri="{FF2B5EF4-FFF2-40B4-BE49-F238E27FC236}">
                <a16:creationId xmlns:a16="http://schemas.microsoft.com/office/drawing/2014/main" id="{3909DBE7-58B6-4D7A-BC75-4B319A6E6CC1}"/>
              </a:ext>
            </a:extLst>
          </p:cNvPr>
          <p:cNvSpPr>
            <a:spLocks/>
          </p:cNvSpPr>
          <p:nvPr/>
        </p:nvSpPr>
        <p:spPr bwMode="auto">
          <a:xfrm rot="-5400000">
            <a:off x="6457950" y="-985837"/>
            <a:ext cx="195263" cy="4713287"/>
          </a:xfrm>
          <a:prstGeom prst="leftBrace">
            <a:avLst>
              <a:gd name="adj1" fmla="val 20115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45" name="左大括号 319524">
            <a:extLst>
              <a:ext uri="{FF2B5EF4-FFF2-40B4-BE49-F238E27FC236}">
                <a16:creationId xmlns:a16="http://schemas.microsoft.com/office/drawing/2014/main" id="{6E351B08-B945-4077-AE1C-F09BCA83F74E}"/>
              </a:ext>
            </a:extLst>
          </p:cNvPr>
          <p:cNvSpPr>
            <a:spLocks/>
          </p:cNvSpPr>
          <p:nvPr/>
        </p:nvSpPr>
        <p:spPr bwMode="auto">
          <a:xfrm rot="-5400000">
            <a:off x="2249488" y="-447675"/>
            <a:ext cx="196850" cy="3667125"/>
          </a:xfrm>
          <a:prstGeom prst="leftBrace">
            <a:avLst>
              <a:gd name="adj1" fmla="val 15524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46" name="文本框 319525">
            <a:extLst>
              <a:ext uri="{FF2B5EF4-FFF2-40B4-BE49-F238E27FC236}">
                <a16:creationId xmlns:a16="http://schemas.microsoft.com/office/drawing/2014/main" id="{37682027-828C-41C4-BFF8-AAEE0EFB5902}"/>
              </a:ext>
            </a:extLst>
          </p:cNvPr>
          <p:cNvSpPr txBox="1">
            <a:spLocks noChangeArrowheads="1"/>
          </p:cNvSpPr>
          <p:nvPr/>
        </p:nvSpPr>
        <p:spPr bwMode="auto">
          <a:xfrm>
            <a:off x="1220788" y="1393825"/>
            <a:ext cx="1989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允许发送 </a:t>
            </a:r>
            <a:r>
              <a:rPr lang="en-US" altLang="zh-CN" sz="2000">
                <a:solidFill>
                  <a:schemeClr val="tx1"/>
                </a:solidFill>
                <a:ea typeface="黑体" panose="02010609060101010101" pitchFamily="49" charset="-122"/>
              </a:rPr>
              <a:t>5 </a:t>
            </a:r>
            <a:r>
              <a:rPr lang="zh-CN" altLang="en-US" sz="2000">
                <a:solidFill>
                  <a:schemeClr val="tx1"/>
                </a:solidFill>
                <a:ea typeface="黑体" panose="02010609060101010101" pitchFamily="49" charset="-122"/>
              </a:rPr>
              <a:t>个帧</a:t>
            </a:r>
          </a:p>
        </p:txBody>
      </p:sp>
      <p:sp>
        <p:nvSpPr>
          <p:cNvPr id="222247" name="文本框 319526">
            <a:extLst>
              <a:ext uri="{FF2B5EF4-FFF2-40B4-BE49-F238E27FC236}">
                <a16:creationId xmlns:a16="http://schemas.microsoft.com/office/drawing/2014/main" id="{25E430CF-87A4-47D0-B593-BBA2B11074D5}"/>
              </a:ext>
            </a:extLst>
          </p:cNvPr>
          <p:cNvSpPr txBox="1">
            <a:spLocks noChangeArrowheads="1"/>
          </p:cNvSpPr>
          <p:nvPr/>
        </p:nvSpPr>
        <p:spPr bwMode="auto">
          <a:xfrm>
            <a:off x="-25400" y="815975"/>
            <a:ext cx="493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000">
                <a:solidFill>
                  <a:schemeClr val="tx1"/>
                </a:solidFill>
                <a:ea typeface="黑体" panose="02010609060101010101" pitchFamily="49" charset="-122"/>
              </a:rPr>
              <a:t>(a)</a:t>
            </a:r>
          </a:p>
        </p:txBody>
      </p:sp>
      <p:grpSp>
        <p:nvGrpSpPr>
          <p:cNvPr id="2" name="组合 319527">
            <a:extLst>
              <a:ext uri="{FF2B5EF4-FFF2-40B4-BE49-F238E27FC236}">
                <a16:creationId xmlns:a16="http://schemas.microsoft.com/office/drawing/2014/main" id="{C0B152CD-3D57-46F3-8DDB-742C906B11CA}"/>
              </a:ext>
            </a:extLst>
          </p:cNvPr>
          <p:cNvGrpSpPr>
            <a:grpSpLocks/>
          </p:cNvGrpSpPr>
          <p:nvPr/>
        </p:nvGrpSpPr>
        <p:grpSpPr bwMode="auto">
          <a:xfrm>
            <a:off x="-25400" y="1749425"/>
            <a:ext cx="8991600" cy="1438275"/>
            <a:chOff x="-16" y="1102"/>
            <a:chExt cx="5664" cy="906"/>
          </a:xfrm>
        </p:grpSpPr>
        <p:sp>
          <p:nvSpPr>
            <p:cNvPr id="222249" name="矩形 319528">
              <a:extLst>
                <a:ext uri="{FF2B5EF4-FFF2-40B4-BE49-F238E27FC236}">
                  <a16:creationId xmlns:a16="http://schemas.microsoft.com/office/drawing/2014/main" id="{13FA549D-6DCB-4C0B-8FBB-6792750527A8}"/>
                </a:ext>
              </a:extLst>
            </p:cNvPr>
            <p:cNvSpPr>
              <a:spLocks noChangeArrowheads="1"/>
            </p:cNvSpPr>
            <p:nvPr/>
          </p:nvSpPr>
          <p:spPr bwMode="auto">
            <a:xfrm>
              <a:off x="326" y="1362"/>
              <a:ext cx="2302" cy="329"/>
            </a:xfrm>
            <a:prstGeom prst="rect">
              <a:avLst/>
            </a:prstGeom>
            <a:solidFill>
              <a:srgbClr val="FFCC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50" name="矩形 319529">
              <a:extLst>
                <a:ext uri="{FF2B5EF4-FFF2-40B4-BE49-F238E27FC236}">
                  <a16:creationId xmlns:a16="http://schemas.microsoft.com/office/drawing/2014/main" id="{2191D130-9CDD-4BA3-BCEF-46C88A56CED3}"/>
                </a:ext>
              </a:extLst>
            </p:cNvPr>
            <p:cNvSpPr>
              <a:spLocks noChangeArrowheads="1"/>
            </p:cNvSpPr>
            <p:nvPr/>
          </p:nvSpPr>
          <p:spPr bwMode="auto">
            <a:xfrm>
              <a:off x="331" y="1483"/>
              <a:ext cx="457" cy="199"/>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51" name="矩形 319530">
              <a:extLst>
                <a:ext uri="{FF2B5EF4-FFF2-40B4-BE49-F238E27FC236}">
                  <a16:creationId xmlns:a16="http://schemas.microsoft.com/office/drawing/2014/main" id="{D5B8DE7B-E1D0-4E9B-BD6C-F832F786D8AF}"/>
                </a:ext>
              </a:extLst>
            </p:cNvPr>
            <p:cNvSpPr>
              <a:spLocks noChangeArrowheads="1"/>
            </p:cNvSpPr>
            <p:nvPr/>
          </p:nvSpPr>
          <p:spPr bwMode="auto">
            <a:xfrm>
              <a:off x="2628" y="1487"/>
              <a:ext cx="3008" cy="19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52" name="直接连接符 319531">
              <a:extLst>
                <a:ext uri="{FF2B5EF4-FFF2-40B4-BE49-F238E27FC236}">
                  <a16:creationId xmlns:a16="http://schemas.microsoft.com/office/drawing/2014/main" id="{8B6F32AC-0E57-44D7-9AEC-5F69A68E9EE7}"/>
                </a:ext>
              </a:extLst>
            </p:cNvPr>
            <p:cNvSpPr>
              <a:spLocks noChangeShapeType="1"/>
            </p:cNvSpPr>
            <p:nvPr/>
          </p:nvSpPr>
          <p:spPr bwMode="auto">
            <a:xfrm>
              <a:off x="332" y="1487"/>
              <a:ext cx="53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53" name="直接连接符 319532">
              <a:extLst>
                <a:ext uri="{FF2B5EF4-FFF2-40B4-BE49-F238E27FC236}">
                  <a16:creationId xmlns:a16="http://schemas.microsoft.com/office/drawing/2014/main" id="{815EA6A3-3F89-425E-83DC-F21949125C72}"/>
                </a:ext>
              </a:extLst>
            </p:cNvPr>
            <p:cNvSpPr>
              <a:spLocks noChangeShapeType="1"/>
            </p:cNvSpPr>
            <p:nvPr/>
          </p:nvSpPr>
          <p:spPr bwMode="auto">
            <a:xfrm>
              <a:off x="334" y="1683"/>
              <a:ext cx="53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54" name="直接连接符 319533">
              <a:extLst>
                <a:ext uri="{FF2B5EF4-FFF2-40B4-BE49-F238E27FC236}">
                  <a16:creationId xmlns:a16="http://schemas.microsoft.com/office/drawing/2014/main" id="{706BD399-653A-4254-B3AF-FE5BFC06F460}"/>
                </a:ext>
              </a:extLst>
            </p:cNvPr>
            <p:cNvSpPr>
              <a:spLocks noChangeShapeType="1"/>
            </p:cNvSpPr>
            <p:nvPr/>
          </p:nvSpPr>
          <p:spPr bwMode="auto">
            <a:xfrm>
              <a:off x="792" y="1487"/>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55" name="直接连接符 319534">
              <a:extLst>
                <a:ext uri="{FF2B5EF4-FFF2-40B4-BE49-F238E27FC236}">
                  <a16:creationId xmlns:a16="http://schemas.microsoft.com/office/drawing/2014/main" id="{CA5984E1-027D-446B-90AB-014E5B4927E2}"/>
                </a:ext>
              </a:extLst>
            </p:cNvPr>
            <p:cNvSpPr>
              <a:spLocks noChangeShapeType="1"/>
            </p:cNvSpPr>
            <p:nvPr/>
          </p:nvSpPr>
          <p:spPr bwMode="auto">
            <a:xfrm>
              <a:off x="330" y="1482"/>
              <a:ext cx="0" cy="2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56" name="直接连接符 319535">
              <a:extLst>
                <a:ext uri="{FF2B5EF4-FFF2-40B4-BE49-F238E27FC236}">
                  <a16:creationId xmlns:a16="http://schemas.microsoft.com/office/drawing/2014/main" id="{A3137582-D032-48D7-BDF8-BBDF30D7D31E}"/>
                </a:ext>
              </a:extLst>
            </p:cNvPr>
            <p:cNvSpPr>
              <a:spLocks noChangeShapeType="1"/>
            </p:cNvSpPr>
            <p:nvPr/>
          </p:nvSpPr>
          <p:spPr bwMode="auto">
            <a:xfrm>
              <a:off x="1252" y="1491"/>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57" name="直接连接符 319536">
              <a:extLst>
                <a:ext uri="{FF2B5EF4-FFF2-40B4-BE49-F238E27FC236}">
                  <a16:creationId xmlns:a16="http://schemas.microsoft.com/office/drawing/2014/main" id="{BCEE8476-89A3-41D8-83D7-9CF6A99918BE}"/>
                </a:ext>
              </a:extLst>
            </p:cNvPr>
            <p:cNvSpPr>
              <a:spLocks noChangeShapeType="1"/>
            </p:cNvSpPr>
            <p:nvPr/>
          </p:nvSpPr>
          <p:spPr bwMode="auto">
            <a:xfrm>
              <a:off x="1713" y="1493"/>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58" name="直接连接符 319537">
              <a:extLst>
                <a:ext uri="{FF2B5EF4-FFF2-40B4-BE49-F238E27FC236}">
                  <a16:creationId xmlns:a16="http://schemas.microsoft.com/office/drawing/2014/main" id="{EA93CF5C-EE6B-4033-8D7F-D1C9DFA71217}"/>
                </a:ext>
              </a:extLst>
            </p:cNvPr>
            <p:cNvSpPr>
              <a:spLocks noChangeShapeType="1"/>
            </p:cNvSpPr>
            <p:nvPr/>
          </p:nvSpPr>
          <p:spPr bwMode="auto">
            <a:xfrm>
              <a:off x="2171" y="1489"/>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59" name="任意多边形 319538">
              <a:extLst>
                <a:ext uri="{FF2B5EF4-FFF2-40B4-BE49-F238E27FC236}">
                  <a16:creationId xmlns:a16="http://schemas.microsoft.com/office/drawing/2014/main" id="{8736E98A-7485-4A99-B4B9-B9D2A63D100F}"/>
                </a:ext>
              </a:extLst>
            </p:cNvPr>
            <p:cNvSpPr>
              <a:spLocks/>
            </p:cNvSpPr>
            <p:nvPr/>
          </p:nvSpPr>
          <p:spPr bwMode="auto">
            <a:xfrm>
              <a:off x="2629" y="1497"/>
              <a:ext cx="1" cy="193"/>
            </a:xfrm>
            <a:custGeom>
              <a:avLst/>
              <a:gdLst>
                <a:gd name="T0" fmla="*/ 0 w 1"/>
                <a:gd name="T1" fmla="*/ 0 h 198"/>
                <a:gd name="T2" fmla="*/ 0 w 1"/>
                <a:gd name="T3" fmla="*/ 198 h 198"/>
                <a:gd name="T4" fmla="*/ 0 w 1"/>
                <a:gd name="T5" fmla="*/ 0 h 198"/>
                <a:gd name="T6" fmla="*/ 1 w 1"/>
                <a:gd name="T7" fmla="*/ 198 h 198"/>
              </a:gdLst>
              <a:ahLst/>
              <a:cxnLst>
                <a:cxn ang="0">
                  <a:pos x="T0" y="T1"/>
                </a:cxn>
                <a:cxn ang="0">
                  <a:pos x="T2" y="T3"/>
                </a:cxn>
              </a:cxnLst>
              <a:rect l="T4" t="T5" r="T6" b="T7"/>
              <a:pathLst>
                <a:path w="1" h="198">
                  <a:moveTo>
                    <a:pt x="0" y="0"/>
                  </a:moveTo>
                  <a:lnTo>
                    <a:pt x="0" y="198"/>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260" name="任意多边形 319539">
              <a:extLst>
                <a:ext uri="{FF2B5EF4-FFF2-40B4-BE49-F238E27FC236}">
                  <a16:creationId xmlns:a16="http://schemas.microsoft.com/office/drawing/2014/main" id="{C6F68437-A1BE-4CDA-9E2D-87A68815481C}"/>
                </a:ext>
              </a:extLst>
            </p:cNvPr>
            <p:cNvSpPr>
              <a:spLocks/>
            </p:cNvSpPr>
            <p:nvPr/>
          </p:nvSpPr>
          <p:spPr bwMode="auto">
            <a:xfrm>
              <a:off x="3088" y="1493"/>
              <a:ext cx="3" cy="193"/>
            </a:xfrm>
            <a:custGeom>
              <a:avLst/>
              <a:gdLst>
                <a:gd name="T0" fmla="*/ 3 w 3"/>
                <a:gd name="T1" fmla="*/ 0 h 198"/>
                <a:gd name="T2" fmla="*/ 0 w 3"/>
                <a:gd name="T3" fmla="*/ 198 h 198"/>
                <a:gd name="T4" fmla="*/ 0 w 3"/>
                <a:gd name="T5" fmla="*/ 0 h 198"/>
                <a:gd name="T6" fmla="*/ 3 w 3"/>
                <a:gd name="T7" fmla="*/ 198 h 198"/>
              </a:gdLst>
              <a:ahLst/>
              <a:cxnLst>
                <a:cxn ang="0">
                  <a:pos x="T0" y="T1"/>
                </a:cxn>
                <a:cxn ang="0">
                  <a:pos x="T2" y="T3"/>
                </a:cxn>
              </a:cxnLst>
              <a:rect l="T4" t="T5" r="T6" b="T7"/>
              <a:pathLst>
                <a:path w="3" h="198">
                  <a:moveTo>
                    <a:pt x="3" y="0"/>
                  </a:moveTo>
                  <a:lnTo>
                    <a:pt x="0" y="198"/>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261" name="直接连接符 319540">
              <a:extLst>
                <a:ext uri="{FF2B5EF4-FFF2-40B4-BE49-F238E27FC236}">
                  <a16:creationId xmlns:a16="http://schemas.microsoft.com/office/drawing/2014/main" id="{B6C46A66-692F-41D8-9E82-43C1624421F8}"/>
                </a:ext>
              </a:extLst>
            </p:cNvPr>
            <p:cNvSpPr>
              <a:spLocks noChangeShapeType="1"/>
            </p:cNvSpPr>
            <p:nvPr/>
          </p:nvSpPr>
          <p:spPr bwMode="auto">
            <a:xfrm>
              <a:off x="3552" y="1493"/>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62" name="直接连接符 319541">
              <a:extLst>
                <a:ext uri="{FF2B5EF4-FFF2-40B4-BE49-F238E27FC236}">
                  <a16:creationId xmlns:a16="http://schemas.microsoft.com/office/drawing/2014/main" id="{F08A3FA1-2FA7-4A48-9E15-D97BC8416B15}"/>
                </a:ext>
              </a:extLst>
            </p:cNvPr>
            <p:cNvSpPr>
              <a:spLocks noChangeShapeType="1"/>
            </p:cNvSpPr>
            <p:nvPr/>
          </p:nvSpPr>
          <p:spPr bwMode="auto">
            <a:xfrm>
              <a:off x="4012" y="1493"/>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63" name="直接连接符 319542">
              <a:extLst>
                <a:ext uri="{FF2B5EF4-FFF2-40B4-BE49-F238E27FC236}">
                  <a16:creationId xmlns:a16="http://schemas.microsoft.com/office/drawing/2014/main" id="{4034DC1E-E217-43EF-85D7-D1C74A00652E}"/>
                </a:ext>
              </a:extLst>
            </p:cNvPr>
            <p:cNvSpPr>
              <a:spLocks noChangeShapeType="1"/>
            </p:cNvSpPr>
            <p:nvPr/>
          </p:nvSpPr>
          <p:spPr bwMode="auto">
            <a:xfrm>
              <a:off x="4474" y="1487"/>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64" name="直接连接符 319543">
              <a:extLst>
                <a:ext uri="{FF2B5EF4-FFF2-40B4-BE49-F238E27FC236}">
                  <a16:creationId xmlns:a16="http://schemas.microsoft.com/office/drawing/2014/main" id="{E66E2DE4-E4F4-42C5-8A59-4B95268C17E8}"/>
                </a:ext>
              </a:extLst>
            </p:cNvPr>
            <p:cNvSpPr>
              <a:spLocks noChangeShapeType="1"/>
            </p:cNvSpPr>
            <p:nvPr/>
          </p:nvSpPr>
          <p:spPr bwMode="auto">
            <a:xfrm>
              <a:off x="4932" y="1489"/>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65" name="直接连接符 319544">
              <a:extLst>
                <a:ext uri="{FF2B5EF4-FFF2-40B4-BE49-F238E27FC236}">
                  <a16:creationId xmlns:a16="http://schemas.microsoft.com/office/drawing/2014/main" id="{4971895F-A523-481E-AAF7-EE66B150A714}"/>
                </a:ext>
              </a:extLst>
            </p:cNvPr>
            <p:cNvSpPr>
              <a:spLocks noChangeShapeType="1"/>
            </p:cNvSpPr>
            <p:nvPr/>
          </p:nvSpPr>
          <p:spPr bwMode="auto">
            <a:xfrm>
              <a:off x="5394" y="1491"/>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66" name="矩形 319545">
              <a:extLst>
                <a:ext uri="{FF2B5EF4-FFF2-40B4-BE49-F238E27FC236}">
                  <a16:creationId xmlns:a16="http://schemas.microsoft.com/office/drawing/2014/main" id="{78864048-39F3-432A-A4D1-D0D59B6AF91B}"/>
                </a:ext>
              </a:extLst>
            </p:cNvPr>
            <p:cNvSpPr>
              <a:spLocks noChangeArrowheads="1"/>
            </p:cNvSpPr>
            <p:nvPr/>
          </p:nvSpPr>
          <p:spPr bwMode="auto">
            <a:xfrm>
              <a:off x="435"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267" name="矩形 319546">
              <a:extLst>
                <a:ext uri="{FF2B5EF4-FFF2-40B4-BE49-F238E27FC236}">
                  <a16:creationId xmlns:a16="http://schemas.microsoft.com/office/drawing/2014/main" id="{4835C500-DF8C-41E6-8C3B-915381180058}"/>
                </a:ext>
              </a:extLst>
            </p:cNvPr>
            <p:cNvSpPr>
              <a:spLocks noChangeArrowheads="1"/>
            </p:cNvSpPr>
            <p:nvPr/>
          </p:nvSpPr>
          <p:spPr bwMode="auto">
            <a:xfrm>
              <a:off x="885"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268" name="矩形 319547">
              <a:extLst>
                <a:ext uri="{FF2B5EF4-FFF2-40B4-BE49-F238E27FC236}">
                  <a16:creationId xmlns:a16="http://schemas.microsoft.com/office/drawing/2014/main" id="{0C537E2D-1AB9-4FFF-8CC5-D1C793C16CFA}"/>
                </a:ext>
              </a:extLst>
            </p:cNvPr>
            <p:cNvSpPr>
              <a:spLocks noChangeArrowheads="1"/>
            </p:cNvSpPr>
            <p:nvPr/>
          </p:nvSpPr>
          <p:spPr bwMode="auto">
            <a:xfrm>
              <a:off x="1373" y="1477"/>
              <a:ext cx="231"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269" name="矩形 319548">
              <a:extLst>
                <a:ext uri="{FF2B5EF4-FFF2-40B4-BE49-F238E27FC236}">
                  <a16:creationId xmlns:a16="http://schemas.microsoft.com/office/drawing/2014/main" id="{B0E807B8-9D85-48CB-ACF4-23705E47BE3D}"/>
                </a:ext>
              </a:extLst>
            </p:cNvPr>
            <p:cNvSpPr>
              <a:spLocks noChangeArrowheads="1"/>
            </p:cNvSpPr>
            <p:nvPr/>
          </p:nvSpPr>
          <p:spPr bwMode="auto">
            <a:xfrm>
              <a:off x="1834"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3</a:t>
              </a:r>
            </a:p>
          </p:txBody>
        </p:sp>
        <p:sp>
          <p:nvSpPr>
            <p:cNvPr id="222270" name="矩形 319549">
              <a:extLst>
                <a:ext uri="{FF2B5EF4-FFF2-40B4-BE49-F238E27FC236}">
                  <a16:creationId xmlns:a16="http://schemas.microsoft.com/office/drawing/2014/main" id="{F45CC20C-464A-4DB8-A38E-04941B858F8E}"/>
                </a:ext>
              </a:extLst>
            </p:cNvPr>
            <p:cNvSpPr>
              <a:spLocks noChangeArrowheads="1"/>
            </p:cNvSpPr>
            <p:nvPr/>
          </p:nvSpPr>
          <p:spPr bwMode="auto">
            <a:xfrm>
              <a:off x="2272" y="1477"/>
              <a:ext cx="30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4</a:t>
              </a:r>
            </a:p>
          </p:txBody>
        </p:sp>
        <p:sp>
          <p:nvSpPr>
            <p:cNvPr id="222271" name="矩形 319550">
              <a:extLst>
                <a:ext uri="{FF2B5EF4-FFF2-40B4-BE49-F238E27FC236}">
                  <a16:creationId xmlns:a16="http://schemas.microsoft.com/office/drawing/2014/main" id="{8B6908E6-6D43-4CAC-B8F8-C7CDA5BE3B7B}"/>
                </a:ext>
              </a:extLst>
            </p:cNvPr>
            <p:cNvSpPr>
              <a:spLocks noChangeArrowheads="1"/>
            </p:cNvSpPr>
            <p:nvPr/>
          </p:nvSpPr>
          <p:spPr bwMode="auto">
            <a:xfrm>
              <a:off x="2732"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5</a:t>
              </a:r>
            </a:p>
          </p:txBody>
        </p:sp>
        <p:sp>
          <p:nvSpPr>
            <p:cNvPr id="222272" name="矩形 319551">
              <a:extLst>
                <a:ext uri="{FF2B5EF4-FFF2-40B4-BE49-F238E27FC236}">
                  <a16:creationId xmlns:a16="http://schemas.microsoft.com/office/drawing/2014/main" id="{7AF7A0C9-074F-48F1-B655-3C110E62A229}"/>
                </a:ext>
              </a:extLst>
            </p:cNvPr>
            <p:cNvSpPr>
              <a:spLocks noChangeArrowheads="1"/>
            </p:cNvSpPr>
            <p:nvPr/>
          </p:nvSpPr>
          <p:spPr bwMode="auto">
            <a:xfrm>
              <a:off x="3181"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6</a:t>
              </a:r>
            </a:p>
          </p:txBody>
        </p:sp>
        <p:sp>
          <p:nvSpPr>
            <p:cNvPr id="222273" name="矩形 319552">
              <a:extLst>
                <a:ext uri="{FF2B5EF4-FFF2-40B4-BE49-F238E27FC236}">
                  <a16:creationId xmlns:a16="http://schemas.microsoft.com/office/drawing/2014/main" id="{71A39073-8BA9-43D5-B9B4-850B2623FEA0}"/>
                </a:ext>
              </a:extLst>
            </p:cNvPr>
            <p:cNvSpPr>
              <a:spLocks noChangeArrowheads="1"/>
            </p:cNvSpPr>
            <p:nvPr/>
          </p:nvSpPr>
          <p:spPr bwMode="auto">
            <a:xfrm>
              <a:off x="3640"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7</a:t>
              </a:r>
            </a:p>
          </p:txBody>
        </p:sp>
        <p:sp>
          <p:nvSpPr>
            <p:cNvPr id="222274" name="矩形 319553">
              <a:extLst>
                <a:ext uri="{FF2B5EF4-FFF2-40B4-BE49-F238E27FC236}">
                  <a16:creationId xmlns:a16="http://schemas.microsoft.com/office/drawing/2014/main" id="{FAB27CD9-49EC-451F-B5FB-95EC718E81DE}"/>
                </a:ext>
              </a:extLst>
            </p:cNvPr>
            <p:cNvSpPr>
              <a:spLocks noChangeArrowheads="1"/>
            </p:cNvSpPr>
            <p:nvPr/>
          </p:nvSpPr>
          <p:spPr bwMode="auto">
            <a:xfrm>
              <a:off x="4118"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275" name="矩形 319554">
              <a:extLst>
                <a:ext uri="{FF2B5EF4-FFF2-40B4-BE49-F238E27FC236}">
                  <a16:creationId xmlns:a16="http://schemas.microsoft.com/office/drawing/2014/main" id="{D2C1A3C1-A1E6-4DA3-A610-5B33E2AA00E6}"/>
                </a:ext>
              </a:extLst>
            </p:cNvPr>
            <p:cNvSpPr>
              <a:spLocks noChangeArrowheads="1"/>
            </p:cNvSpPr>
            <p:nvPr/>
          </p:nvSpPr>
          <p:spPr bwMode="auto">
            <a:xfrm>
              <a:off x="4588"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276" name="矩形 319555">
              <a:extLst>
                <a:ext uri="{FF2B5EF4-FFF2-40B4-BE49-F238E27FC236}">
                  <a16:creationId xmlns:a16="http://schemas.microsoft.com/office/drawing/2014/main" id="{75DE04CF-767F-4471-84FD-14D467F087D7}"/>
                </a:ext>
              </a:extLst>
            </p:cNvPr>
            <p:cNvSpPr>
              <a:spLocks noChangeArrowheads="1"/>
            </p:cNvSpPr>
            <p:nvPr/>
          </p:nvSpPr>
          <p:spPr bwMode="auto">
            <a:xfrm>
              <a:off x="5047" y="1478"/>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277" name="文本框 319556">
              <a:extLst>
                <a:ext uri="{FF2B5EF4-FFF2-40B4-BE49-F238E27FC236}">
                  <a16:creationId xmlns:a16="http://schemas.microsoft.com/office/drawing/2014/main" id="{A247B32D-2457-43E9-9D68-7591FD6AA0AB}"/>
                </a:ext>
              </a:extLst>
            </p:cNvPr>
            <p:cNvSpPr txBox="1">
              <a:spLocks noChangeArrowheads="1"/>
            </p:cNvSpPr>
            <p:nvPr/>
          </p:nvSpPr>
          <p:spPr bwMode="auto">
            <a:xfrm>
              <a:off x="3479" y="1758"/>
              <a:ext cx="1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不允许发送这些帧</a:t>
              </a:r>
            </a:p>
          </p:txBody>
        </p:sp>
        <p:sp>
          <p:nvSpPr>
            <p:cNvPr id="222278" name="左大括号 319557">
              <a:extLst>
                <a:ext uri="{FF2B5EF4-FFF2-40B4-BE49-F238E27FC236}">
                  <a16:creationId xmlns:a16="http://schemas.microsoft.com/office/drawing/2014/main" id="{78893253-2C2F-496D-A0BB-A7E3A34DBEE8}"/>
                </a:ext>
              </a:extLst>
            </p:cNvPr>
            <p:cNvSpPr>
              <a:spLocks/>
            </p:cNvSpPr>
            <p:nvPr/>
          </p:nvSpPr>
          <p:spPr bwMode="auto">
            <a:xfrm rot="-5400000">
              <a:off x="4071" y="254"/>
              <a:ext cx="116" cy="2969"/>
            </a:xfrm>
            <a:prstGeom prst="leftBrace">
              <a:avLst>
                <a:gd name="adj1" fmla="val 2132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79" name="左大括号 319558">
              <a:extLst>
                <a:ext uri="{FF2B5EF4-FFF2-40B4-BE49-F238E27FC236}">
                  <a16:creationId xmlns:a16="http://schemas.microsoft.com/office/drawing/2014/main" id="{D9ED16B3-1552-4057-AB68-EDB099F944C3}"/>
                </a:ext>
              </a:extLst>
            </p:cNvPr>
            <p:cNvSpPr>
              <a:spLocks/>
            </p:cNvSpPr>
            <p:nvPr/>
          </p:nvSpPr>
          <p:spPr bwMode="auto">
            <a:xfrm rot="-5400000">
              <a:off x="1660" y="828"/>
              <a:ext cx="111" cy="1837"/>
            </a:xfrm>
            <a:prstGeom prst="leftBrace">
              <a:avLst>
                <a:gd name="adj1" fmla="val 13791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80" name="文本框 319559">
              <a:extLst>
                <a:ext uri="{FF2B5EF4-FFF2-40B4-BE49-F238E27FC236}">
                  <a16:creationId xmlns:a16="http://schemas.microsoft.com/office/drawing/2014/main" id="{EBC23DFB-E0B6-439A-BCF4-4B929AFF393E}"/>
                </a:ext>
              </a:extLst>
            </p:cNvPr>
            <p:cNvSpPr txBox="1">
              <a:spLocks noChangeArrowheads="1"/>
            </p:cNvSpPr>
            <p:nvPr/>
          </p:nvSpPr>
          <p:spPr bwMode="auto">
            <a:xfrm>
              <a:off x="1044" y="1758"/>
              <a:ext cx="1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还允许发送 </a:t>
              </a:r>
              <a:r>
                <a:rPr lang="en-US" altLang="zh-CN" sz="2000">
                  <a:solidFill>
                    <a:schemeClr val="tx1"/>
                  </a:solidFill>
                  <a:ea typeface="黑体" panose="02010609060101010101" pitchFamily="49" charset="-122"/>
                </a:rPr>
                <a:t>4 </a:t>
              </a:r>
              <a:r>
                <a:rPr lang="zh-CN" altLang="en-US" sz="2000">
                  <a:solidFill>
                    <a:schemeClr val="tx1"/>
                  </a:solidFill>
                  <a:ea typeface="黑体" panose="02010609060101010101" pitchFamily="49" charset="-122"/>
                </a:rPr>
                <a:t>个帧</a:t>
              </a:r>
            </a:p>
          </p:txBody>
        </p:sp>
        <p:sp>
          <p:nvSpPr>
            <p:cNvPr id="222281" name="任意多边形 319560">
              <a:extLst>
                <a:ext uri="{FF2B5EF4-FFF2-40B4-BE49-F238E27FC236}">
                  <a16:creationId xmlns:a16="http://schemas.microsoft.com/office/drawing/2014/main" id="{99AA684E-0787-4F78-8A82-4C3C71FEE5E9}"/>
                </a:ext>
              </a:extLst>
            </p:cNvPr>
            <p:cNvSpPr>
              <a:spLocks/>
            </p:cNvSpPr>
            <p:nvPr/>
          </p:nvSpPr>
          <p:spPr bwMode="auto">
            <a:xfrm>
              <a:off x="318" y="1229"/>
              <a:ext cx="2300" cy="1"/>
            </a:xfrm>
            <a:custGeom>
              <a:avLst/>
              <a:gdLst>
                <a:gd name="T0" fmla="*/ 0 w 2119"/>
                <a:gd name="T1" fmla="*/ 1 h 1"/>
                <a:gd name="T2" fmla="*/ 2119 w 2119"/>
                <a:gd name="T3" fmla="*/ 0 h 1"/>
                <a:gd name="T4" fmla="*/ 0 w 2119"/>
                <a:gd name="T5" fmla="*/ 0 h 1"/>
                <a:gd name="T6" fmla="*/ 2119 w 2119"/>
                <a:gd name="T7" fmla="*/ 1 h 1"/>
              </a:gdLst>
              <a:ahLst/>
              <a:cxnLst>
                <a:cxn ang="0">
                  <a:pos x="T0" y="T1"/>
                </a:cxn>
                <a:cxn ang="0">
                  <a:pos x="T2" y="T3"/>
                </a:cxn>
              </a:cxnLst>
              <a:rect l="T4" t="T5" r="T6" b="T7"/>
              <a:pathLst>
                <a:path w="2119" h="1">
                  <a:moveTo>
                    <a:pt x="0" y="1"/>
                  </a:moveTo>
                  <a:lnTo>
                    <a:pt x="2119" y="0"/>
                  </a:lnTo>
                </a:path>
              </a:pathLst>
            </a:custGeom>
            <a:noFill/>
            <a:ln w="12700" cap="flat" cmpd="sng">
              <a:solidFill>
                <a:schemeClr val="tx1"/>
              </a:solidFill>
              <a:prstDash val="solid"/>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282" name="矩形 319561">
              <a:extLst>
                <a:ext uri="{FF2B5EF4-FFF2-40B4-BE49-F238E27FC236}">
                  <a16:creationId xmlns:a16="http://schemas.microsoft.com/office/drawing/2014/main" id="{1978E332-7EBE-4ED5-BA0F-72A2053BEA56}"/>
                </a:ext>
              </a:extLst>
            </p:cNvPr>
            <p:cNvSpPr>
              <a:spLocks noChangeArrowheads="1"/>
            </p:cNvSpPr>
            <p:nvPr/>
          </p:nvSpPr>
          <p:spPr bwMode="auto">
            <a:xfrm>
              <a:off x="1369" y="1151"/>
              <a:ext cx="316" cy="19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83" name="直接连接符 319562">
              <a:extLst>
                <a:ext uri="{FF2B5EF4-FFF2-40B4-BE49-F238E27FC236}">
                  <a16:creationId xmlns:a16="http://schemas.microsoft.com/office/drawing/2014/main" id="{ED33222D-A68A-49EF-830A-26F730AD15B3}"/>
                </a:ext>
              </a:extLst>
            </p:cNvPr>
            <p:cNvSpPr>
              <a:spLocks noChangeShapeType="1"/>
            </p:cNvSpPr>
            <p:nvPr/>
          </p:nvSpPr>
          <p:spPr bwMode="auto">
            <a:xfrm flipV="1">
              <a:off x="318" y="1131"/>
              <a:ext cx="0" cy="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84" name="直接连接符 319563">
              <a:extLst>
                <a:ext uri="{FF2B5EF4-FFF2-40B4-BE49-F238E27FC236}">
                  <a16:creationId xmlns:a16="http://schemas.microsoft.com/office/drawing/2014/main" id="{0D24E02B-3EDC-4772-934C-C0BF5FD22410}"/>
                </a:ext>
              </a:extLst>
            </p:cNvPr>
            <p:cNvSpPr>
              <a:spLocks noChangeShapeType="1"/>
            </p:cNvSpPr>
            <p:nvPr/>
          </p:nvSpPr>
          <p:spPr bwMode="auto">
            <a:xfrm flipV="1">
              <a:off x="2621" y="1153"/>
              <a:ext cx="0" cy="1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85" name="矩形 319564">
              <a:extLst>
                <a:ext uri="{FF2B5EF4-FFF2-40B4-BE49-F238E27FC236}">
                  <a16:creationId xmlns:a16="http://schemas.microsoft.com/office/drawing/2014/main" id="{C1A01B99-F93B-4FF8-8974-45F0BB62578B}"/>
                </a:ext>
              </a:extLst>
            </p:cNvPr>
            <p:cNvSpPr>
              <a:spLocks noChangeArrowheads="1"/>
            </p:cNvSpPr>
            <p:nvPr/>
          </p:nvSpPr>
          <p:spPr bwMode="auto">
            <a:xfrm>
              <a:off x="1369" y="1102"/>
              <a:ext cx="331"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i="1">
                  <a:solidFill>
                    <a:schemeClr val="tx1"/>
                  </a:solidFill>
                  <a:ea typeface="黑体" panose="02010609060101010101" pitchFamily="49" charset="-122"/>
                </a:rPr>
                <a:t>W</a:t>
              </a:r>
              <a:r>
                <a:rPr lang="en-US" altLang="zh-CN" sz="2000" i="1" baseline="-25000">
                  <a:solidFill>
                    <a:schemeClr val="tx1"/>
                  </a:solidFill>
                  <a:ea typeface="黑体" panose="02010609060101010101" pitchFamily="49" charset="-122"/>
                </a:rPr>
                <a:t>T</a:t>
              </a:r>
            </a:p>
          </p:txBody>
        </p:sp>
        <p:sp>
          <p:nvSpPr>
            <p:cNvPr id="222286" name="文本框 319565">
              <a:extLst>
                <a:ext uri="{FF2B5EF4-FFF2-40B4-BE49-F238E27FC236}">
                  <a16:creationId xmlns:a16="http://schemas.microsoft.com/office/drawing/2014/main" id="{EF69ABD9-309E-40BE-AA65-C94E5F331062}"/>
                </a:ext>
              </a:extLst>
            </p:cNvPr>
            <p:cNvSpPr txBox="1">
              <a:spLocks noChangeArrowheads="1"/>
            </p:cNvSpPr>
            <p:nvPr/>
          </p:nvSpPr>
          <p:spPr bwMode="auto">
            <a:xfrm>
              <a:off x="249" y="1758"/>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已发送</a:t>
              </a:r>
            </a:p>
          </p:txBody>
        </p:sp>
        <p:sp>
          <p:nvSpPr>
            <p:cNvPr id="222287" name="直接连接符 319566">
              <a:extLst>
                <a:ext uri="{FF2B5EF4-FFF2-40B4-BE49-F238E27FC236}">
                  <a16:creationId xmlns:a16="http://schemas.microsoft.com/office/drawing/2014/main" id="{77FF5E73-5803-45B5-8E01-79971A157519}"/>
                </a:ext>
              </a:extLst>
            </p:cNvPr>
            <p:cNvSpPr>
              <a:spLocks noChangeShapeType="1"/>
            </p:cNvSpPr>
            <p:nvPr/>
          </p:nvSpPr>
          <p:spPr bwMode="auto">
            <a:xfrm flipV="1">
              <a:off x="561" y="1681"/>
              <a:ext cx="0" cy="133"/>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2288" name="文本框 319567">
              <a:extLst>
                <a:ext uri="{FF2B5EF4-FFF2-40B4-BE49-F238E27FC236}">
                  <a16:creationId xmlns:a16="http://schemas.microsoft.com/office/drawing/2014/main" id="{C58893C0-47F3-4FF5-A853-6F2A21F4EFD4}"/>
                </a:ext>
              </a:extLst>
            </p:cNvPr>
            <p:cNvSpPr txBox="1">
              <a:spLocks noChangeArrowheads="1"/>
            </p:cNvSpPr>
            <p:nvPr/>
          </p:nvSpPr>
          <p:spPr bwMode="auto">
            <a:xfrm>
              <a:off x="-16" y="1472"/>
              <a:ext cx="31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000">
                  <a:solidFill>
                    <a:schemeClr val="tx1"/>
                  </a:solidFill>
                  <a:ea typeface="黑体" panose="02010609060101010101" pitchFamily="49" charset="-122"/>
                </a:rPr>
                <a:t>(b)</a:t>
              </a:r>
            </a:p>
          </p:txBody>
        </p:sp>
      </p:grpSp>
      <p:grpSp>
        <p:nvGrpSpPr>
          <p:cNvPr id="3" name="组合 319568">
            <a:extLst>
              <a:ext uri="{FF2B5EF4-FFF2-40B4-BE49-F238E27FC236}">
                <a16:creationId xmlns:a16="http://schemas.microsoft.com/office/drawing/2014/main" id="{F9F4539E-BE88-43F9-83E7-4CE44E54043F}"/>
              </a:ext>
            </a:extLst>
          </p:cNvPr>
          <p:cNvGrpSpPr>
            <a:grpSpLocks/>
          </p:cNvGrpSpPr>
          <p:nvPr/>
        </p:nvGrpSpPr>
        <p:grpSpPr bwMode="auto">
          <a:xfrm>
            <a:off x="-25400" y="3235325"/>
            <a:ext cx="8991600" cy="1474788"/>
            <a:chOff x="-16" y="2038"/>
            <a:chExt cx="5664" cy="929"/>
          </a:xfrm>
        </p:grpSpPr>
        <p:sp>
          <p:nvSpPr>
            <p:cNvPr id="222290" name="矩形 319569">
              <a:extLst>
                <a:ext uri="{FF2B5EF4-FFF2-40B4-BE49-F238E27FC236}">
                  <a16:creationId xmlns:a16="http://schemas.microsoft.com/office/drawing/2014/main" id="{6B414D8B-A261-4546-9765-10241BF68DB7}"/>
                </a:ext>
              </a:extLst>
            </p:cNvPr>
            <p:cNvSpPr>
              <a:spLocks noChangeArrowheads="1"/>
            </p:cNvSpPr>
            <p:nvPr/>
          </p:nvSpPr>
          <p:spPr bwMode="auto">
            <a:xfrm>
              <a:off x="325" y="2294"/>
              <a:ext cx="2303" cy="331"/>
            </a:xfrm>
            <a:prstGeom prst="rect">
              <a:avLst/>
            </a:prstGeom>
            <a:solidFill>
              <a:srgbClr val="FFCC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91" name="矩形 319570">
              <a:extLst>
                <a:ext uri="{FF2B5EF4-FFF2-40B4-BE49-F238E27FC236}">
                  <a16:creationId xmlns:a16="http://schemas.microsoft.com/office/drawing/2014/main" id="{19A80BE6-739F-453F-9FF5-462E6D15D0DC}"/>
                </a:ext>
              </a:extLst>
            </p:cNvPr>
            <p:cNvSpPr>
              <a:spLocks noChangeArrowheads="1"/>
            </p:cNvSpPr>
            <p:nvPr/>
          </p:nvSpPr>
          <p:spPr bwMode="auto">
            <a:xfrm>
              <a:off x="331" y="2420"/>
              <a:ext cx="2288" cy="199"/>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92" name="矩形 319571">
              <a:extLst>
                <a:ext uri="{FF2B5EF4-FFF2-40B4-BE49-F238E27FC236}">
                  <a16:creationId xmlns:a16="http://schemas.microsoft.com/office/drawing/2014/main" id="{80296418-176F-4E16-AF00-B6EE1E794408}"/>
                </a:ext>
              </a:extLst>
            </p:cNvPr>
            <p:cNvSpPr>
              <a:spLocks noChangeArrowheads="1"/>
            </p:cNvSpPr>
            <p:nvPr/>
          </p:nvSpPr>
          <p:spPr bwMode="auto">
            <a:xfrm>
              <a:off x="2628" y="2420"/>
              <a:ext cx="3008" cy="19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293" name="直接连接符 319572">
              <a:extLst>
                <a:ext uri="{FF2B5EF4-FFF2-40B4-BE49-F238E27FC236}">
                  <a16:creationId xmlns:a16="http://schemas.microsoft.com/office/drawing/2014/main" id="{78E86E1D-906C-4945-8CA2-8915446D4D3F}"/>
                </a:ext>
              </a:extLst>
            </p:cNvPr>
            <p:cNvSpPr>
              <a:spLocks noChangeShapeType="1"/>
            </p:cNvSpPr>
            <p:nvPr/>
          </p:nvSpPr>
          <p:spPr bwMode="auto">
            <a:xfrm>
              <a:off x="332" y="2420"/>
              <a:ext cx="53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94" name="直接连接符 319573">
              <a:extLst>
                <a:ext uri="{FF2B5EF4-FFF2-40B4-BE49-F238E27FC236}">
                  <a16:creationId xmlns:a16="http://schemas.microsoft.com/office/drawing/2014/main" id="{1BDACB00-D424-4D4A-AA28-7BD15D8F57E4}"/>
                </a:ext>
              </a:extLst>
            </p:cNvPr>
            <p:cNvSpPr>
              <a:spLocks noChangeShapeType="1"/>
            </p:cNvSpPr>
            <p:nvPr/>
          </p:nvSpPr>
          <p:spPr bwMode="auto">
            <a:xfrm>
              <a:off x="340" y="2614"/>
              <a:ext cx="5308"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95" name="直接连接符 319574">
              <a:extLst>
                <a:ext uri="{FF2B5EF4-FFF2-40B4-BE49-F238E27FC236}">
                  <a16:creationId xmlns:a16="http://schemas.microsoft.com/office/drawing/2014/main" id="{9B4F0098-4675-470E-9C2B-284A653E9EAB}"/>
                </a:ext>
              </a:extLst>
            </p:cNvPr>
            <p:cNvSpPr>
              <a:spLocks noChangeShapeType="1"/>
            </p:cNvSpPr>
            <p:nvPr/>
          </p:nvSpPr>
          <p:spPr bwMode="auto">
            <a:xfrm>
              <a:off x="792" y="2420"/>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96" name="直接连接符 319575">
              <a:extLst>
                <a:ext uri="{FF2B5EF4-FFF2-40B4-BE49-F238E27FC236}">
                  <a16:creationId xmlns:a16="http://schemas.microsoft.com/office/drawing/2014/main" id="{C7735298-FF04-47C0-B8BA-A62031CC010B}"/>
                </a:ext>
              </a:extLst>
            </p:cNvPr>
            <p:cNvSpPr>
              <a:spLocks noChangeShapeType="1"/>
            </p:cNvSpPr>
            <p:nvPr/>
          </p:nvSpPr>
          <p:spPr bwMode="auto">
            <a:xfrm>
              <a:off x="330" y="2414"/>
              <a:ext cx="0" cy="20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97" name="直接连接符 319576">
              <a:extLst>
                <a:ext uri="{FF2B5EF4-FFF2-40B4-BE49-F238E27FC236}">
                  <a16:creationId xmlns:a16="http://schemas.microsoft.com/office/drawing/2014/main" id="{D308B36E-A30F-4A92-B4C0-3643B900200B}"/>
                </a:ext>
              </a:extLst>
            </p:cNvPr>
            <p:cNvSpPr>
              <a:spLocks noChangeShapeType="1"/>
            </p:cNvSpPr>
            <p:nvPr/>
          </p:nvSpPr>
          <p:spPr bwMode="auto">
            <a:xfrm>
              <a:off x="1252" y="2424"/>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98" name="直接连接符 319577">
              <a:extLst>
                <a:ext uri="{FF2B5EF4-FFF2-40B4-BE49-F238E27FC236}">
                  <a16:creationId xmlns:a16="http://schemas.microsoft.com/office/drawing/2014/main" id="{A449C41B-1164-4CF4-8323-1C495871EF3A}"/>
                </a:ext>
              </a:extLst>
            </p:cNvPr>
            <p:cNvSpPr>
              <a:spLocks noChangeShapeType="1"/>
            </p:cNvSpPr>
            <p:nvPr/>
          </p:nvSpPr>
          <p:spPr bwMode="auto">
            <a:xfrm>
              <a:off x="1713" y="2427"/>
              <a:ext cx="0" cy="1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99" name="直接连接符 319578">
              <a:extLst>
                <a:ext uri="{FF2B5EF4-FFF2-40B4-BE49-F238E27FC236}">
                  <a16:creationId xmlns:a16="http://schemas.microsoft.com/office/drawing/2014/main" id="{60A3F35D-8220-4E1E-8E4D-299FD6DCCAA9}"/>
                </a:ext>
              </a:extLst>
            </p:cNvPr>
            <p:cNvSpPr>
              <a:spLocks noChangeShapeType="1"/>
            </p:cNvSpPr>
            <p:nvPr/>
          </p:nvSpPr>
          <p:spPr bwMode="auto">
            <a:xfrm>
              <a:off x="2171" y="2422"/>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00" name="任意多边形 319579">
              <a:extLst>
                <a:ext uri="{FF2B5EF4-FFF2-40B4-BE49-F238E27FC236}">
                  <a16:creationId xmlns:a16="http://schemas.microsoft.com/office/drawing/2014/main" id="{B535E87C-9EB3-400D-9E34-8D8D2BF38B55}"/>
                </a:ext>
              </a:extLst>
            </p:cNvPr>
            <p:cNvSpPr>
              <a:spLocks/>
            </p:cNvSpPr>
            <p:nvPr/>
          </p:nvSpPr>
          <p:spPr bwMode="auto">
            <a:xfrm>
              <a:off x="2629" y="2430"/>
              <a:ext cx="1" cy="193"/>
            </a:xfrm>
            <a:custGeom>
              <a:avLst/>
              <a:gdLst>
                <a:gd name="T0" fmla="*/ 0 w 1"/>
                <a:gd name="T1" fmla="*/ 0 h 198"/>
                <a:gd name="T2" fmla="*/ 0 w 1"/>
                <a:gd name="T3" fmla="*/ 198 h 198"/>
                <a:gd name="T4" fmla="*/ 0 w 1"/>
                <a:gd name="T5" fmla="*/ 0 h 198"/>
                <a:gd name="T6" fmla="*/ 1 w 1"/>
                <a:gd name="T7" fmla="*/ 198 h 198"/>
              </a:gdLst>
              <a:ahLst/>
              <a:cxnLst>
                <a:cxn ang="0">
                  <a:pos x="T0" y="T1"/>
                </a:cxn>
                <a:cxn ang="0">
                  <a:pos x="T2" y="T3"/>
                </a:cxn>
              </a:cxnLst>
              <a:rect l="T4" t="T5" r="T6" b="T7"/>
              <a:pathLst>
                <a:path w="1" h="198">
                  <a:moveTo>
                    <a:pt x="0" y="0"/>
                  </a:moveTo>
                  <a:lnTo>
                    <a:pt x="0" y="198"/>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301" name="任意多边形 319580">
              <a:extLst>
                <a:ext uri="{FF2B5EF4-FFF2-40B4-BE49-F238E27FC236}">
                  <a16:creationId xmlns:a16="http://schemas.microsoft.com/office/drawing/2014/main" id="{701D7D28-BF33-49C5-B49E-ACA3BE8C0470}"/>
                </a:ext>
              </a:extLst>
            </p:cNvPr>
            <p:cNvSpPr>
              <a:spLocks/>
            </p:cNvSpPr>
            <p:nvPr/>
          </p:nvSpPr>
          <p:spPr bwMode="auto">
            <a:xfrm>
              <a:off x="3088" y="2427"/>
              <a:ext cx="3" cy="192"/>
            </a:xfrm>
            <a:custGeom>
              <a:avLst/>
              <a:gdLst>
                <a:gd name="T0" fmla="*/ 3 w 3"/>
                <a:gd name="T1" fmla="*/ 0 h 198"/>
                <a:gd name="T2" fmla="*/ 0 w 3"/>
                <a:gd name="T3" fmla="*/ 198 h 198"/>
                <a:gd name="T4" fmla="*/ 0 w 3"/>
                <a:gd name="T5" fmla="*/ 0 h 198"/>
                <a:gd name="T6" fmla="*/ 3 w 3"/>
                <a:gd name="T7" fmla="*/ 198 h 198"/>
              </a:gdLst>
              <a:ahLst/>
              <a:cxnLst>
                <a:cxn ang="0">
                  <a:pos x="T0" y="T1"/>
                </a:cxn>
                <a:cxn ang="0">
                  <a:pos x="T2" y="T3"/>
                </a:cxn>
              </a:cxnLst>
              <a:rect l="T4" t="T5" r="T6" b="T7"/>
              <a:pathLst>
                <a:path w="3" h="198">
                  <a:moveTo>
                    <a:pt x="3" y="0"/>
                  </a:moveTo>
                  <a:lnTo>
                    <a:pt x="0" y="198"/>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302" name="直接连接符 319581">
              <a:extLst>
                <a:ext uri="{FF2B5EF4-FFF2-40B4-BE49-F238E27FC236}">
                  <a16:creationId xmlns:a16="http://schemas.microsoft.com/office/drawing/2014/main" id="{30933B33-6F0F-4FBE-A060-254F0AB76D90}"/>
                </a:ext>
              </a:extLst>
            </p:cNvPr>
            <p:cNvSpPr>
              <a:spLocks noChangeShapeType="1"/>
            </p:cNvSpPr>
            <p:nvPr/>
          </p:nvSpPr>
          <p:spPr bwMode="auto">
            <a:xfrm>
              <a:off x="3552" y="2427"/>
              <a:ext cx="0" cy="1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03" name="直接连接符 319582">
              <a:extLst>
                <a:ext uri="{FF2B5EF4-FFF2-40B4-BE49-F238E27FC236}">
                  <a16:creationId xmlns:a16="http://schemas.microsoft.com/office/drawing/2014/main" id="{F196A52D-BC08-4D9F-BBE0-F88D1B758209}"/>
                </a:ext>
              </a:extLst>
            </p:cNvPr>
            <p:cNvSpPr>
              <a:spLocks noChangeShapeType="1"/>
            </p:cNvSpPr>
            <p:nvPr/>
          </p:nvSpPr>
          <p:spPr bwMode="auto">
            <a:xfrm>
              <a:off x="4012" y="2427"/>
              <a:ext cx="0" cy="1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04" name="直接连接符 319583">
              <a:extLst>
                <a:ext uri="{FF2B5EF4-FFF2-40B4-BE49-F238E27FC236}">
                  <a16:creationId xmlns:a16="http://schemas.microsoft.com/office/drawing/2014/main" id="{604D8048-4F84-4092-9C53-6321329B1565}"/>
                </a:ext>
              </a:extLst>
            </p:cNvPr>
            <p:cNvSpPr>
              <a:spLocks noChangeShapeType="1"/>
            </p:cNvSpPr>
            <p:nvPr/>
          </p:nvSpPr>
          <p:spPr bwMode="auto">
            <a:xfrm>
              <a:off x="4474" y="2420"/>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05" name="直接连接符 319584">
              <a:extLst>
                <a:ext uri="{FF2B5EF4-FFF2-40B4-BE49-F238E27FC236}">
                  <a16:creationId xmlns:a16="http://schemas.microsoft.com/office/drawing/2014/main" id="{FD3B5714-550B-47F9-9935-547DF8F622E4}"/>
                </a:ext>
              </a:extLst>
            </p:cNvPr>
            <p:cNvSpPr>
              <a:spLocks noChangeShapeType="1"/>
            </p:cNvSpPr>
            <p:nvPr/>
          </p:nvSpPr>
          <p:spPr bwMode="auto">
            <a:xfrm>
              <a:off x="4932" y="2422"/>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06" name="直接连接符 319585">
              <a:extLst>
                <a:ext uri="{FF2B5EF4-FFF2-40B4-BE49-F238E27FC236}">
                  <a16:creationId xmlns:a16="http://schemas.microsoft.com/office/drawing/2014/main" id="{61905774-9812-4BF9-B688-0015CFCC538A}"/>
                </a:ext>
              </a:extLst>
            </p:cNvPr>
            <p:cNvSpPr>
              <a:spLocks noChangeShapeType="1"/>
            </p:cNvSpPr>
            <p:nvPr/>
          </p:nvSpPr>
          <p:spPr bwMode="auto">
            <a:xfrm>
              <a:off x="5394" y="2424"/>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07" name="矩形 319586">
              <a:extLst>
                <a:ext uri="{FF2B5EF4-FFF2-40B4-BE49-F238E27FC236}">
                  <a16:creationId xmlns:a16="http://schemas.microsoft.com/office/drawing/2014/main" id="{3F7DBC07-9C71-4921-87A9-9337B7CA2617}"/>
                </a:ext>
              </a:extLst>
            </p:cNvPr>
            <p:cNvSpPr>
              <a:spLocks noChangeArrowheads="1"/>
            </p:cNvSpPr>
            <p:nvPr/>
          </p:nvSpPr>
          <p:spPr bwMode="auto">
            <a:xfrm>
              <a:off x="445"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308" name="矩形 319587">
              <a:extLst>
                <a:ext uri="{FF2B5EF4-FFF2-40B4-BE49-F238E27FC236}">
                  <a16:creationId xmlns:a16="http://schemas.microsoft.com/office/drawing/2014/main" id="{810A71C3-489F-4946-B12D-0C5BF99EBF8E}"/>
                </a:ext>
              </a:extLst>
            </p:cNvPr>
            <p:cNvSpPr>
              <a:spLocks noChangeArrowheads="1"/>
            </p:cNvSpPr>
            <p:nvPr/>
          </p:nvSpPr>
          <p:spPr bwMode="auto">
            <a:xfrm>
              <a:off x="894"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309" name="矩形 319588">
              <a:extLst>
                <a:ext uri="{FF2B5EF4-FFF2-40B4-BE49-F238E27FC236}">
                  <a16:creationId xmlns:a16="http://schemas.microsoft.com/office/drawing/2014/main" id="{DD0D157E-DBB0-46F0-B22D-F3273AF7D406}"/>
                </a:ext>
              </a:extLst>
            </p:cNvPr>
            <p:cNvSpPr>
              <a:spLocks noChangeArrowheads="1"/>
            </p:cNvSpPr>
            <p:nvPr/>
          </p:nvSpPr>
          <p:spPr bwMode="auto">
            <a:xfrm>
              <a:off x="1383"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310" name="矩形 319589">
              <a:extLst>
                <a:ext uri="{FF2B5EF4-FFF2-40B4-BE49-F238E27FC236}">
                  <a16:creationId xmlns:a16="http://schemas.microsoft.com/office/drawing/2014/main" id="{BA2F1508-F6B8-462D-BDF0-06CAB01C732F}"/>
                </a:ext>
              </a:extLst>
            </p:cNvPr>
            <p:cNvSpPr>
              <a:spLocks noChangeArrowheads="1"/>
            </p:cNvSpPr>
            <p:nvPr/>
          </p:nvSpPr>
          <p:spPr bwMode="auto">
            <a:xfrm>
              <a:off x="1843"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3</a:t>
              </a:r>
            </a:p>
          </p:txBody>
        </p:sp>
        <p:sp>
          <p:nvSpPr>
            <p:cNvPr id="222311" name="矩形 319590">
              <a:extLst>
                <a:ext uri="{FF2B5EF4-FFF2-40B4-BE49-F238E27FC236}">
                  <a16:creationId xmlns:a16="http://schemas.microsoft.com/office/drawing/2014/main" id="{738CF08A-FA93-40DE-8746-CA28013D455A}"/>
                </a:ext>
              </a:extLst>
            </p:cNvPr>
            <p:cNvSpPr>
              <a:spLocks noChangeArrowheads="1"/>
            </p:cNvSpPr>
            <p:nvPr/>
          </p:nvSpPr>
          <p:spPr bwMode="auto">
            <a:xfrm>
              <a:off x="2281" y="2386"/>
              <a:ext cx="30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4</a:t>
              </a:r>
            </a:p>
          </p:txBody>
        </p:sp>
        <p:sp>
          <p:nvSpPr>
            <p:cNvPr id="222312" name="矩形 319591">
              <a:extLst>
                <a:ext uri="{FF2B5EF4-FFF2-40B4-BE49-F238E27FC236}">
                  <a16:creationId xmlns:a16="http://schemas.microsoft.com/office/drawing/2014/main" id="{00F57D4D-A1FF-4275-AD3F-5D18DDAAFEB8}"/>
                </a:ext>
              </a:extLst>
            </p:cNvPr>
            <p:cNvSpPr>
              <a:spLocks noChangeArrowheads="1"/>
            </p:cNvSpPr>
            <p:nvPr/>
          </p:nvSpPr>
          <p:spPr bwMode="auto">
            <a:xfrm>
              <a:off x="2741"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5</a:t>
              </a:r>
            </a:p>
          </p:txBody>
        </p:sp>
        <p:sp>
          <p:nvSpPr>
            <p:cNvPr id="222313" name="矩形 319592">
              <a:extLst>
                <a:ext uri="{FF2B5EF4-FFF2-40B4-BE49-F238E27FC236}">
                  <a16:creationId xmlns:a16="http://schemas.microsoft.com/office/drawing/2014/main" id="{8BF68897-C211-4641-9C48-35A2F96AFD7B}"/>
                </a:ext>
              </a:extLst>
            </p:cNvPr>
            <p:cNvSpPr>
              <a:spLocks noChangeArrowheads="1"/>
            </p:cNvSpPr>
            <p:nvPr/>
          </p:nvSpPr>
          <p:spPr bwMode="auto">
            <a:xfrm>
              <a:off x="3191"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6</a:t>
              </a:r>
            </a:p>
          </p:txBody>
        </p:sp>
        <p:sp>
          <p:nvSpPr>
            <p:cNvPr id="222314" name="矩形 319593">
              <a:extLst>
                <a:ext uri="{FF2B5EF4-FFF2-40B4-BE49-F238E27FC236}">
                  <a16:creationId xmlns:a16="http://schemas.microsoft.com/office/drawing/2014/main" id="{56307ECB-9C9F-4BF2-AEA9-530A68EF69A9}"/>
                </a:ext>
              </a:extLst>
            </p:cNvPr>
            <p:cNvSpPr>
              <a:spLocks noChangeArrowheads="1"/>
            </p:cNvSpPr>
            <p:nvPr/>
          </p:nvSpPr>
          <p:spPr bwMode="auto">
            <a:xfrm>
              <a:off x="3650"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7</a:t>
              </a:r>
            </a:p>
          </p:txBody>
        </p:sp>
        <p:sp>
          <p:nvSpPr>
            <p:cNvPr id="222315" name="矩形 319594">
              <a:extLst>
                <a:ext uri="{FF2B5EF4-FFF2-40B4-BE49-F238E27FC236}">
                  <a16:creationId xmlns:a16="http://schemas.microsoft.com/office/drawing/2014/main" id="{1A93638C-D751-4D64-B37A-7FBD2116CF28}"/>
                </a:ext>
              </a:extLst>
            </p:cNvPr>
            <p:cNvSpPr>
              <a:spLocks noChangeArrowheads="1"/>
            </p:cNvSpPr>
            <p:nvPr/>
          </p:nvSpPr>
          <p:spPr bwMode="auto">
            <a:xfrm>
              <a:off x="4127"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316" name="矩形 319595">
              <a:extLst>
                <a:ext uri="{FF2B5EF4-FFF2-40B4-BE49-F238E27FC236}">
                  <a16:creationId xmlns:a16="http://schemas.microsoft.com/office/drawing/2014/main" id="{BC7E88B9-76CF-4FAB-9C81-75D3B1AFFD1E}"/>
                </a:ext>
              </a:extLst>
            </p:cNvPr>
            <p:cNvSpPr>
              <a:spLocks noChangeArrowheads="1"/>
            </p:cNvSpPr>
            <p:nvPr/>
          </p:nvSpPr>
          <p:spPr bwMode="auto">
            <a:xfrm>
              <a:off x="4599"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317" name="矩形 319596">
              <a:extLst>
                <a:ext uri="{FF2B5EF4-FFF2-40B4-BE49-F238E27FC236}">
                  <a16:creationId xmlns:a16="http://schemas.microsoft.com/office/drawing/2014/main" id="{03F7D1DF-43BC-4FDB-91B4-DE16E7715A2F}"/>
                </a:ext>
              </a:extLst>
            </p:cNvPr>
            <p:cNvSpPr>
              <a:spLocks noChangeArrowheads="1"/>
            </p:cNvSpPr>
            <p:nvPr/>
          </p:nvSpPr>
          <p:spPr bwMode="auto">
            <a:xfrm>
              <a:off x="5058" y="2386"/>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318" name="文本框 319597">
              <a:extLst>
                <a:ext uri="{FF2B5EF4-FFF2-40B4-BE49-F238E27FC236}">
                  <a16:creationId xmlns:a16="http://schemas.microsoft.com/office/drawing/2014/main" id="{73566FC3-A50A-4420-9F08-B124784A220A}"/>
                </a:ext>
              </a:extLst>
            </p:cNvPr>
            <p:cNvSpPr txBox="1">
              <a:spLocks noChangeArrowheads="1"/>
            </p:cNvSpPr>
            <p:nvPr/>
          </p:nvSpPr>
          <p:spPr bwMode="auto">
            <a:xfrm>
              <a:off x="3479" y="2717"/>
              <a:ext cx="1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不允许发送这些帧</a:t>
              </a:r>
            </a:p>
          </p:txBody>
        </p:sp>
        <p:sp>
          <p:nvSpPr>
            <p:cNvPr id="222319" name="左大括号 319598">
              <a:extLst>
                <a:ext uri="{FF2B5EF4-FFF2-40B4-BE49-F238E27FC236}">
                  <a16:creationId xmlns:a16="http://schemas.microsoft.com/office/drawing/2014/main" id="{C345D9A0-F706-4423-9E09-87CE6D496121}"/>
                </a:ext>
              </a:extLst>
            </p:cNvPr>
            <p:cNvSpPr>
              <a:spLocks/>
            </p:cNvSpPr>
            <p:nvPr/>
          </p:nvSpPr>
          <p:spPr bwMode="auto">
            <a:xfrm rot="-5400000">
              <a:off x="4071" y="1232"/>
              <a:ext cx="117" cy="2969"/>
            </a:xfrm>
            <a:prstGeom prst="leftBrace">
              <a:avLst>
                <a:gd name="adj1" fmla="val 2114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20" name="任意多边形 319599">
              <a:extLst>
                <a:ext uri="{FF2B5EF4-FFF2-40B4-BE49-F238E27FC236}">
                  <a16:creationId xmlns:a16="http://schemas.microsoft.com/office/drawing/2014/main" id="{BE3FE5F7-C687-45B3-92A6-F79C02056486}"/>
                </a:ext>
              </a:extLst>
            </p:cNvPr>
            <p:cNvSpPr>
              <a:spLocks/>
            </p:cNvSpPr>
            <p:nvPr/>
          </p:nvSpPr>
          <p:spPr bwMode="auto">
            <a:xfrm>
              <a:off x="331" y="2166"/>
              <a:ext cx="2300" cy="0"/>
            </a:xfrm>
            <a:custGeom>
              <a:avLst/>
              <a:gdLst>
                <a:gd name="T0" fmla="*/ 0 w 2119"/>
                <a:gd name="T1" fmla="*/ 1 h 1"/>
                <a:gd name="T2" fmla="*/ 2119 w 2119"/>
                <a:gd name="T3" fmla="*/ 0 h 1"/>
                <a:gd name="T4" fmla="*/ 0 w 2119"/>
                <a:gd name="T5" fmla="*/ 0 h 1"/>
                <a:gd name="T6" fmla="*/ 2119 w 2119"/>
                <a:gd name="T7" fmla="*/ 1 h 1"/>
              </a:gdLst>
              <a:ahLst/>
              <a:cxnLst>
                <a:cxn ang="0">
                  <a:pos x="T0" y="T1"/>
                </a:cxn>
                <a:cxn ang="0">
                  <a:pos x="T2" y="T3"/>
                </a:cxn>
              </a:cxnLst>
              <a:rect l="T4" t="T5" r="T6" b="T7"/>
              <a:pathLst>
                <a:path w="2119" h="1">
                  <a:moveTo>
                    <a:pt x="0" y="1"/>
                  </a:moveTo>
                  <a:lnTo>
                    <a:pt x="2119" y="0"/>
                  </a:lnTo>
                </a:path>
              </a:pathLst>
            </a:custGeom>
            <a:noFill/>
            <a:ln w="12700" cap="flat" cmpd="sng">
              <a:solidFill>
                <a:schemeClr val="tx1"/>
              </a:solidFill>
              <a:prstDash val="solid"/>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321" name="矩形 319600">
              <a:extLst>
                <a:ext uri="{FF2B5EF4-FFF2-40B4-BE49-F238E27FC236}">
                  <a16:creationId xmlns:a16="http://schemas.microsoft.com/office/drawing/2014/main" id="{1AF3A08A-27AB-41F2-91C4-4D46F511862C}"/>
                </a:ext>
              </a:extLst>
            </p:cNvPr>
            <p:cNvSpPr>
              <a:spLocks noChangeArrowheads="1"/>
            </p:cNvSpPr>
            <p:nvPr/>
          </p:nvSpPr>
          <p:spPr bwMode="auto">
            <a:xfrm>
              <a:off x="1381" y="2117"/>
              <a:ext cx="317" cy="16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22" name="直接连接符 319601">
              <a:extLst>
                <a:ext uri="{FF2B5EF4-FFF2-40B4-BE49-F238E27FC236}">
                  <a16:creationId xmlns:a16="http://schemas.microsoft.com/office/drawing/2014/main" id="{0EC91B27-DB64-4D06-AF4D-898E6288EC48}"/>
                </a:ext>
              </a:extLst>
            </p:cNvPr>
            <p:cNvSpPr>
              <a:spLocks noChangeShapeType="1"/>
            </p:cNvSpPr>
            <p:nvPr/>
          </p:nvSpPr>
          <p:spPr bwMode="auto">
            <a:xfrm flipV="1">
              <a:off x="331" y="2067"/>
              <a:ext cx="0" cy="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23" name="直接连接符 319602">
              <a:extLst>
                <a:ext uri="{FF2B5EF4-FFF2-40B4-BE49-F238E27FC236}">
                  <a16:creationId xmlns:a16="http://schemas.microsoft.com/office/drawing/2014/main" id="{48F84E50-A7A4-46FB-B534-342BDAD1B1EF}"/>
                </a:ext>
              </a:extLst>
            </p:cNvPr>
            <p:cNvSpPr>
              <a:spLocks noChangeShapeType="1"/>
            </p:cNvSpPr>
            <p:nvPr/>
          </p:nvSpPr>
          <p:spPr bwMode="auto">
            <a:xfrm flipV="1">
              <a:off x="2635" y="2090"/>
              <a:ext cx="0" cy="1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24" name="矩形 319603">
              <a:extLst>
                <a:ext uri="{FF2B5EF4-FFF2-40B4-BE49-F238E27FC236}">
                  <a16:creationId xmlns:a16="http://schemas.microsoft.com/office/drawing/2014/main" id="{893FCCB9-08B0-4ABA-BECD-E2730C3C9134}"/>
                </a:ext>
              </a:extLst>
            </p:cNvPr>
            <p:cNvSpPr>
              <a:spLocks noChangeArrowheads="1"/>
            </p:cNvSpPr>
            <p:nvPr/>
          </p:nvSpPr>
          <p:spPr bwMode="auto">
            <a:xfrm>
              <a:off x="1381" y="2038"/>
              <a:ext cx="3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i="1">
                  <a:solidFill>
                    <a:schemeClr val="tx1"/>
                  </a:solidFill>
                  <a:ea typeface="黑体" panose="02010609060101010101" pitchFamily="49" charset="-122"/>
                </a:rPr>
                <a:t>W</a:t>
              </a:r>
              <a:r>
                <a:rPr lang="en-US" altLang="zh-CN" sz="2000" i="1" baseline="-25000">
                  <a:solidFill>
                    <a:schemeClr val="tx1"/>
                  </a:solidFill>
                  <a:ea typeface="黑体" panose="02010609060101010101" pitchFamily="49" charset="-122"/>
                </a:rPr>
                <a:t>T</a:t>
              </a:r>
            </a:p>
          </p:txBody>
        </p:sp>
        <p:sp>
          <p:nvSpPr>
            <p:cNvPr id="222325" name="左大括号 319604">
              <a:extLst>
                <a:ext uri="{FF2B5EF4-FFF2-40B4-BE49-F238E27FC236}">
                  <a16:creationId xmlns:a16="http://schemas.microsoft.com/office/drawing/2014/main" id="{8BA6B7B6-FC19-42F9-BF04-58AAB2BA138C}"/>
                </a:ext>
              </a:extLst>
            </p:cNvPr>
            <p:cNvSpPr>
              <a:spLocks/>
            </p:cNvSpPr>
            <p:nvPr/>
          </p:nvSpPr>
          <p:spPr bwMode="auto">
            <a:xfrm rot="-5400000">
              <a:off x="1425" y="1564"/>
              <a:ext cx="125" cy="2310"/>
            </a:xfrm>
            <a:prstGeom prst="leftBrace">
              <a:avLst>
                <a:gd name="adj1" fmla="val 154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26" name="文本框 319605">
              <a:extLst>
                <a:ext uri="{FF2B5EF4-FFF2-40B4-BE49-F238E27FC236}">
                  <a16:creationId xmlns:a16="http://schemas.microsoft.com/office/drawing/2014/main" id="{41563E3A-7A21-4102-A674-AAE52FBF54BC}"/>
                </a:ext>
              </a:extLst>
            </p:cNvPr>
            <p:cNvSpPr txBox="1">
              <a:spLocks noChangeArrowheads="1"/>
            </p:cNvSpPr>
            <p:nvPr/>
          </p:nvSpPr>
          <p:spPr bwMode="auto">
            <a:xfrm>
              <a:off x="1217" y="2717"/>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已发送</a:t>
              </a:r>
            </a:p>
          </p:txBody>
        </p:sp>
        <p:sp>
          <p:nvSpPr>
            <p:cNvPr id="222327" name="文本框 319606">
              <a:extLst>
                <a:ext uri="{FF2B5EF4-FFF2-40B4-BE49-F238E27FC236}">
                  <a16:creationId xmlns:a16="http://schemas.microsoft.com/office/drawing/2014/main" id="{BF1F0A14-CAF1-4061-A4E9-D47F4B5C6335}"/>
                </a:ext>
              </a:extLst>
            </p:cNvPr>
            <p:cNvSpPr txBox="1">
              <a:spLocks noChangeArrowheads="1"/>
            </p:cNvSpPr>
            <p:nvPr/>
          </p:nvSpPr>
          <p:spPr bwMode="auto">
            <a:xfrm>
              <a:off x="-16" y="2352"/>
              <a:ext cx="3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000">
                  <a:solidFill>
                    <a:schemeClr val="tx1"/>
                  </a:solidFill>
                  <a:ea typeface="黑体" panose="02010609060101010101" pitchFamily="49" charset="-122"/>
                </a:rPr>
                <a:t>(c)</a:t>
              </a:r>
            </a:p>
          </p:txBody>
        </p:sp>
      </p:grpSp>
      <p:grpSp>
        <p:nvGrpSpPr>
          <p:cNvPr id="4" name="组合 319607">
            <a:extLst>
              <a:ext uri="{FF2B5EF4-FFF2-40B4-BE49-F238E27FC236}">
                <a16:creationId xmlns:a16="http://schemas.microsoft.com/office/drawing/2014/main" id="{6ED92334-2156-4163-AC60-9A1F175A8CD5}"/>
              </a:ext>
            </a:extLst>
          </p:cNvPr>
          <p:cNvGrpSpPr>
            <a:grpSpLocks/>
          </p:cNvGrpSpPr>
          <p:nvPr/>
        </p:nvGrpSpPr>
        <p:grpSpPr bwMode="auto">
          <a:xfrm>
            <a:off x="-25400" y="4795838"/>
            <a:ext cx="8991600" cy="1782762"/>
            <a:chOff x="-16" y="3021"/>
            <a:chExt cx="5664" cy="1123"/>
          </a:xfrm>
        </p:grpSpPr>
        <p:sp>
          <p:nvSpPr>
            <p:cNvPr id="222329" name="矩形 319608">
              <a:extLst>
                <a:ext uri="{FF2B5EF4-FFF2-40B4-BE49-F238E27FC236}">
                  <a16:creationId xmlns:a16="http://schemas.microsoft.com/office/drawing/2014/main" id="{3A923BEC-3931-4916-8972-2CA9688567B7}"/>
                </a:ext>
              </a:extLst>
            </p:cNvPr>
            <p:cNvSpPr>
              <a:spLocks noChangeArrowheads="1"/>
            </p:cNvSpPr>
            <p:nvPr/>
          </p:nvSpPr>
          <p:spPr bwMode="auto">
            <a:xfrm>
              <a:off x="1712" y="3290"/>
              <a:ext cx="2296" cy="316"/>
            </a:xfrm>
            <a:prstGeom prst="rect">
              <a:avLst/>
            </a:prstGeom>
            <a:solidFill>
              <a:srgbClr val="FFCCFF"/>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30" name="矩形 319609">
              <a:extLst>
                <a:ext uri="{FF2B5EF4-FFF2-40B4-BE49-F238E27FC236}">
                  <a16:creationId xmlns:a16="http://schemas.microsoft.com/office/drawing/2014/main" id="{1091BBE5-7BAB-44A5-B16A-D65FBDF029DA}"/>
                </a:ext>
              </a:extLst>
            </p:cNvPr>
            <p:cNvSpPr>
              <a:spLocks noChangeArrowheads="1"/>
            </p:cNvSpPr>
            <p:nvPr/>
          </p:nvSpPr>
          <p:spPr bwMode="auto">
            <a:xfrm>
              <a:off x="4008" y="3416"/>
              <a:ext cx="1628" cy="19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31" name="矩形 319610">
              <a:extLst>
                <a:ext uri="{FF2B5EF4-FFF2-40B4-BE49-F238E27FC236}">
                  <a16:creationId xmlns:a16="http://schemas.microsoft.com/office/drawing/2014/main" id="{90F21339-2C1A-437B-BA20-ECBD16D3108C}"/>
                </a:ext>
              </a:extLst>
            </p:cNvPr>
            <p:cNvSpPr>
              <a:spLocks noChangeArrowheads="1"/>
            </p:cNvSpPr>
            <p:nvPr/>
          </p:nvSpPr>
          <p:spPr bwMode="auto">
            <a:xfrm>
              <a:off x="331" y="3412"/>
              <a:ext cx="2289" cy="200"/>
            </a:xfrm>
            <a:prstGeom prst="rect">
              <a:avLst/>
            </a:prstGeom>
            <a:solidFill>
              <a:srgbClr val="00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32" name="直接连接符 319611">
              <a:extLst>
                <a:ext uri="{FF2B5EF4-FFF2-40B4-BE49-F238E27FC236}">
                  <a16:creationId xmlns:a16="http://schemas.microsoft.com/office/drawing/2014/main" id="{9C1B6895-76E5-4A11-8051-1970C803F4B4}"/>
                </a:ext>
              </a:extLst>
            </p:cNvPr>
            <p:cNvSpPr>
              <a:spLocks noChangeShapeType="1"/>
            </p:cNvSpPr>
            <p:nvPr/>
          </p:nvSpPr>
          <p:spPr bwMode="auto">
            <a:xfrm>
              <a:off x="332" y="3416"/>
              <a:ext cx="53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33" name="直接连接符 319612">
              <a:extLst>
                <a:ext uri="{FF2B5EF4-FFF2-40B4-BE49-F238E27FC236}">
                  <a16:creationId xmlns:a16="http://schemas.microsoft.com/office/drawing/2014/main" id="{5BAEB643-7309-4ABF-B748-F614760A3B37}"/>
                </a:ext>
              </a:extLst>
            </p:cNvPr>
            <p:cNvSpPr>
              <a:spLocks noChangeShapeType="1"/>
            </p:cNvSpPr>
            <p:nvPr/>
          </p:nvSpPr>
          <p:spPr bwMode="auto">
            <a:xfrm>
              <a:off x="334" y="3612"/>
              <a:ext cx="531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34" name="直接连接符 319613">
              <a:extLst>
                <a:ext uri="{FF2B5EF4-FFF2-40B4-BE49-F238E27FC236}">
                  <a16:creationId xmlns:a16="http://schemas.microsoft.com/office/drawing/2014/main" id="{1514CC1C-088E-4AD4-AA98-58DBF776B06C}"/>
                </a:ext>
              </a:extLst>
            </p:cNvPr>
            <p:cNvSpPr>
              <a:spLocks noChangeShapeType="1"/>
            </p:cNvSpPr>
            <p:nvPr/>
          </p:nvSpPr>
          <p:spPr bwMode="auto">
            <a:xfrm>
              <a:off x="792" y="3416"/>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35" name="直接连接符 319614">
              <a:extLst>
                <a:ext uri="{FF2B5EF4-FFF2-40B4-BE49-F238E27FC236}">
                  <a16:creationId xmlns:a16="http://schemas.microsoft.com/office/drawing/2014/main" id="{7D63CB3F-35E9-4309-A0BE-3FD6C9ADB65D}"/>
                </a:ext>
              </a:extLst>
            </p:cNvPr>
            <p:cNvSpPr>
              <a:spLocks noChangeShapeType="1"/>
            </p:cNvSpPr>
            <p:nvPr/>
          </p:nvSpPr>
          <p:spPr bwMode="auto">
            <a:xfrm>
              <a:off x="330" y="3410"/>
              <a:ext cx="0" cy="2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36" name="直接连接符 319615">
              <a:extLst>
                <a:ext uri="{FF2B5EF4-FFF2-40B4-BE49-F238E27FC236}">
                  <a16:creationId xmlns:a16="http://schemas.microsoft.com/office/drawing/2014/main" id="{F134C12F-9257-436D-953C-7B86F1CD9995}"/>
                </a:ext>
              </a:extLst>
            </p:cNvPr>
            <p:cNvSpPr>
              <a:spLocks noChangeShapeType="1"/>
            </p:cNvSpPr>
            <p:nvPr/>
          </p:nvSpPr>
          <p:spPr bwMode="auto">
            <a:xfrm>
              <a:off x="1252" y="3420"/>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37" name="直接连接符 319616">
              <a:extLst>
                <a:ext uri="{FF2B5EF4-FFF2-40B4-BE49-F238E27FC236}">
                  <a16:creationId xmlns:a16="http://schemas.microsoft.com/office/drawing/2014/main" id="{15FA3BA6-293B-4361-874B-3930310C5110}"/>
                </a:ext>
              </a:extLst>
            </p:cNvPr>
            <p:cNvSpPr>
              <a:spLocks noChangeShapeType="1"/>
            </p:cNvSpPr>
            <p:nvPr/>
          </p:nvSpPr>
          <p:spPr bwMode="auto">
            <a:xfrm>
              <a:off x="1713" y="3421"/>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38" name="直接连接符 319617">
              <a:extLst>
                <a:ext uri="{FF2B5EF4-FFF2-40B4-BE49-F238E27FC236}">
                  <a16:creationId xmlns:a16="http://schemas.microsoft.com/office/drawing/2014/main" id="{3BD4347A-7F02-404C-B00F-18B355412C6B}"/>
                </a:ext>
              </a:extLst>
            </p:cNvPr>
            <p:cNvSpPr>
              <a:spLocks noChangeShapeType="1"/>
            </p:cNvSpPr>
            <p:nvPr/>
          </p:nvSpPr>
          <p:spPr bwMode="auto">
            <a:xfrm>
              <a:off x="2171" y="3418"/>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39" name="任意多边形 319618">
              <a:extLst>
                <a:ext uri="{FF2B5EF4-FFF2-40B4-BE49-F238E27FC236}">
                  <a16:creationId xmlns:a16="http://schemas.microsoft.com/office/drawing/2014/main" id="{8B331389-3B33-4720-B7E7-83622DBFB103}"/>
                </a:ext>
              </a:extLst>
            </p:cNvPr>
            <p:cNvSpPr>
              <a:spLocks/>
            </p:cNvSpPr>
            <p:nvPr/>
          </p:nvSpPr>
          <p:spPr bwMode="auto">
            <a:xfrm>
              <a:off x="2629" y="3426"/>
              <a:ext cx="1" cy="189"/>
            </a:xfrm>
            <a:custGeom>
              <a:avLst/>
              <a:gdLst>
                <a:gd name="T0" fmla="*/ 0 w 1"/>
                <a:gd name="T1" fmla="*/ 0 h 194"/>
                <a:gd name="T2" fmla="*/ 0 w 1"/>
                <a:gd name="T3" fmla="*/ 194 h 194"/>
                <a:gd name="T4" fmla="*/ 0 w 1"/>
                <a:gd name="T5" fmla="*/ 0 h 194"/>
                <a:gd name="T6" fmla="*/ 1 w 1"/>
                <a:gd name="T7" fmla="*/ 194 h 194"/>
              </a:gdLst>
              <a:ahLst/>
              <a:cxnLst>
                <a:cxn ang="0">
                  <a:pos x="T0" y="T1"/>
                </a:cxn>
                <a:cxn ang="0">
                  <a:pos x="T2" y="T3"/>
                </a:cxn>
              </a:cxnLst>
              <a:rect l="T4" t="T5" r="T6" b="T7"/>
              <a:pathLst>
                <a:path w="1" h="194">
                  <a:moveTo>
                    <a:pt x="0" y="0"/>
                  </a:moveTo>
                  <a:lnTo>
                    <a:pt x="0" y="194"/>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340" name="任意多边形 319619">
              <a:extLst>
                <a:ext uri="{FF2B5EF4-FFF2-40B4-BE49-F238E27FC236}">
                  <a16:creationId xmlns:a16="http://schemas.microsoft.com/office/drawing/2014/main" id="{6D38B22B-BD9E-470C-8DC8-D8DDEE6BA3B4}"/>
                </a:ext>
              </a:extLst>
            </p:cNvPr>
            <p:cNvSpPr>
              <a:spLocks/>
            </p:cNvSpPr>
            <p:nvPr/>
          </p:nvSpPr>
          <p:spPr bwMode="auto">
            <a:xfrm>
              <a:off x="3088" y="3421"/>
              <a:ext cx="3" cy="194"/>
            </a:xfrm>
            <a:custGeom>
              <a:avLst/>
              <a:gdLst>
                <a:gd name="T0" fmla="*/ 3 w 3"/>
                <a:gd name="T1" fmla="*/ 0 h 198"/>
                <a:gd name="T2" fmla="*/ 0 w 3"/>
                <a:gd name="T3" fmla="*/ 198 h 198"/>
                <a:gd name="T4" fmla="*/ 0 w 3"/>
                <a:gd name="T5" fmla="*/ 0 h 198"/>
                <a:gd name="T6" fmla="*/ 3 w 3"/>
                <a:gd name="T7" fmla="*/ 198 h 198"/>
              </a:gdLst>
              <a:ahLst/>
              <a:cxnLst>
                <a:cxn ang="0">
                  <a:pos x="T0" y="T1"/>
                </a:cxn>
                <a:cxn ang="0">
                  <a:pos x="T2" y="T3"/>
                </a:cxn>
              </a:cxnLst>
              <a:rect l="T4" t="T5" r="T6" b="T7"/>
              <a:pathLst>
                <a:path w="3" h="198">
                  <a:moveTo>
                    <a:pt x="3" y="0"/>
                  </a:moveTo>
                  <a:lnTo>
                    <a:pt x="0" y="198"/>
                  </a:lnTo>
                </a:path>
              </a:pathLst>
            </a:custGeom>
            <a:noFill/>
            <a:ln w="28575"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341" name="直接连接符 319620">
              <a:extLst>
                <a:ext uri="{FF2B5EF4-FFF2-40B4-BE49-F238E27FC236}">
                  <a16:creationId xmlns:a16="http://schemas.microsoft.com/office/drawing/2014/main" id="{E042B39C-A34B-47B9-A503-DA237C87A96F}"/>
                </a:ext>
              </a:extLst>
            </p:cNvPr>
            <p:cNvSpPr>
              <a:spLocks noChangeShapeType="1"/>
            </p:cNvSpPr>
            <p:nvPr/>
          </p:nvSpPr>
          <p:spPr bwMode="auto">
            <a:xfrm>
              <a:off x="3552" y="3421"/>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42" name="直接连接符 319621">
              <a:extLst>
                <a:ext uri="{FF2B5EF4-FFF2-40B4-BE49-F238E27FC236}">
                  <a16:creationId xmlns:a16="http://schemas.microsoft.com/office/drawing/2014/main" id="{A7C09588-5733-4A87-88ED-BEEE82501DC5}"/>
                </a:ext>
              </a:extLst>
            </p:cNvPr>
            <p:cNvSpPr>
              <a:spLocks noChangeShapeType="1"/>
            </p:cNvSpPr>
            <p:nvPr/>
          </p:nvSpPr>
          <p:spPr bwMode="auto">
            <a:xfrm>
              <a:off x="4012" y="3421"/>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43" name="直接连接符 319622">
              <a:extLst>
                <a:ext uri="{FF2B5EF4-FFF2-40B4-BE49-F238E27FC236}">
                  <a16:creationId xmlns:a16="http://schemas.microsoft.com/office/drawing/2014/main" id="{CC7D61B4-8794-4D00-98A5-2F86AF9B8AC4}"/>
                </a:ext>
              </a:extLst>
            </p:cNvPr>
            <p:cNvSpPr>
              <a:spLocks noChangeShapeType="1"/>
            </p:cNvSpPr>
            <p:nvPr/>
          </p:nvSpPr>
          <p:spPr bwMode="auto">
            <a:xfrm>
              <a:off x="4474" y="3416"/>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44" name="直接连接符 319623">
              <a:extLst>
                <a:ext uri="{FF2B5EF4-FFF2-40B4-BE49-F238E27FC236}">
                  <a16:creationId xmlns:a16="http://schemas.microsoft.com/office/drawing/2014/main" id="{F18E7522-6BF9-4D36-BDE0-E99DADFB19DB}"/>
                </a:ext>
              </a:extLst>
            </p:cNvPr>
            <p:cNvSpPr>
              <a:spLocks noChangeShapeType="1"/>
            </p:cNvSpPr>
            <p:nvPr/>
          </p:nvSpPr>
          <p:spPr bwMode="auto">
            <a:xfrm>
              <a:off x="4932" y="3418"/>
              <a:ext cx="0" cy="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45" name="直接连接符 319624">
              <a:extLst>
                <a:ext uri="{FF2B5EF4-FFF2-40B4-BE49-F238E27FC236}">
                  <a16:creationId xmlns:a16="http://schemas.microsoft.com/office/drawing/2014/main" id="{DC15A30B-598B-4D44-BA51-36856F61E3F7}"/>
                </a:ext>
              </a:extLst>
            </p:cNvPr>
            <p:cNvSpPr>
              <a:spLocks noChangeShapeType="1"/>
            </p:cNvSpPr>
            <p:nvPr/>
          </p:nvSpPr>
          <p:spPr bwMode="auto">
            <a:xfrm>
              <a:off x="5394" y="3420"/>
              <a:ext cx="0" cy="1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46" name="矩形 319625">
              <a:extLst>
                <a:ext uri="{FF2B5EF4-FFF2-40B4-BE49-F238E27FC236}">
                  <a16:creationId xmlns:a16="http://schemas.microsoft.com/office/drawing/2014/main" id="{6085F6E2-22F4-4C1A-8461-EE802E7F2E50}"/>
                </a:ext>
              </a:extLst>
            </p:cNvPr>
            <p:cNvSpPr>
              <a:spLocks noChangeArrowheads="1"/>
            </p:cNvSpPr>
            <p:nvPr/>
          </p:nvSpPr>
          <p:spPr bwMode="auto">
            <a:xfrm>
              <a:off x="445"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347" name="矩形 319626">
              <a:extLst>
                <a:ext uri="{FF2B5EF4-FFF2-40B4-BE49-F238E27FC236}">
                  <a16:creationId xmlns:a16="http://schemas.microsoft.com/office/drawing/2014/main" id="{89963065-E0EB-45F4-9BF9-4956C7262760}"/>
                </a:ext>
              </a:extLst>
            </p:cNvPr>
            <p:cNvSpPr>
              <a:spLocks noChangeArrowheads="1"/>
            </p:cNvSpPr>
            <p:nvPr/>
          </p:nvSpPr>
          <p:spPr bwMode="auto">
            <a:xfrm>
              <a:off x="894"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348" name="矩形 319627">
              <a:extLst>
                <a:ext uri="{FF2B5EF4-FFF2-40B4-BE49-F238E27FC236}">
                  <a16:creationId xmlns:a16="http://schemas.microsoft.com/office/drawing/2014/main" id="{303EFA3C-4723-4DFB-903A-99A702BE790F}"/>
                </a:ext>
              </a:extLst>
            </p:cNvPr>
            <p:cNvSpPr>
              <a:spLocks noChangeArrowheads="1"/>
            </p:cNvSpPr>
            <p:nvPr/>
          </p:nvSpPr>
          <p:spPr bwMode="auto">
            <a:xfrm>
              <a:off x="1383"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349" name="矩形 319628">
              <a:extLst>
                <a:ext uri="{FF2B5EF4-FFF2-40B4-BE49-F238E27FC236}">
                  <a16:creationId xmlns:a16="http://schemas.microsoft.com/office/drawing/2014/main" id="{34AE54A7-4248-456C-B24C-10507EC6C999}"/>
                </a:ext>
              </a:extLst>
            </p:cNvPr>
            <p:cNvSpPr>
              <a:spLocks noChangeArrowheads="1"/>
            </p:cNvSpPr>
            <p:nvPr/>
          </p:nvSpPr>
          <p:spPr bwMode="auto">
            <a:xfrm>
              <a:off x="1843"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3</a:t>
              </a:r>
            </a:p>
          </p:txBody>
        </p:sp>
        <p:sp>
          <p:nvSpPr>
            <p:cNvPr id="222350" name="矩形 319629">
              <a:extLst>
                <a:ext uri="{FF2B5EF4-FFF2-40B4-BE49-F238E27FC236}">
                  <a16:creationId xmlns:a16="http://schemas.microsoft.com/office/drawing/2014/main" id="{BEB22093-000A-4696-ACA9-A3E9D37A9E21}"/>
                </a:ext>
              </a:extLst>
            </p:cNvPr>
            <p:cNvSpPr>
              <a:spLocks noChangeArrowheads="1"/>
            </p:cNvSpPr>
            <p:nvPr/>
          </p:nvSpPr>
          <p:spPr bwMode="auto">
            <a:xfrm>
              <a:off x="2281" y="3394"/>
              <a:ext cx="30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4</a:t>
              </a:r>
            </a:p>
          </p:txBody>
        </p:sp>
        <p:sp>
          <p:nvSpPr>
            <p:cNvPr id="222351" name="矩形 319630">
              <a:extLst>
                <a:ext uri="{FF2B5EF4-FFF2-40B4-BE49-F238E27FC236}">
                  <a16:creationId xmlns:a16="http://schemas.microsoft.com/office/drawing/2014/main" id="{EA998894-D098-4B0C-9306-C682B000AA9F}"/>
                </a:ext>
              </a:extLst>
            </p:cNvPr>
            <p:cNvSpPr>
              <a:spLocks noChangeArrowheads="1"/>
            </p:cNvSpPr>
            <p:nvPr/>
          </p:nvSpPr>
          <p:spPr bwMode="auto">
            <a:xfrm>
              <a:off x="2741"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5</a:t>
              </a:r>
            </a:p>
          </p:txBody>
        </p:sp>
        <p:sp>
          <p:nvSpPr>
            <p:cNvPr id="222352" name="矩形 319631">
              <a:extLst>
                <a:ext uri="{FF2B5EF4-FFF2-40B4-BE49-F238E27FC236}">
                  <a16:creationId xmlns:a16="http://schemas.microsoft.com/office/drawing/2014/main" id="{E0B7C44E-C514-4C02-B6D4-D8745D154F65}"/>
                </a:ext>
              </a:extLst>
            </p:cNvPr>
            <p:cNvSpPr>
              <a:spLocks noChangeArrowheads="1"/>
            </p:cNvSpPr>
            <p:nvPr/>
          </p:nvSpPr>
          <p:spPr bwMode="auto">
            <a:xfrm>
              <a:off x="3191"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6</a:t>
              </a:r>
            </a:p>
          </p:txBody>
        </p:sp>
        <p:sp>
          <p:nvSpPr>
            <p:cNvPr id="222353" name="矩形 319632">
              <a:extLst>
                <a:ext uri="{FF2B5EF4-FFF2-40B4-BE49-F238E27FC236}">
                  <a16:creationId xmlns:a16="http://schemas.microsoft.com/office/drawing/2014/main" id="{A4E8DD66-0FA2-4FEB-83BD-C2F8B1E52789}"/>
                </a:ext>
              </a:extLst>
            </p:cNvPr>
            <p:cNvSpPr>
              <a:spLocks noChangeArrowheads="1"/>
            </p:cNvSpPr>
            <p:nvPr/>
          </p:nvSpPr>
          <p:spPr bwMode="auto">
            <a:xfrm>
              <a:off x="3650"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7</a:t>
              </a:r>
            </a:p>
          </p:txBody>
        </p:sp>
        <p:sp>
          <p:nvSpPr>
            <p:cNvPr id="222354" name="矩形 319633">
              <a:extLst>
                <a:ext uri="{FF2B5EF4-FFF2-40B4-BE49-F238E27FC236}">
                  <a16:creationId xmlns:a16="http://schemas.microsoft.com/office/drawing/2014/main" id="{AC94702F-E681-46C1-9E3C-85B14213016F}"/>
                </a:ext>
              </a:extLst>
            </p:cNvPr>
            <p:cNvSpPr>
              <a:spLocks noChangeArrowheads="1"/>
            </p:cNvSpPr>
            <p:nvPr/>
          </p:nvSpPr>
          <p:spPr bwMode="auto">
            <a:xfrm>
              <a:off x="4127"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2355" name="矩形 319634">
              <a:extLst>
                <a:ext uri="{FF2B5EF4-FFF2-40B4-BE49-F238E27FC236}">
                  <a16:creationId xmlns:a16="http://schemas.microsoft.com/office/drawing/2014/main" id="{3BB1E834-CFD4-4258-9157-00265260AB11}"/>
                </a:ext>
              </a:extLst>
            </p:cNvPr>
            <p:cNvSpPr>
              <a:spLocks noChangeArrowheads="1"/>
            </p:cNvSpPr>
            <p:nvPr/>
          </p:nvSpPr>
          <p:spPr bwMode="auto">
            <a:xfrm>
              <a:off x="4599"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2356" name="矩形 319635">
              <a:extLst>
                <a:ext uri="{FF2B5EF4-FFF2-40B4-BE49-F238E27FC236}">
                  <a16:creationId xmlns:a16="http://schemas.microsoft.com/office/drawing/2014/main" id="{B9E513BC-8BA5-4B76-8D38-6513FF6B1EA4}"/>
                </a:ext>
              </a:extLst>
            </p:cNvPr>
            <p:cNvSpPr>
              <a:spLocks noChangeArrowheads="1"/>
            </p:cNvSpPr>
            <p:nvPr/>
          </p:nvSpPr>
          <p:spPr bwMode="auto">
            <a:xfrm>
              <a:off x="5058" y="3394"/>
              <a:ext cx="23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2357" name="右箭头 319636">
              <a:extLst>
                <a:ext uri="{FF2B5EF4-FFF2-40B4-BE49-F238E27FC236}">
                  <a16:creationId xmlns:a16="http://schemas.microsoft.com/office/drawing/2014/main" id="{A69D6231-02A4-4549-A263-553EAC03DB84}"/>
                </a:ext>
              </a:extLst>
            </p:cNvPr>
            <p:cNvSpPr>
              <a:spLocks noChangeArrowheads="1"/>
            </p:cNvSpPr>
            <p:nvPr/>
          </p:nvSpPr>
          <p:spPr bwMode="auto">
            <a:xfrm>
              <a:off x="4009" y="3307"/>
              <a:ext cx="417" cy="95"/>
            </a:xfrm>
            <a:prstGeom prst="rightArrow">
              <a:avLst>
                <a:gd name="adj1" fmla="val 50000"/>
                <a:gd name="adj2" fmla="val 109737"/>
              </a:avLst>
            </a:prstGeom>
            <a:solidFill>
              <a:srgbClr val="EAEAEA"/>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58" name="文本框 319637">
              <a:extLst>
                <a:ext uri="{FF2B5EF4-FFF2-40B4-BE49-F238E27FC236}">
                  <a16:creationId xmlns:a16="http://schemas.microsoft.com/office/drawing/2014/main" id="{65AA6E55-46A7-4DD6-B114-A090A4CED5A6}"/>
                </a:ext>
              </a:extLst>
            </p:cNvPr>
            <p:cNvSpPr txBox="1">
              <a:spLocks noChangeArrowheads="1"/>
            </p:cNvSpPr>
            <p:nvPr/>
          </p:nvSpPr>
          <p:spPr bwMode="auto">
            <a:xfrm>
              <a:off x="4151" y="3678"/>
              <a:ext cx="13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不允许发送这些帧</a:t>
              </a:r>
            </a:p>
          </p:txBody>
        </p:sp>
        <p:sp>
          <p:nvSpPr>
            <p:cNvPr id="222359" name="左大括号 319638">
              <a:extLst>
                <a:ext uri="{FF2B5EF4-FFF2-40B4-BE49-F238E27FC236}">
                  <a16:creationId xmlns:a16="http://schemas.microsoft.com/office/drawing/2014/main" id="{BC4A39C1-B43D-49E5-826C-D24029AC020D}"/>
                </a:ext>
              </a:extLst>
            </p:cNvPr>
            <p:cNvSpPr>
              <a:spLocks/>
            </p:cNvSpPr>
            <p:nvPr/>
          </p:nvSpPr>
          <p:spPr bwMode="auto">
            <a:xfrm rot="-5400000">
              <a:off x="4764" y="2894"/>
              <a:ext cx="106" cy="1594"/>
            </a:xfrm>
            <a:prstGeom prst="leftBrace">
              <a:avLst>
                <a:gd name="adj1" fmla="val 12531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60" name="左大括号 319639">
              <a:extLst>
                <a:ext uri="{FF2B5EF4-FFF2-40B4-BE49-F238E27FC236}">
                  <a16:creationId xmlns:a16="http://schemas.microsoft.com/office/drawing/2014/main" id="{3EF056A8-6F8E-4884-AC30-E0C4D245453D}"/>
                </a:ext>
              </a:extLst>
            </p:cNvPr>
            <p:cNvSpPr>
              <a:spLocks/>
            </p:cNvSpPr>
            <p:nvPr/>
          </p:nvSpPr>
          <p:spPr bwMode="auto">
            <a:xfrm rot="-5400000">
              <a:off x="3267" y="3025"/>
              <a:ext cx="91" cy="1335"/>
            </a:xfrm>
            <a:prstGeom prst="leftBrace">
              <a:avLst>
                <a:gd name="adj1" fmla="val 12225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61" name="文本框 319640">
              <a:extLst>
                <a:ext uri="{FF2B5EF4-FFF2-40B4-BE49-F238E27FC236}">
                  <a16:creationId xmlns:a16="http://schemas.microsoft.com/office/drawing/2014/main" id="{BE2BEE93-3F85-4487-B7F5-591AB3BACA9D}"/>
                </a:ext>
              </a:extLst>
            </p:cNvPr>
            <p:cNvSpPr txBox="1">
              <a:spLocks noChangeArrowheads="1"/>
            </p:cNvSpPr>
            <p:nvPr/>
          </p:nvSpPr>
          <p:spPr bwMode="auto">
            <a:xfrm>
              <a:off x="2884" y="3659"/>
              <a:ext cx="916"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还允许发送</a:t>
              </a:r>
            </a:p>
            <a:p>
              <a:pPr>
                <a:spcBef>
                  <a:spcPct val="0"/>
                </a:spcBef>
                <a:buClr>
                  <a:srgbClr val="000000"/>
                </a:buClr>
              </a:pPr>
              <a:r>
                <a:rPr lang="zh-CN" altLang="en-US" sz="2000">
                  <a:solidFill>
                    <a:schemeClr val="tx1"/>
                  </a:solidFill>
                  <a:ea typeface="黑体" panose="02010609060101010101" pitchFamily="49" charset="-122"/>
                </a:rPr>
                <a:t>     </a:t>
              </a:r>
              <a:r>
                <a:rPr lang="en-US" altLang="zh-CN" sz="2000">
                  <a:solidFill>
                    <a:schemeClr val="tx1"/>
                  </a:solidFill>
                  <a:ea typeface="黑体" panose="02010609060101010101" pitchFamily="49" charset="-122"/>
                </a:rPr>
                <a:t>3 </a:t>
              </a:r>
              <a:r>
                <a:rPr lang="zh-CN" altLang="en-US" sz="2000">
                  <a:solidFill>
                    <a:schemeClr val="tx1"/>
                  </a:solidFill>
                  <a:ea typeface="黑体" panose="02010609060101010101" pitchFamily="49" charset="-122"/>
                </a:rPr>
                <a:t>个帧</a:t>
              </a:r>
            </a:p>
          </p:txBody>
        </p:sp>
        <p:sp>
          <p:nvSpPr>
            <p:cNvPr id="222362" name="任意多边形 319641">
              <a:extLst>
                <a:ext uri="{FF2B5EF4-FFF2-40B4-BE49-F238E27FC236}">
                  <a16:creationId xmlns:a16="http://schemas.microsoft.com/office/drawing/2014/main" id="{D0C089D1-B2C6-4F1D-B54F-54818E2ADEC9}"/>
                </a:ext>
              </a:extLst>
            </p:cNvPr>
            <p:cNvSpPr>
              <a:spLocks/>
            </p:cNvSpPr>
            <p:nvPr/>
          </p:nvSpPr>
          <p:spPr bwMode="auto">
            <a:xfrm>
              <a:off x="1716" y="3151"/>
              <a:ext cx="2287" cy="2"/>
            </a:xfrm>
            <a:custGeom>
              <a:avLst/>
              <a:gdLst>
                <a:gd name="T0" fmla="*/ 0 w 2107"/>
                <a:gd name="T1" fmla="*/ 0 h 2"/>
                <a:gd name="T2" fmla="*/ 2107 w 2107"/>
                <a:gd name="T3" fmla="*/ 2 h 2"/>
                <a:gd name="T4" fmla="*/ 0 w 2107"/>
                <a:gd name="T5" fmla="*/ 0 h 2"/>
                <a:gd name="T6" fmla="*/ 2107 w 2107"/>
                <a:gd name="T7" fmla="*/ 2 h 2"/>
              </a:gdLst>
              <a:ahLst/>
              <a:cxnLst>
                <a:cxn ang="0">
                  <a:pos x="T0" y="T1"/>
                </a:cxn>
                <a:cxn ang="0">
                  <a:pos x="T2" y="T3"/>
                </a:cxn>
              </a:cxnLst>
              <a:rect l="T4" t="T5" r="T6" b="T7"/>
              <a:pathLst>
                <a:path w="2107" h="2">
                  <a:moveTo>
                    <a:pt x="0" y="0"/>
                  </a:moveTo>
                  <a:lnTo>
                    <a:pt x="2107" y="2"/>
                  </a:lnTo>
                </a:path>
              </a:pathLst>
            </a:custGeom>
            <a:noFill/>
            <a:ln w="12700" cap="flat" cmpd="sng">
              <a:solidFill>
                <a:schemeClr val="tx1"/>
              </a:solidFill>
              <a:prstDash val="solid"/>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2363" name="矩形 319642">
              <a:extLst>
                <a:ext uri="{FF2B5EF4-FFF2-40B4-BE49-F238E27FC236}">
                  <a16:creationId xmlns:a16="http://schemas.microsoft.com/office/drawing/2014/main" id="{DCC4EF66-1551-4C51-AF8C-194A4D2E5691}"/>
                </a:ext>
              </a:extLst>
            </p:cNvPr>
            <p:cNvSpPr>
              <a:spLocks noChangeArrowheads="1"/>
            </p:cNvSpPr>
            <p:nvPr/>
          </p:nvSpPr>
          <p:spPr bwMode="auto">
            <a:xfrm>
              <a:off x="2766" y="3099"/>
              <a:ext cx="316" cy="16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64" name="直接连接符 319643">
              <a:extLst>
                <a:ext uri="{FF2B5EF4-FFF2-40B4-BE49-F238E27FC236}">
                  <a16:creationId xmlns:a16="http://schemas.microsoft.com/office/drawing/2014/main" id="{674F0857-8B15-408F-8319-2E43B5EB70F6}"/>
                </a:ext>
              </a:extLst>
            </p:cNvPr>
            <p:cNvSpPr>
              <a:spLocks noChangeShapeType="1"/>
            </p:cNvSpPr>
            <p:nvPr/>
          </p:nvSpPr>
          <p:spPr bwMode="auto">
            <a:xfrm flipV="1">
              <a:off x="1716" y="3050"/>
              <a:ext cx="0" cy="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65" name="直接连接符 319644">
              <a:extLst>
                <a:ext uri="{FF2B5EF4-FFF2-40B4-BE49-F238E27FC236}">
                  <a16:creationId xmlns:a16="http://schemas.microsoft.com/office/drawing/2014/main" id="{A58819A5-75E2-4891-A8F9-1B384B6DFDBC}"/>
                </a:ext>
              </a:extLst>
            </p:cNvPr>
            <p:cNvSpPr>
              <a:spLocks noChangeShapeType="1"/>
            </p:cNvSpPr>
            <p:nvPr/>
          </p:nvSpPr>
          <p:spPr bwMode="auto">
            <a:xfrm flipV="1">
              <a:off x="4006" y="3073"/>
              <a:ext cx="0" cy="15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366" name="矩形 319645">
              <a:extLst>
                <a:ext uri="{FF2B5EF4-FFF2-40B4-BE49-F238E27FC236}">
                  <a16:creationId xmlns:a16="http://schemas.microsoft.com/office/drawing/2014/main" id="{E4F80140-6475-4AE5-9FE3-967D282AB8BA}"/>
                </a:ext>
              </a:extLst>
            </p:cNvPr>
            <p:cNvSpPr>
              <a:spLocks noChangeArrowheads="1"/>
            </p:cNvSpPr>
            <p:nvPr/>
          </p:nvSpPr>
          <p:spPr bwMode="auto">
            <a:xfrm>
              <a:off x="2766" y="3021"/>
              <a:ext cx="33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i="1">
                  <a:solidFill>
                    <a:schemeClr val="tx1"/>
                  </a:solidFill>
                  <a:ea typeface="黑体" panose="02010609060101010101" pitchFamily="49" charset="-122"/>
                </a:rPr>
                <a:t>W</a:t>
              </a:r>
              <a:r>
                <a:rPr lang="en-US" altLang="zh-CN" sz="2000" i="1" baseline="-25000">
                  <a:solidFill>
                    <a:schemeClr val="tx1"/>
                  </a:solidFill>
                  <a:ea typeface="黑体" panose="02010609060101010101" pitchFamily="49" charset="-122"/>
                </a:rPr>
                <a:t>T</a:t>
              </a:r>
            </a:p>
          </p:txBody>
        </p:sp>
        <p:sp>
          <p:nvSpPr>
            <p:cNvPr id="222367" name="文本框 319646">
              <a:extLst>
                <a:ext uri="{FF2B5EF4-FFF2-40B4-BE49-F238E27FC236}">
                  <a16:creationId xmlns:a16="http://schemas.microsoft.com/office/drawing/2014/main" id="{F9FBBDB4-7B80-44BB-BE67-4722C3473C58}"/>
                </a:ext>
              </a:extLst>
            </p:cNvPr>
            <p:cNvSpPr txBox="1">
              <a:spLocks noChangeArrowheads="1"/>
            </p:cNvSpPr>
            <p:nvPr/>
          </p:nvSpPr>
          <p:spPr bwMode="auto">
            <a:xfrm>
              <a:off x="1916" y="3688"/>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已发送</a:t>
              </a:r>
            </a:p>
          </p:txBody>
        </p:sp>
        <p:sp>
          <p:nvSpPr>
            <p:cNvPr id="222368" name="文本框 319647">
              <a:extLst>
                <a:ext uri="{FF2B5EF4-FFF2-40B4-BE49-F238E27FC236}">
                  <a16:creationId xmlns:a16="http://schemas.microsoft.com/office/drawing/2014/main" id="{AF7F8AD6-E94C-41CE-9F47-1EA43D973713}"/>
                </a:ext>
              </a:extLst>
            </p:cNvPr>
            <p:cNvSpPr txBox="1">
              <a:spLocks noChangeArrowheads="1"/>
            </p:cNvSpPr>
            <p:nvPr/>
          </p:nvSpPr>
          <p:spPr bwMode="auto">
            <a:xfrm>
              <a:off x="550" y="3701"/>
              <a:ext cx="1076"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     已发送</a:t>
              </a:r>
            </a:p>
            <a:p>
              <a:pPr>
                <a:spcBef>
                  <a:spcPct val="0"/>
                </a:spcBef>
                <a:buClr>
                  <a:srgbClr val="000000"/>
                </a:buClr>
              </a:pPr>
              <a:r>
                <a:rPr lang="zh-CN" altLang="en-US" sz="2000">
                  <a:solidFill>
                    <a:schemeClr val="tx1"/>
                  </a:solidFill>
                  <a:ea typeface="黑体" panose="02010609060101010101" pitchFamily="49" charset="-122"/>
                </a:rPr>
                <a:t>并已收到确认</a:t>
              </a:r>
            </a:p>
          </p:txBody>
        </p:sp>
        <p:sp>
          <p:nvSpPr>
            <p:cNvPr id="222369" name="左大括号 319648">
              <a:extLst>
                <a:ext uri="{FF2B5EF4-FFF2-40B4-BE49-F238E27FC236}">
                  <a16:creationId xmlns:a16="http://schemas.microsoft.com/office/drawing/2014/main" id="{EB121B54-6471-408F-A039-2155F2A8ED85}"/>
                </a:ext>
              </a:extLst>
            </p:cNvPr>
            <p:cNvSpPr>
              <a:spLocks/>
            </p:cNvSpPr>
            <p:nvPr/>
          </p:nvSpPr>
          <p:spPr bwMode="auto">
            <a:xfrm rot="-5400000">
              <a:off x="967" y="3009"/>
              <a:ext cx="103" cy="1378"/>
            </a:xfrm>
            <a:prstGeom prst="leftBrace">
              <a:avLst>
                <a:gd name="adj1" fmla="val 11148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2370" name="文本框 319649">
              <a:extLst>
                <a:ext uri="{FF2B5EF4-FFF2-40B4-BE49-F238E27FC236}">
                  <a16:creationId xmlns:a16="http://schemas.microsoft.com/office/drawing/2014/main" id="{91AFA646-6F78-4087-AA8C-4452864E6659}"/>
                </a:ext>
              </a:extLst>
            </p:cNvPr>
            <p:cNvSpPr txBox="1">
              <a:spLocks noChangeArrowheads="1"/>
            </p:cNvSpPr>
            <p:nvPr/>
          </p:nvSpPr>
          <p:spPr bwMode="auto">
            <a:xfrm>
              <a:off x="-16" y="3391"/>
              <a:ext cx="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000">
                  <a:solidFill>
                    <a:schemeClr val="tx1"/>
                  </a:solidFill>
                  <a:ea typeface="黑体" panose="02010609060101010101" pitchFamily="49" charset="-122"/>
                </a:rPr>
                <a:t>(d)</a:t>
              </a:r>
            </a:p>
          </p:txBody>
        </p:sp>
        <p:sp>
          <p:nvSpPr>
            <p:cNvPr id="222371" name="左大括号 319650">
              <a:extLst>
                <a:ext uri="{FF2B5EF4-FFF2-40B4-BE49-F238E27FC236}">
                  <a16:creationId xmlns:a16="http://schemas.microsoft.com/office/drawing/2014/main" id="{3308E42C-760F-418E-B8B5-D80C3BFF6D41}"/>
                </a:ext>
              </a:extLst>
            </p:cNvPr>
            <p:cNvSpPr>
              <a:spLocks/>
            </p:cNvSpPr>
            <p:nvPr/>
          </p:nvSpPr>
          <p:spPr bwMode="auto">
            <a:xfrm rot="-5400000">
              <a:off x="2129" y="3264"/>
              <a:ext cx="91" cy="881"/>
            </a:xfrm>
            <a:prstGeom prst="leftBrace">
              <a:avLst>
                <a:gd name="adj1" fmla="val 806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grpSp>
      <p:sp>
        <p:nvSpPr>
          <p:cNvPr id="222372" name="文本框 319651">
            <a:extLst>
              <a:ext uri="{FF2B5EF4-FFF2-40B4-BE49-F238E27FC236}">
                <a16:creationId xmlns:a16="http://schemas.microsoft.com/office/drawing/2014/main" id="{0FE091DB-75BF-4DE1-9927-2A4931A1CBC1}"/>
              </a:ext>
            </a:extLst>
          </p:cNvPr>
          <p:cNvSpPr txBox="1">
            <a:spLocks noChangeArrowheads="1"/>
          </p:cNvSpPr>
          <p:nvPr/>
        </p:nvSpPr>
        <p:spPr bwMode="auto">
          <a:xfrm>
            <a:off x="4716463" y="188913"/>
            <a:ext cx="3384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r>
              <a:rPr lang="zh-CN" altLang="en-US" sz="2000">
                <a:solidFill>
                  <a:schemeClr val="tx1"/>
                </a:solidFill>
                <a:latin typeface="Tahoma" panose="020B0604030504040204" pitchFamily="34" charset="0"/>
              </a:rPr>
              <a:t>发送序号用</a:t>
            </a:r>
            <a:r>
              <a:rPr lang="en-US" altLang="zh-CN" sz="2000">
                <a:solidFill>
                  <a:schemeClr val="tx1"/>
                </a:solidFill>
                <a:latin typeface="Tahoma" panose="020B0604030504040204" pitchFamily="34" charset="0"/>
              </a:rPr>
              <a:t>3</a:t>
            </a:r>
            <a:r>
              <a:rPr lang="zh-CN" altLang="en-US" sz="2000">
                <a:solidFill>
                  <a:schemeClr val="tx1"/>
                </a:solidFill>
                <a:latin typeface="Tahoma" panose="020B0604030504040204" pitchFamily="34" charset="0"/>
              </a:rPr>
              <a:t>位编码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313345">
            <a:extLst>
              <a:ext uri="{FF2B5EF4-FFF2-40B4-BE49-F238E27FC236}">
                <a16:creationId xmlns:a16="http://schemas.microsoft.com/office/drawing/2014/main" id="{D98107D1-B9F7-4A42-9C36-D21E18E5F7BC}"/>
              </a:ext>
            </a:extLst>
          </p:cNvPr>
          <p:cNvSpPr>
            <a:spLocks noGrp="1"/>
          </p:cNvSpPr>
          <p:nvPr>
            <p:ph type="title"/>
          </p:nvPr>
        </p:nvSpPr>
        <p:spPr/>
        <p:txBody>
          <a:bodyPr/>
          <a:lstStyle/>
          <a:p>
            <a:pPr algn="ctr"/>
            <a:r>
              <a:rPr lang="zh-CN" altLang="en-US" dirty="0"/>
              <a:t>接收端设置接收窗口 </a:t>
            </a:r>
          </a:p>
        </p:txBody>
      </p:sp>
      <p:sp>
        <p:nvSpPr>
          <p:cNvPr id="94211" name="文本占位符 313346">
            <a:extLst>
              <a:ext uri="{FF2B5EF4-FFF2-40B4-BE49-F238E27FC236}">
                <a16:creationId xmlns:a16="http://schemas.microsoft.com/office/drawing/2014/main" id="{AB12D40B-E438-43F3-87E0-5CDDF64A7822}"/>
              </a:ext>
            </a:extLst>
          </p:cNvPr>
          <p:cNvSpPr>
            <a:spLocks noGrp="1"/>
          </p:cNvSpPr>
          <p:nvPr>
            <p:ph type="body" idx="1"/>
          </p:nvPr>
        </p:nvSpPr>
        <p:spPr>
          <a:xfrm>
            <a:off x="539750" y="1412875"/>
            <a:ext cx="8001000" cy="4535488"/>
          </a:xfrm>
        </p:spPr>
        <p:txBody>
          <a:bodyPr/>
          <a:lstStyle/>
          <a:p>
            <a:pPr>
              <a:lnSpc>
                <a:spcPct val="110000"/>
              </a:lnSpc>
              <a:spcBef>
                <a:spcPct val="10000"/>
              </a:spcBef>
              <a:spcAft>
                <a:spcPct val="10000"/>
              </a:spcAft>
            </a:pPr>
            <a:r>
              <a:rPr lang="zh-CN" altLang="en-US" dirty="0"/>
              <a:t>在接收端只有当收到的数据帧的发送序号落入接收窗口内才允许将该数据帧收下。 </a:t>
            </a:r>
          </a:p>
          <a:p>
            <a:pPr>
              <a:lnSpc>
                <a:spcPct val="110000"/>
              </a:lnSpc>
              <a:spcBef>
                <a:spcPct val="10000"/>
              </a:spcBef>
              <a:spcAft>
                <a:spcPct val="10000"/>
              </a:spcAft>
            </a:pPr>
            <a:r>
              <a:rPr lang="zh-CN" altLang="en-US" dirty="0"/>
              <a:t>若接收到的数据帧落在接收窗口之外，则一律将其丢弃。 </a:t>
            </a:r>
          </a:p>
          <a:p>
            <a:pPr>
              <a:lnSpc>
                <a:spcPct val="110000"/>
              </a:lnSpc>
              <a:spcBef>
                <a:spcPct val="10000"/>
              </a:spcBef>
              <a:spcAft>
                <a:spcPct val="10000"/>
              </a:spcAft>
            </a:pPr>
            <a:r>
              <a:rPr lang="zh-CN" altLang="en-US" dirty="0"/>
              <a:t>累积应答：可连续收到几个正确的数据帧后</a:t>
            </a:r>
            <a:r>
              <a:rPr lang="en-US" altLang="zh-CN" dirty="0"/>
              <a:t>,</a:t>
            </a:r>
            <a:r>
              <a:rPr lang="zh-CN" altLang="en-US" dirty="0"/>
              <a:t>才对最后一个数据帧发确认信息</a:t>
            </a:r>
            <a:r>
              <a:rPr lang="en-US" altLang="zh-CN" dirty="0"/>
              <a:t>,</a:t>
            </a:r>
            <a:r>
              <a:rPr lang="zh-CN" altLang="en-US" dirty="0"/>
              <a:t>表示该数据帧和这以前所有的数据帧均已正确无误地收到。</a:t>
            </a:r>
          </a:p>
          <a:p>
            <a:pPr>
              <a:lnSpc>
                <a:spcPct val="110000"/>
              </a:lnSpc>
              <a:spcBef>
                <a:spcPct val="10000"/>
              </a:spcBef>
              <a:spcAft>
                <a:spcPct val="10000"/>
              </a:spcAft>
            </a:pPr>
            <a:r>
              <a:rPr lang="zh-CN" altLang="en-US" dirty="0"/>
              <a:t>捎带应答</a:t>
            </a:r>
            <a:r>
              <a:rPr lang="en-US" altLang="zh-CN" dirty="0"/>
              <a:t>(piggybacking)</a:t>
            </a:r>
          </a:p>
        </p:txBody>
      </p:sp>
    </p:spTree>
    <p:extLst>
      <p:ext uri="{BB962C8B-B14F-4D97-AF65-F5344CB8AC3E}">
        <p14:creationId xmlns:p14="http://schemas.microsoft.com/office/powerpoint/2010/main" val="332872425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4211">
                                            <p:txEl>
                                              <p:pRg st="1" end="1"/>
                                            </p:txEl>
                                          </p:spTgt>
                                        </p:tgtEl>
                                        <p:attrNameLst>
                                          <p:attrName>style.visibility</p:attrName>
                                        </p:attrNameLst>
                                      </p:cBhvr>
                                      <p:to>
                                        <p:strVal val="visible"/>
                                      </p:to>
                                    </p:set>
                                    <p:animEffect transition="in" filter="circle(in)">
                                      <p:cBhvr>
                                        <p:cTn id="7" dur="2000"/>
                                        <p:tgtEl>
                                          <p:spTgt spid="942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94211">
                                            <p:txEl>
                                              <p:pRg st="2" end="2"/>
                                            </p:txEl>
                                          </p:spTgt>
                                        </p:tgtEl>
                                        <p:attrNameLst>
                                          <p:attrName>style.visibility</p:attrName>
                                        </p:attrNameLst>
                                      </p:cBhvr>
                                      <p:to>
                                        <p:strVal val="visible"/>
                                      </p:to>
                                    </p:set>
                                    <p:animEffect transition="in" filter="circle(in)">
                                      <p:cBhvr>
                                        <p:cTn id="12" dur="2000"/>
                                        <p:tgtEl>
                                          <p:spTgt spid="942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4211">
                                            <p:txEl>
                                              <p:pRg st="3" end="3"/>
                                            </p:txEl>
                                          </p:spTgt>
                                        </p:tgtEl>
                                        <p:attrNameLst>
                                          <p:attrName>style.visibility</p:attrName>
                                        </p:attrNameLst>
                                      </p:cBhvr>
                                      <p:to>
                                        <p:strVal val="visible"/>
                                      </p:to>
                                    </p:set>
                                    <p:animEffect transition="in" filter="circle(in)">
                                      <p:cBhvr>
                                        <p:cTn id="17" dur="20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矩形 321537">
            <a:extLst>
              <a:ext uri="{FF2B5EF4-FFF2-40B4-BE49-F238E27FC236}">
                <a16:creationId xmlns:a16="http://schemas.microsoft.com/office/drawing/2014/main" id="{D344709C-B6FB-4C15-AFE1-C4623D77203E}"/>
              </a:ext>
            </a:extLst>
          </p:cNvPr>
          <p:cNvSpPr>
            <a:spLocks noChangeArrowheads="1"/>
          </p:cNvSpPr>
          <p:nvPr/>
        </p:nvSpPr>
        <p:spPr bwMode="auto">
          <a:xfrm>
            <a:off x="989013" y="944563"/>
            <a:ext cx="1317625" cy="700087"/>
          </a:xfrm>
          <a:prstGeom prst="rect">
            <a:avLst/>
          </a:prstGeom>
          <a:solidFill>
            <a:srgbClr val="00FFCC"/>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259" name="直接连接符 321538">
            <a:extLst>
              <a:ext uri="{FF2B5EF4-FFF2-40B4-BE49-F238E27FC236}">
                <a16:creationId xmlns:a16="http://schemas.microsoft.com/office/drawing/2014/main" id="{FC98F5C5-B6DE-41EC-9324-453A02723CD2}"/>
              </a:ext>
            </a:extLst>
          </p:cNvPr>
          <p:cNvSpPr>
            <a:spLocks noChangeShapeType="1"/>
          </p:cNvSpPr>
          <p:nvPr/>
        </p:nvSpPr>
        <p:spPr bwMode="auto">
          <a:xfrm flipV="1">
            <a:off x="984250" y="608013"/>
            <a:ext cx="0" cy="303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0" name="右箭头 321539">
            <a:extLst>
              <a:ext uri="{FF2B5EF4-FFF2-40B4-BE49-F238E27FC236}">
                <a16:creationId xmlns:a16="http://schemas.microsoft.com/office/drawing/2014/main" id="{F6131CB8-EF62-4FC9-AFA8-F0092238AB96}"/>
              </a:ext>
            </a:extLst>
          </p:cNvPr>
          <p:cNvSpPr>
            <a:spLocks noChangeArrowheads="1"/>
          </p:cNvSpPr>
          <p:nvPr/>
        </p:nvSpPr>
        <p:spPr bwMode="auto">
          <a:xfrm>
            <a:off x="2306638" y="981075"/>
            <a:ext cx="601662" cy="152400"/>
          </a:xfrm>
          <a:prstGeom prst="rightArrow">
            <a:avLst>
              <a:gd name="adj1" fmla="val 50000"/>
              <a:gd name="adj2" fmla="val 98698"/>
            </a:avLst>
          </a:prstGeom>
          <a:solidFill>
            <a:srgbClr val="DDDDDD"/>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261" name="直接连接符 321540">
            <a:extLst>
              <a:ext uri="{FF2B5EF4-FFF2-40B4-BE49-F238E27FC236}">
                <a16:creationId xmlns:a16="http://schemas.microsoft.com/office/drawing/2014/main" id="{B6FF7AD7-0124-42E6-9386-DDCB35372633}"/>
              </a:ext>
            </a:extLst>
          </p:cNvPr>
          <p:cNvSpPr>
            <a:spLocks noChangeShapeType="1"/>
          </p:cNvSpPr>
          <p:nvPr/>
        </p:nvSpPr>
        <p:spPr bwMode="auto">
          <a:xfrm flipV="1">
            <a:off x="2289175" y="620713"/>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2" name="直接连接符 321541">
            <a:extLst>
              <a:ext uri="{FF2B5EF4-FFF2-40B4-BE49-F238E27FC236}">
                <a16:creationId xmlns:a16="http://schemas.microsoft.com/office/drawing/2014/main" id="{197DF9FC-41A9-43B5-BDB0-851D40F445CE}"/>
              </a:ext>
            </a:extLst>
          </p:cNvPr>
          <p:cNvSpPr>
            <a:spLocks noChangeShapeType="1"/>
          </p:cNvSpPr>
          <p:nvPr/>
        </p:nvSpPr>
        <p:spPr bwMode="auto">
          <a:xfrm flipV="1">
            <a:off x="984250" y="763588"/>
            <a:ext cx="479425" cy="0"/>
          </a:xfrm>
          <a:prstGeom prst="line">
            <a:avLst/>
          </a:prstGeom>
          <a:noFill/>
          <a:ln w="12700">
            <a:solidFill>
              <a:schemeClr val="tx1"/>
            </a:solidFill>
            <a:round/>
            <a:headEnd type="triangle" w="med"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24263" name="直接连接符 321542">
            <a:extLst>
              <a:ext uri="{FF2B5EF4-FFF2-40B4-BE49-F238E27FC236}">
                <a16:creationId xmlns:a16="http://schemas.microsoft.com/office/drawing/2014/main" id="{5FD1C1E7-316D-42F1-B033-129CDCD0110B}"/>
              </a:ext>
            </a:extLst>
          </p:cNvPr>
          <p:cNvSpPr>
            <a:spLocks noChangeShapeType="1"/>
          </p:cNvSpPr>
          <p:nvPr/>
        </p:nvSpPr>
        <p:spPr bwMode="auto">
          <a:xfrm flipH="1">
            <a:off x="1908175" y="763588"/>
            <a:ext cx="382588" cy="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24264" name="矩形 321543">
            <a:extLst>
              <a:ext uri="{FF2B5EF4-FFF2-40B4-BE49-F238E27FC236}">
                <a16:creationId xmlns:a16="http://schemas.microsoft.com/office/drawing/2014/main" id="{0753394B-2292-4681-82B5-3170C0640647}"/>
              </a:ext>
            </a:extLst>
          </p:cNvPr>
          <p:cNvSpPr>
            <a:spLocks noChangeArrowheads="1"/>
          </p:cNvSpPr>
          <p:nvPr/>
        </p:nvSpPr>
        <p:spPr bwMode="auto">
          <a:xfrm>
            <a:off x="2293938" y="1157288"/>
            <a:ext cx="6369050" cy="3397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265" name="文本框 321544">
            <a:extLst>
              <a:ext uri="{FF2B5EF4-FFF2-40B4-BE49-F238E27FC236}">
                <a16:creationId xmlns:a16="http://schemas.microsoft.com/office/drawing/2014/main" id="{316463EF-D5E0-4BDA-8817-A097384698D4}"/>
              </a:ext>
            </a:extLst>
          </p:cNvPr>
          <p:cNvSpPr txBox="1">
            <a:spLocks noChangeArrowheads="1"/>
          </p:cNvSpPr>
          <p:nvPr/>
        </p:nvSpPr>
        <p:spPr bwMode="auto">
          <a:xfrm>
            <a:off x="3984625" y="1736725"/>
            <a:ext cx="22161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不允许接收这些帧</a:t>
            </a:r>
          </a:p>
        </p:txBody>
      </p:sp>
      <p:sp>
        <p:nvSpPr>
          <p:cNvPr id="224266" name="左大括号 321545">
            <a:extLst>
              <a:ext uri="{FF2B5EF4-FFF2-40B4-BE49-F238E27FC236}">
                <a16:creationId xmlns:a16="http://schemas.microsoft.com/office/drawing/2014/main" id="{2CAA5B3E-4D39-45EE-A129-E943CC8683D0}"/>
              </a:ext>
            </a:extLst>
          </p:cNvPr>
          <p:cNvSpPr>
            <a:spLocks/>
          </p:cNvSpPr>
          <p:nvPr/>
        </p:nvSpPr>
        <p:spPr bwMode="auto">
          <a:xfrm rot="-5400000">
            <a:off x="5199063" y="-1374775"/>
            <a:ext cx="215900" cy="5937250"/>
          </a:xfrm>
          <a:prstGeom prst="leftBrace">
            <a:avLst>
              <a:gd name="adj1" fmla="val 229167"/>
              <a:gd name="adj2" fmla="val 50236"/>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267" name="直接连接符 321546">
            <a:extLst>
              <a:ext uri="{FF2B5EF4-FFF2-40B4-BE49-F238E27FC236}">
                <a16:creationId xmlns:a16="http://schemas.microsoft.com/office/drawing/2014/main" id="{08E20DCA-434B-4537-8BA9-6BA84BDAA316}"/>
              </a:ext>
            </a:extLst>
          </p:cNvPr>
          <p:cNvSpPr>
            <a:spLocks noChangeShapeType="1"/>
          </p:cNvSpPr>
          <p:nvPr/>
        </p:nvSpPr>
        <p:spPr bwMode="auto">
          <a:xfrm>
            <a:off x="979488" y="1149350"/>
            <a:ext cx="76866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8" name="直接连接符 321547">
            <a:extLst>
              <a:ext uri="{FF2B5EF4-FFF2-40B4-BE49-F238E27FC236}">
                <a16:creationId xmlns:a16="http://schemas.microsoft.com/office/drawing/2014/main" id="{82F7503D-1E54-4ABF-8DFD-1A9C36254F27}"/>
              </a:ext>
            </a:extLst>
          </p:cNvPr>
          <p:cNvSpPr>
            <a:spLocks noChangeShapeType="1"/>
          </p:cNvSpPr>
          <p:nvPr/>
        </p:nvSpPr>
        <p:spPr bwMode="auto">
          <a:xfrm>
            <a:off x="981075" y="1468438"/>
            <a:ext cx="7689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9" name="直接连接符 321548">
            <a:extLst>
              <a:ext uri="{FF2B5EF4-FFF2-40B4-BE49-F238E27FC236}">
                <a16:creationId xmlns:a16="http://schemas.microsoft.com/office/drawing/2014/main" id="{9DE63647-4BA0-40FE-9B68-FE8B56178AD5}"/>
              </a:ext>
            </a:extLst>
          </p:cNvPr>
          <p:cNvSpPr>
            <a:spLocks noChangeShapeType="1"/>
          </p:cNvSpPr>
          <p:nvPr/>
        </p:nvSpPr>
        <p:spPr bwMode="auto">
          <a:xfrm>
            <a:off x="1631950" y="114935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0" name="直接连接符 321549">
            <a:extLst>
              <a:ext uri="{FF2B5EF4-FFF2-40B4-BE49-F238E27FC236}">
                <a16:creationId xmlns:a16="http://schemas.microsoft.com/office/drawing/2014/main" id="{E749719B-2300-492E-9362-C4D1DA6C0B59}"/>
              </a:ext>
            </a:extLst>
          </p:cNvPr>
          <p:cNvSpPr>
            <a:spLocks noChangeShapeType="1"/>
          </p:cNvSpPr>
          <p:nvPr/>
        </p:nvSpPr>
        <p:spPr bwMode="auto">
          <a:xfrm>
            <a:off x="974725" y="1139825"/>
            <a:ext cx="0" cy="3397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1" name="直接连接符 321550">
            <a:extLst>
              <a:ext uri="{FF2B5EF4-FFF2-40B4-BE49-F238E27FC236}">
                <a16:creationId xmlns:a16="http://schemas.microsoft.com/office/drawing/2014/main" id="{231DE3E4-382B-4508-A526-2642AAB43EA0}"/>
              </a:ext>
            </a:extLst>
          </p:cNvPr>
          <p:cNvSpPr>
            <a:spLocks noChangeShapeType="1"/>
          </p:cNvSpPr>
          <p:nvPr/>
        </p:nvSpPr>
        <p:spPr bwMode="auto">
          <a:xfrm>
            <a:off x="2309813" y="11557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2" name="直接连接符 321551">
            <a:extLst>
              <a:ext uri="{FF2B5EF4-FFF2-40B4-BE49-F238E27FC236}">
                <a16:creationId xmlns:a16="http://schemas.microsoft.com/office/drawing/2014/main" id="{3C8B418E-DD7F-418E-8831-8071C7E05FB8}"/>
              </a:ext>
            </a:extLst>
          </p:cNvPr>
          <p:cNvSpPr>
            <a:spLocks noChangeShapeType="1"/>
          </p:cNvSpPr>
          <p:nvPr/>
        </p:nvSpPr>
        <p:spPr bwMode="auto">
          <a:xfrm>
            <a:off x="2987675" y="1123950"/>
            <a:ext cx="0" cy="3063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3" name="直接连接符 321552">
            <a:extLst>
              <a:ext uri="{FF2B5EF4-FFF2-40B4-BE49-F238E27FC236}">
                <a16:creationId xmlns:a16="http://schemas.microsoft.com/office/drawing/2014/main" id="{DED5F61E-EDEE-4531-8159-ADA0525B61D1}"/>
              </a:ext>
            </a:extLst>
          </p:cNvPr>
          <p:cNvSpPr>
            <a:spLocks noChangeShapeType="1"/>
          </p:cNvSpPr>
          <p:nvPr/>
        </p:nvSpPr>
        <p:spPr bwMode="auto">
          <a:xfrm>
            <a:off x="3638550" y="1150938"/>
            <a:ext cx="0" cy="306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4" name="直接连接符 321553">
            <a:extLst>
              <a:ext uri="{FF2B5EF4-FFF2-40B4-BE49-F238E27FC236}">
                <a16:creationId xmlns:a16="http://schemas.microsoft.com/office/drawing/2014/main" id="{35B18EEE-166A-479E-8BC6-6EA20E3FE1E9}"/>
              </a:ext>
            </a:extLst>
          </p:cNvPr>
          <p:cNvSpPr>
            <a:spLocks noChangeShapeType="1"/>
          </p:cNvSpPr>
          <p:nvPr/>
        </p:nvSpPr>
        <p:spPr bwMode="auto">
          <a:xfrm>
            <a:off x="4300538" y="116363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5" name="直接连接符 321554">
            <a:extLst>
              <a:ext uri="{FF2B5EF4-FFF2-40B4-BE49-F238E27FC236}">
                <a16:creationId xmlns:a16="http://schemas.microsoft.com/office/drawing/2014/main" id="{1128441E-A08A-4FF0-A37C-66A89C4DE078}"/>
              </a:ext>
            </a:extLst>
          </p:cNvPr>
          <p:cNvSpPr>
            <a:spLocks noChangeShapeType="1"/>
          </p:cNvSpPr>
          <p:nvPr/>
        </p:nvSpPr>
        <p:spPr bwMode="auto">
          <a:xfrm>
            <a:off x="4968875" y="1157288"/>
            <a:ext cx="0" cy="306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6" name="直接连接符 321555">
            <a:extLst>
              <a:ext uri="{FF2B5EF4-FFF2-40B4-BE49-F238E27FC236}">
                <a16:creationId xmlns:a16="http://schemas.microsoft.com/office/drawing/2014/main" id="{6B265CD8-3FB5-45F3-936E-C7CBAABC3200}"/>
              </a:ext>
            </a:extLst>
          </p:cNvPr>
          <p:cNvSpPr>
            <a:spLocks noChangeShapeType="1"/>
          </p:cNvSpPr>
          <p:nvPr/>
        </p:nvSpPr>
        <p:spPr bwMode="auto">
          <a:xfrm>
            <a:off x="5635625" y="1157288"/>
            <a:ext cx="0" cy="306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7" name="直接连接符 321556">
            <a:extLst>
              <a:ext uri="{FF2B5EF4-FFF2-40B4-BE49-F238E27FC236}">
                <a16:creationId xmlns:a16="http://schemas.microsoft.com/office/drawing/2014/main" id="{F90600F7-E60D-4436-895B-D12FED433714}"/>
              </a:ext>
            </a:extLst>
          </p:cNvPr>
          <p:cNvSpPr>
            <a:spLocks noChangeShapeType="1"/>
          </p:cNvSpPr>
          <p:nvPr/>
        </p:nvSpPr>
        <p:spPr bwMode="auto">
          <a:xfrm>
            <a:off x="6302375" y="1157288"/>
            <a:ext cx="0" cy="306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8" name="直接连接符 321557">
            <a:extLst>
              <a:ext uri="{FF2B5EF4-FFF2-40B4-BE49-F238E27FC236}">
                <a16:creationId xmlns:a16="http://schemas.microsoft.com/office/drawing/2014/main" id="{1B437969-9993-4C32-A6E9-D6122736D904}"/>
              </a:ext>
            </a:extLst>
          </p:cNvPr>
          <p:cNvSpPr>
            <a:spLocks noChangeShapeType="1"/>
          </p:cNvSpPr>
          <p:nvPr/>
        </p:nvSpPr>
        <p:spPr bwMode="auto">
          <a:xfrm>
            <a:off x="6969125" y="11684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79" name="直接连接符 321558">
            <a:extLst>
              <a:ext uri="{FF2B5EF4-FFF2-40B4-BE49-F238E27FC236}">
                <a16:creationId xmlns:a16="http://schemas.microsoft.com/office/drawing/2014/main" id="{7065936F-202C-4D2A-B262-43BA6849B534}"/>
              </a:ext>
            </a:extLst>
          </p:cNvPr>
          <p:cNvSpPr>
            <a:spLocks noChangeShapeType="1"/>
          </p:cNvSpPr>
          <p:nvPr/>
        </p:nvSpPr>
        <p:spPr bwMode="auto">
          <a:xfrm>
            <a:off x="7632700" y="1150938"/>
            <a:ext cx="0" cy="3063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80" name="直接连接符 321559">
            <a:extLst>
              <a:ext uri="{FF2B5EF4-FFF2-40B4-BE49-F238E27FC236}">
                <a16:creationId xmlns:a16="http://schemas.microsoft.com/office/drawing/2014/main" id="{9817B543-0C64-4F40-A3C0-C8CC1531288B}"/>
              </a:ext>
            </a:extLst>
          </p:cNvPr>
          <p:cNvSpPr>
            <a:spLocks noChangeShapeType="1"/>
          </p:cNvSpPr>
          <p:nvPr/>
        </p:nvSpPr>
        <p:spPr bwMode="auto">
          <a:xfrm>
            <a:off x="8302625" y="1155700"/>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81" name="矩形 321560">
            <a:extLst>
              <a:ext uri="{FF2B5EF4-FFF2-40B4-BE49-F238E27FC236}">
                <a16:creationId xmlns:a16="http://schemas.microsoft.com/office/drawing/2014/main" id="{D863E07F-1173-43F5-9D1D-62FAB1740E93}"/>
              </a:ext>
            </a:extLst>
          </p:cNvPr>
          <p:cNvSpPr>
            <a:spLocks noChangeArrowheads="1"/>
          </p:cNvSpPr>
          <p:nvPr/>
        </p:nvSpPr>
        <p:spPr bwMode="auto">
          <a:xfrm>
            <a:off x="1150938" y="1114425"/>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4282" name="矩形 321561">
            <a:extLst>
              <a:ext uri="{FF2B5EF4-FFF2-40B4-BE49-F238E27FC236}">
                <a16:creationId xmlns:a16="http://schemas.microsoft.com/office/drawing/2014/main" id="{6842594D-FB97-4175-AD8E-A2C731E216E4}"/>
              </a:ext>
            </a:extLst>
          </p:cNvPr>
          <p:cNvSpPr>
            <a:spLocks noChangeArrowheads="1"/>
          </p:cNvSpPr>
          <p:nvPr/>
        </p:nvSpPr>
        <p:spPr bwMode="auto">
          <a:xfrm>
            <a:off x="1800225" y="1114425"/>
            <a:ext cx="3349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4283" name="矩形 321562">
            <a:extLst>
              <a:ext uri="{FF2B5EF4-FFF2-40B4-BE49-F238E27FC236}">
                <a16:creationId xmlns:a16="http://schemas.microsoft.com/office/drawing/2014/main" id="{8E05727C-A0F7-4E93-9149-7F0E8AEF8898}"/>
              </a:ext>
            </a:extLst>
          </p:cNvPr>
          <p:cNvSpPr>
            <a:spLocks noChangeArrowheads="1"/>
          </p:cNvSpPr>
          <p:nvPr/>
        </p:nvSpPr>
        <p:spPr bwMode="auto">
          <a:xfrm>
            <a:off x="2484438" y="1125538"/>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4284" name="矩形 321563">
            <a:extLst>
              <a:ext uri="{FF2B5EF4-FFF2-40B4-BE49-F238E27FC236}">
                <a16:creationId xmlns:a16="http://schemas.microsoft.com/office/drawing/2014/main" id="{CB95BCF4-E4FF-4410-B01D-4DAFD366F7C6}"/>
              </a:ext>
            </a:extLst>
          </p:cNvPr>
          <p:cNvSpPr>
            <a:spLocks noChangeArrowheads="1"/>
          </p:cNvSpPr>
          <p:nvPr/>
        </p:nvSpPr>
        <p:spPr bwMode="auto">
          <a:xfrm>
            <a:off x="3173413" y="1114425"/>
            <a:ext cx="3317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3</a:t>
            </a:r>
          </a:p>
        </p:txBody>
      </p:sp>
      <p:sp>
        <p:nvSpPr>
          <p:cNvPr id="224285" name="矩形 321564">
            <a:extLst>
              <a:ext uri="{FF2B5EF4-FFF2-40B4-BE49-F238E27FC236}">
                <a16:creationId xmlns:a16="http://schemas.microsoft.com/office/drawing/2014/main" id="{C618D85F-6C81-4493-9BE8-D7CD8C4BF574}"/>
              </a:ext>
            </a:extLst>
          </p:cNvPr>
          <p:cNvSpPr>
            <a:spLocks noChangeArrowheads="1"/>
          </p:cNvSpPr>
          <p:nvPr/>
        </p:nvSpPr>
        <p:spPr bwMode="auto">
          <a:xfrm>
            <a:off x="3806825" y="1114425"/>
            <a:ext cx="4492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4</a:t>
            </a:r>
          </a:p>
        </p:txBody>
      </p:sp>
      <p:sp>
        <p:nvSpPr>
          <p:cNvPr id="224286" name="矩形 321565">
            <a:extLst>
              <a:ext uri="{FF2B5EF4-FFF2-40B4-BE49-F238E27FC236}">
                <a16:creationId xmlns:a16="http://schemas.microsoft.com/office/drawing/2014/main" id="{CE81E405-521A-4FBF-82A1-1E103DB3F113}"/>
              </a:ext>
            </a:extLst>
          </p:cNvPr>
          <p:cNvSpPr>
            <a:spLocks noChangeArrowheads="1"/>
          </p:cNvSpPr>
          <p:nvPr/>
        </p:nvSpPr>
        <p:spPr bwMode="auto">
          <a:xfrm>
            <a:off x="4473575" y="1114425"/>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5</a:t>
            </a:r>
          </a:p>
        </p:txBody>
      </p:sp>
      <p:sp>
        <p:nvSpPr>
          <p:cNvPr id="224287" name="矩形 321566">
            <a:extLst>
              <a:ext uri="{FF2B5EF4-FFF2-40B4-BE49-F238E27FC236}">
                <a16:creationId xmlns:a16="http://schemas.microsoft.com/office/drawing/2014/main" id="{C248B2FC-83DD-4B81-9D18-32CE62F89411}"/>
              </a:ext>
            </a:extLst>
          </p:cNvPr>
          <p:cNvSpPr>
            <a:spLocks noChangeArrowheads="1"/>
          </p:cNvSpPr>
          <p:nvPr/>
        </p:nvSpPr>
        <p:spPr bwMode="auto">
          <a:xfrm>
            <a:off x="5122863" y="1114425"/>
            <a:ext cx="3349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6</a:t>
            </a:r>
          </a:p>
        </p:txBody>
      </p:sp>
      <p:sp>
        <p:nvSpPr>
          <p:cNvPr id="224288" name="矩形 321567">
            <a:extLst>
              <a:ext uri="{FF2B5EF4-FFF2-40B4-BE49-F238E27FC236}">
                <a16:creationId xmlns:a16="http://schemas.microsoft.com/office/drawing/2014/main" id="{ECB05AF2-FA15-42D2-8D3B-840FEC3111A3}"/>
              </a:ext>
            </a:extLst>
          </p:cNvPr>
          <p:cNvSpPr>
            <a:spLocks noChangeArrowheads="1"/>
          </p:cNvSpPr>
          <p:nvPr/>
        </p:nvSpPr>
        <p:spPr bwMode="auto">
          <a:xfrm>
            <a:off x="5788025" y="1114425"/>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7</a:t>
            </a:r>
          </a:p>
        </p:txBody>
      </p:sp>
      <p:sp>
        <p:nvSpPr>
          <p:cNvPr id="224289" name="矩形 321568">
            <a:extLst>
              <a:ext uri="{FF2B5EF4-FFF2-40B4-BE49-F238E27FC236}">
                <a16:creationId xmlns:a16="http://schemas.microsoft.com/office/drawing/2014/main" id="{81B40DDB-C90B-4194-A562-EE8E1656D7A3}"/>
              </a:ext>
            </a:extLst>
          </p:cNvPr>
          <p:cNvSpPr>
            <a:spLocks noChangeArrowheads="1"/>
          </p:cNvSpPr>
          <p:nvPr/>
        </p:nvSpPr>
        <p:spPr bwMode="auto">
          <a:xfrm>
            <a:off x="6480175" y="1114425"/>
            <a:ext cx="330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4290" name="矩形 321569">
            <a:extLst>
              <a:ext uri="{FF2B5EF4-FFF2-40B4-BE49-F238E27FC236}">
                <a16:creationId xmlns:a16="http://schemas.microsoft.com/office/drawing/2014/main" id="{2267A4D0-EF61-45A2-9C8E-49D2EAC17907}"/>
              </a:ext>
            </a:extLst>
          </p:cNvPr>
          <p:cNvSpPr>
            <a:spLocks noChangeArrowheads="1"/>
          </p:cNvSpPr>
          <p:nvPr/>
        </p:nvSpPr>
        <p:spPr bwMode="auto">
          <a:xfrm>
            <a:off x="7161213" y="1114425"/>
            <a:ext cx="3349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4291" name="矩形 321570">
            <a:extLst>
              <a:ext uri="{FF2B5EF4-FFF2-40B4-BE49-F238E27FC236}">
                <a16:creationId xmlns:a16="http://schemas.microsoft.com/office/drawing/2014/main" id="{7E03ED72-987A-49B8-B9FF-2B6A25C17F80}"/>
              </a:ext>
            </a:extLst>
          </p:cNvPr>
          <p:cNvSpPr>
            <a:spLocks noChangeArrowheads="1"/>
          </p:cNvSpPr>
          <p:nvPr/>
        </p:nvSpPr>
        <p:spPr bwMode="auto">
          <a:xfrm>
            <a:off x="7824788" y="1114425"/>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4292" name="矩形 321571">
            <a:extLst>
              <a:ext uri="{FF2B5EF4-FFF2-40B4-BE49-F238E27FC236}">
                <a16:creationId xmlns:a16="http://schemas.microsoft.com/office/drawing/2014/main" id="{4D64F5C5-C235-45F4-9121-5BB5DF2D83AB}"/>
              </a:ext>
            </a:extLst>
          </p:cNvPr>
          <p:cNvSpPr>
            <a:spLocks noChangeArrowheads="1"/>
          </p:cNvSpPr>
          <p:nvPr/>
        </p:nvSpPr>
        <p:spPr bwMode="auto">
          <a:xfrm>
            <a:off x="1403350" y="547688"/>
            <a:ext cx="5429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i="1">
                <a:solidFill>
                  <a:schemeClr val="tx1"/>
                </a:solidFill>
                <a:ea typeface="黑体" panose="02010609060101010101" pitchFamily="49" charset="-122"/>
              </a:rPr>
              <a:t>W</a:t>
            </a:r>
            <a:r>
              <a:rPr lang="en-US" altLang="zh-CN" sz="2000" i="1" baseline="-25000">
                <a:solidFill>
                  <a:schemeClr val="tx1"/>
                </a:solidFill>
                <a:ea typeface="黑体" panose="02010609060101010101" pitchFamily="49" charset="-122"/>
              </a:rPr>
              <a:t>R</a:t>
            </a:r>
          </a:p>
        </p:txBody>
      </p:sp>
      <p:sp>
        <p:nvSpPr>
          <p:cNvPr id="224293" name="直接连接符 321572">
            <a:extLst>
              <a:ext uri="{FF2B5EF4-FFF2-40B4-BE49-F238E27FC236}">
                <a16:creationId xmlns:a16="http://schemas.microsoft.com/office/drawing/2014/main" id="{389ABE2C-5D19-4445-81C5-31510A423C59}"/>
              </a:ext>
            </a:extLst>
          </p:cNvPr>
          <p:cNvSpPr>
            <a:spLocks noChangeShapeType="1"/>
          </p:cNvSpPr>
          <p:nvPr/>
        </p:nvSpPr>
        <p:spPr bwMode="auto">
          <a:xfrm flipV="1">
            <a:off x="1309688" y="1644650"/>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4294" name="文本框 321573">
            <a:extLst>
              <a:ext uri="{FF2B5EF4-FFF2-40B4-BE49-F238E27FC236}">
                <a16:creationId xmlns:a16="http://schemas.microsoft.com/office/drawing/2014/main" id="{7A76630E-6572-4D80-A22A-AEC367A73EEF}"/>
              </a:ext>
            </a:extLst>
          </p:cNvPr>
          <p:cNvSpPr txBox="1">
            <a:spLocks noChangeArrowheads="1"/>
          </p:cNvSpPr>
          <p:nvPr/>
        </p:nvSpPr>
        <p:spPr bwMode="auto">
          <a:xfrm>
            <a:off x="506413" y="1806575"/>
            <a:ext cx="199072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准备接收 </a:t>
            </a:r>
            <a:r>
              <a:rPr lang="en-US" altLang="zh-CN" sz="2000">
                <a:solidFill>
                  <a:schemeClr val="tx1"/>
                </a:solidFill>
                <a:ea typeface="黑体" panose="02010609060101010101" pitchFamily="49" charset="-122"/>
              </a:rPr>
              <a:t>0 </a:t>
            </a:r>
            <a:r>
              <a:rPr lang="zh-CN" altLang="en-US" sz="2000">
                <a:solidFill>
                  <a:schemeClr val="tx1"/>
                </a:solidFill>
                <a:ea typeface="黑体" panose="02010609060101010101" pitchFamily="49" charset="-122"/>
              </a:rPr>
              <a:t>号帧</a:t>
            </a:r>
          </a:p>
        </p:txBody>
      </p:sp>
      <p:sp>
        <p:nvSpPr>
          <p:cNvPr id="224295" name="文本框 321574">
            <a:extLst>
              <a:ext uri="{FF2B5EF4-FFF2-40B4-BE49-F238E27FC236}">
                <a16:creationId xmlns:a16="http://schemas.microsoft.com/office/drawing/2014/main" id="{D0A2612E-C602-41D0-8B4E-35DCF0A7D3DB}"/>
              </a:ext>
            </a:extLst>
          </p:cNvPr>
          <p:cNvSpPr txBox="1">
            <a:spLocks noChangeArrowheads="1"/>
          </p:cNvSpPr>
          <p:nvPr/>
        </p:nvSpPr>
        <p:spPr bwMode="auto">
          <a:xfrm>
            <a:off x="144463" y="1081088"/>
            <a:ext cx="49371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000">
                <a:solidFill>
                  <a:schemeClr val="tx1"/>
                </a:solidFill>
                <a:ea typeface="黑体" panose="02010609060101010101" pitchFamily="49" charset="-122"/>
              </a:rPr>
              <a:t>(a)</a:t>
            </a:r>
          </a:p>
        </p:txBody>
      </p:sp>
      <p:sp>
        <p:nvSpPr>
          <p:cNvPr id="224296" name="右箭头 321575">
            <a:extLst>
              <a:ext uri="{FF2B5EF4-FFF2-40B4-BE49-F238E27FC236}">
                <a16:creationId xmlns:a16="http://schemas.microsoft.com/office/drawing/2014/main" id="{5F05CC6D-904A-4B3C-AD70-82B469355509}"/>
              </a:ext>
            </a:extLst>
          </p:cNvPr>
          <p:cNvSpPr>
            <a:spLocks noChangeArrowheads="1"/>
          </p:cNvSpPr>
          <p:nvPr/>
        </p:nvSpPr>
        <p:spPr bwMode="auto">
          <a:xfrm>
            <a:off x="2306638" y="2900363"/>
            <a:ext cx="603250" cy="152400"/>
          </a:xfrm>
          <a:prstGeom prst="rightArrow">
            <a:avLst>
              <a:gd name="adj1" fmla="val 50000"/>
              <a:gd name="adj2" fmla="val 98958"/>
            </a:avLst>
          </a:prstGeom>
          <a:solidFill>
            <a:srgbClr val="DDDDDD"/>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297" name="矩形 321576">
            <a:extLst>
              <a:ext uri="{FF2B5EF4-FFF2-40B4-BE49-F238E27FC236}">
                <a16:creationId xmlns:a16="http://schemas.microsoft.com/office/drawing/2014/main" id="{2743FC21-73AD-4BA5-BEC5-74395BF2538A}"/>
              </a:ext>
            </a:extLst>
          </p:cNvPr>
          <p:cNvSpPr>
            <a:spLocks noChangeArrowheads="1"/>
          </p:cNvSpPr>
          <p:nvPr/>
        </p:nvSpPr>
        <p:spPr bwMode="auto">
          <a:xfrm>
            <a:off x="1649413" y="3087688"/>
            <a:ext cx="7018337" cy="31115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298" name="文本框 321577">
            <a:extLst>
              <a:ext uri="{FF2B5EF4-FFF2-40B4-BE49-F238E27FC236}">
                <a16:creationId xmlns:a16="http://schemas.microsoft.com/office/drawing/2014/main" id="{4A269776-2415-43F4-89D1-C4A863866838}"/>
              </a:ext>
            </a:extLst>
          </p:cNvPr>
          <p:cNvSpPr txBox="1">
            <a:spLocks noChangeArrowheads="1"/>
          </p:cNvSpPr>
          <p:nvPr/>
        </p:nvSpPr>
        <p:spPr bwMode="auto">
          <a:xfrm>
            <a:off x="4356100" y="3609975"/>
            <a:ext cx="22161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不允许接收这些帧</a:t>
            </a:r>
          </a:p>
        </p:txBody>
      </p:sp>
      <p:sp>
        <p:nvSpPr>
          <p:cNvPr id="224299" name="矩形 321578">
            <a:extLst>
              <a:ext uri="{FF2B5EF4-FFF2-40B4-BE49-F238E27FC236}">
                <a16:creationId xmlns:a16="http://schemas.microsoft.com/office/drawing/2014/main" id="{D358F8B4-1B9E-427A-8AF1-302872F27460}"/>
              </a:ext>
            </a:extLst>
          </p:cNvPr>
          <p:cNvSpPr>
            <a:spLocks noChangeArrowheads="1"/>
          </p:cNvSpPr>
          <p:nvPr/>
        </p:nvSpPr>
        <p:spPr bwMode="auto">
          <a:xfrm>
            <a:off x="1635125" y="2882900"/>
            <a:ext cx="1352550" cy="700088"/>
          </a:xfrm>
          <a:prstGeom prst="rect">
            <a:avLst/>
          </a:prstGeom>
          <a:solidFill>
            <a:srgbClr val="00FFCC"/>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00" name="左大括号 321579">
            <a:extLst>
              <a:ext uri="{FF2B5EF4-FFF2-40B4-BE49-F238E27FC236}">
                <a16:creationId xmlns:a16="http://schemas.microsoft.com/office/drawing/2014/main" id="{53B650EC-9865-4BA4-83D1-9AAE1337E892}"/>
              </a:ext>
            </a:extLst>
          </p:cNvPr>
          <p:cNvSpPr>
            <a:spLocks/>
          </p:cNvSpPr>
          <p:nvPr/>
        </p:nvSpPr>
        <p:spPr bwMode="auto">
          <a:xfrm rot="-5400000">
            <a:off x="5542756" y="872332"/>
            <a:ext cx="174625" cy="5284788"/>
          </a:xfrm>
          <a:prstGeom prst="leftBrace">
            <a:avLst>
              <a:gd name="adj1" fmla="val 252197"/>
              <a:gd name="adj2" fmla="val 50236"/>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01" name="直接连接符 321580">
            <a:extLst>
              <a:ext uri="{FF2B5EF4-FFF2-40B4-BE49-F238E27FC236}">
                <a16:creationId xmlns:a16="http://schemas.microsoft.com/office/drawing/2014/main" id="{CB17E9DF-3135-42CB-BCE6-663805821C02}"/>
              </a:ext>
            </a:extLst>
          </p:cNvPr>
          <p:cNvSpPr>
            <a:spLocks noChangeShapeType="1"/>
          </p:cNvSpPr>
          <p:nvPr/>
        </p:nvSpPr>
        <p:spPr bwMode="auto">
          <a:xfrm>
            <a:off x="979488" y="3087688"/>
            <a:ext cx="76866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2" name="直接连接符 321581">
            <a:extLst>
              <a:ext uri="{FF2B5EF4-FFF2-40B4-BE49-F238E27FC236}">
                <a16:creationId xmlns:a16="http://schemas.microsoft.com/office/drawing/2014/main" id="{4EF3EAEB-A97A-4D99-8F93-36DE2E0C652D}"/>
              </a:ext>
            </a:extLst>
          </p:cNvPr>
          <p:cNvSpPr>
            <a:spLocks noChangeShapeType="1"/>
          </p:cNvSpPr>
          <p:nvPr/>
        </p:nvSpPr>
        <p:spPr bwMode="auto">
          <a:xfrm>
            <a:off x="981075" y="3406775"/>
            <a:ext cx="7689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3" name="直接连接符 321582">
            <a:extLst>
              <a:ext uri="{FF2B5EF4-FFF2-40B4-BE49-F238E27FC236}">
                <a16:creationId xmlns:a16="http://schemas.microsoft.com/office/drawing/2014/main" id="{D9BD3E9D-9883-4F12-9DE3-4C816750FBB5}"/>
              </a:ext>
            </a:extLst>
          </p:cNvPr>
          <p:cNvSpPr>
            <a:spLocks noChangeShapeType="1"/>
          </p:cNvSpPr>
          <p:nvPr/>
        </p:nvSpPr>
        <p:spPr bwMode="auto">
          <a:xfrm>
            <a:off x="1643063" y="3087688"/>
            <a:ext cx="0" cy="3032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4" name="直接连接符 321583">
            <a:extLst>
              <a:ext uri="{FF2B5EF4-FFF2-40B4-BE49-F238E27FC236}">
                <a16:creationId xmlns:a16="http://schemas.microsoft.com/office/drawing/2014/main" id="{DADF4607-E6C2-4989-93DD-83BC45CFF9EB}"/>
              </a:ext>
            </a:extLst>
          </p:cNvPr>
          <p:cNvSpPr>
            <a:spLocks noChangeShapeType="1"/>
          </p:cNvSpPr>
          <p:nvPr/>
        </p:nvSpPr>
        <p:spPr bwMode="auto">
          <a:xfrm>
            <a:off x="974725" y="3076575"/>
            <a:ext cx="0" cy="3413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5" name="直接连接符 321584">
            <a:extLst>
              <a:ext uri="{FF2B5EF4-FFF2-40B4-BE49-F238E27FC236}">
                <a16:creationId xmlns:a16="http://schemas.microsoft.com/office/drawing/2014/main" id="{D286579E-1A32-479A-9B34-8239BDC9A66E}"/>
              </a:ext>
            </a:extLst>
          </p:cNvPr>
          <p:cNvSpPr>
            <a:spLocks noChangeShapeType="1"/>
          </p:cNvSpPr>
          <p:nvPr/>
        </p:nvSpPr>
        <p:spPr bwMode="auto">
          <a:xfrm>
            <a:off x="2309813" y="309403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6" name="直接连接符 321585">
            <a:extLst>
              <a:ext uri="{FF2B5EF4-FFF2-40B4-BE49-F238E27FC236}">
                <a16:creationId xmlns:a16="http://schemas.microsoft.com/office/drawing/2014/main" id="{BC0375E6-2CE9-404D-A29B-3EBBA61BE49B}"/>
              </a:ext>
            </a:extLst>
          </p:cNvPr>
          <p:cNvSpPr>
            <a:spLocks noChangeShapeType="1"/>
          </p:cNvSpPr>
          <p:nvPr/>
        </p:nvSpPr>
        <p:spPr bwMode="auto">
          <a:xfrm>
            <a:off x="2976563" y="3095625"/>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7" name="直接连接符 321586">
            <a:extLst>
              <a:ext uri="{FF2B5EF4-FFF2-40B4-BE49-F238E27FC236}">
                <a16:creationId xmlns:a16="http://schemas.microsoft.com/office/drawing/2014/main" id="{6C56F539-F282-42B5-B597-A02204611815}"/>
              </a:ext>
            </a:extLst>
          </p:cNvPr>
          <p:cNvSpPr>
            <a:spLocks noChangeShapeType="1"/>
          </p:cNvSpPr>
          <p:nvPr/>
        </p:nvSpPr>
        <p:spPr bwMode="auto">
          <a:xfrm>
            <a:off x="3638550" y="3089275"/>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8" name="直接连接符 321587">
            <a:extLst>
              <a:ext uri="{FF2B5EF4-FFF2-40B4-BE49-F238E27FC236}">
                <a16:creationId xmlns:a16="http://schemas.microsoft.com/office/drawing/2014/main" id="{1EFCD047-8108-4B8E-A9C9-B358122ABB0A}"/>
              </a:ext>
            </a:extLst>
          </p:cNvPr>
          <p:cNvSpPr>
            <a:spLocks noChangeShapeType="1"/>
          </p:cNvSpPr>
          <p:nvPr/>
        </p:nvSpPr>
        <p:spPr bwMode="auto">
          <a:xfrm>
            <a:off x="4300538" y="3101975"/>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09" name="直接连接符 321588">
            <a:extLst>
              <a:ext uri="{FF2B5EF4-FFF2-40B4-BE49-F238E27FC236}">
                <a16:creationId xmlns:a16="http://schemas.microsoft.com/office/drawing/2014/main" id="{FD4EDC82-BFA5-43B3-A9F5-00773296F180}"/>
              </a:ext>
            </a:extLst>
          </p:cNvPr>
          <p:cNvSpPr>
            <a:spLocks noChangeShapeType="1"/>
          </p:cNvSpPr>
          <p:nvPr/>
        </p:nvSpPr>
        <p:spPr bwMode="auto">
          <a:xfrm>
            <a:off x="4968875" y="3095625"/>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10" name="直接连接符 321589">
            <a:extLst>
              <a:ext uri="{FF2B5EF4-FFF2-40B4-BE49-F238E27FC236}">
                <a16:creationId xmlns:a16="http://schemas.microsoft.com/office/drawing/2014/main" id="{0F48B3A8-07A8-43AA-B6C0-19145DE85DF3}"/>
              </a:ext>
            </a:extLst>
          </p:cNvPr>
          <p:cNvSpPr>
            <a:spLocks noChangeShapeType="1"/>
          </p:cNvSpPr>
          <p:nvPr/>
        </p:nvSpPr>
        <p:spPr bwMode="auto">
          <a:xfrm>
            <a:off x="5635625" y="3095625"/>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11" name="直接连接符 321590">
            <a:extLst>
              <a:ext uri="{FF2B5EF4-FFF2-40B4-BE49-F238E27FC236}">
                <a16:creationId xmlns:a16="http://schemas.microsoft.com/office/drawing/2014/main" id="{0C43DF84-24B9-4271-9896-56CFD1901DEE}"/>
              </a:ext>
            </a:extLst>
          </p:cNvPr>
          <p:cNvSpPr>
            <a:spLocks noChangeShapeType="1"/>
          </p:cNvSpPr>
          <p:nvPr/>
        </p:nvSpPr>
        <p:spPr bwMode="auto">
          <a:xfrm>
            <a:off x="6302375" y="3095625"/>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12" name="直接连接符 321591">
            <a:extLst>
              <a:ext uri="{FF2B5EF4-FFF2-40B4-BE49-F238E27FC236}">
                <a16:creationId xmlns:a16="http://schemas.microsoft.com/office/drawing/2014/main" id="{1DD922B9-7043-489C-B70F-15D541DB6604}"/>
              </a:ext>
            </a:extLst>
          </p:cNvPr>
          <p:cNvSpPr>
            <a:spLocks noChangeShapeType="1"/>
          </p:cNvSpPr>
          <p:nvPr/>
        </p:nvSpPr>
        <p:spPr bwMode="auto">
          <a:xfrm>
            <a:off x="6969125" y="310673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13" name="直接连接符 321592">
            <a:extLst>
              <a:ext uri="{FF2B5EF4-FFF2-40B4-BE49-F238E27FC236}">
                <a16:creationId xmlns:a16="http://schemas.microsoft.com/office/drawing/2014/main" id="{6DBE7BC5-6191-45E1-AE76-262160F3532F}"/>
              </a:ext>
            </a:extLst>
          </p:cNvPr>
          <p:cNvSpPr>
            <a:spLocks noChangeShapeType="1"/>
          </p:cNvSpPr>
          <p:nvPr/>
        </p:nvSpPr>
        <p:spPr bwMode="auto">
          <a:xfrm>
            <a:off x="7632700" y="3089275"/>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14" name="矩形 321593">
            <a:extLst>
              <a:ext uri="{FF2B5EF4-FFF2-40B4-BE49-F238E27FC236}">
                <a16:creationId xmlns:a16="http://schemas.microsoft.com/office/drawing/2014/main" id="{ED12E912-EA28-4CD0-82D7-2F9458C8417C}"/>
              </a:ext>
            </a:extLst>
          </p:cNvPr>
          <p:cNvSpPr>
            <a:spLocks noChangeArrowheads="1"/>
          </p:cNvSpPr>
          <p:nvPr/>
        </p:nvSpPr>
        <p:spPr bwMode="auto">
          <a:xfrm>
            <a:off x="990600" y="3097213"/>
            <a:ext cx="628650" cy="2952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15" name="直接连接符 321594">
            <a:extLst>
              <a:ext uri="{FF2B5EF4-FFF2-40B4-BE49-F238E27FC236}">
                <a16:creationId xmlns:a16="http://schemas.microsoft.com/office/drawing/2014/main" id="{FB49A206-C625-4867-AEE6-66C190E2389D}"/>
              </a:ext>
            </a:extLst>
          </p:cNvPr>
          <p:cNvSpPr>
            <a:spLocks noChangeShapeType="1"/>
          </p:cNvSpPr>
          <p:nvPr/>
        </p:nvSpPr>
        <p:spPr bwMode="auto">
          <a:xfrm>
            <a:off x="8302625" y="309403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16" name="矩形 321595">
            <a:extLst>
              <a:ext uri="{FF2B5EF4-FFF2-40B4-BE49-F238E27FC236}">
                <a16:creationId xmlns:a16="http://schemas.microsoft.com/office/drawing/2014/main" id="{619219C5-F89F-4D68-8615-86D5A7E197CF}"/>
              </a:ext>
            </a:extLst>
          </p:cNvPr>
          <p:cNvSpPr>
            <a:spLocks noChangeArrowheads="1"/>
          </p:cNvSpPr>
          <p:nvPr/>
        </p:nvSpPr>
        <p:spPr bwMode="auto">
          <a:xfrm>
            <a:off x="1139825" y="30543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4317" name="矩形 321596">
            <a:extLst>
              <a:ext uri="{FF2B5EF4-FFF2-40B4-BE49-F238E27FC236}">
                <a16:creationId xmlns:a16="http://schemas.microsoft.com/office/drawing/2014/main" id="{48C32AD2-7E80-4196-86BD-C3B5F4575A8B}"/>
              </a:ext>
            </a:extLst>
          </p:cNvPr>
          <p:cNvSpPr>
            <a:spLocks noChangeArrowheads="1"/>
          </p:cNvSpPr>
          <p:nvPr/>
        </p:nvSpPr>
        <p:spPr bwMode="auto">
          <a:xfrm>
            <a:off x="1789113" y="3054350"/>
            <a:ext cx="3349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4318" name="矩形 321597">
            <a:extLst>
              <a:ext uri="{FF2B5EF4-FFF2-40B4-BE49-F238E27FC236}">
                <a16:creationId xmlns:a16="http://schemas.microsoft.com/office/drawing/2014/main" id="{FB7DDEBE-E34D-4120-AC10-EAA371066042}"/>
              </a:ext>
            </a:extLst>
          </p:cNvPr>
          <p:cNvSpPr>
            <a:spLocks noChangeArrowheads="1"/>
          </p:cNvSpPr>
          <p:nvPr/>
        </p:nvSpPr>
        <p:spPr bwMode="auto">
          <a:xfrm>
            <a:off x="2497138" y="30543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4319" name="矩形 321598">
            <a:extLst>
              <a:ext uri="{FF2B5EF4-FFF2-40B4-BE49-F238E27FC236}">
                <a16:creationId xmlns:a16="http://schemas.microsoft.com/office/drawing/2014/main" id="{607BB9FD-E4F4-4D7E-A93D-6DF2D100A9CA}"/>
              </a:ext>
            </a:extLst>
          </p:cNvPr>
          <p:cNvSpPr>
            <a:spLocks noChangeArrowheads="1"/>
          </p:cNvSpPr>
          <p:nvPr/>
        </p:nvSpPr>
        <p:spPr bwMode="auto">
          <a:xfrm>
            <a:off x="3162300" y="3054350"/>
            <a:ext cx="3317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3</a:t>
            </a:r>
          </a:p>
        </p:txBody>
      </p:sp>
      <p:sp>
        <p:nvSpPr>
          <p:cNvPr id="224320" name="矩形 321599">
            <a:extLst>
              <a:ext uri="{FF2B5EF4-FFF2-40B4-BE49-F238E27FC236}">
                <a16:creationId xmlns:a16="http://schemas.microsoft.com/office/drawing/2014/main" id="{50D72D7F-0843-4564-B560-77B2940945DF}"/>
              </a:ext>
            </a:extLst>
          </p:cNvPr>
          <p:cNvSpPr>
            <a:spLocks noChangeArrowheads="1"/>
          </p:cNvSpPr>
          <p:nvPr/>
        </p:nvSpPr>
        <p:spPr bwMode="auto">
          <a:xfrm>
            <a:off x="3795713" y="3054350"/>
            <a:ext cx="449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4</a:t>
            </a:r>
          </a:p>
        </p:txBody>
      </p:sp>
      <p:sp>
        <p:nvSpPr>
          <p:cNvPr id="224321" name="矩形 321600">
            <a:extLst>
              <a:ext uri="{FF2B5EF4-FFF2-40B4-BE49-F238E27FC236}">
                <a16:creationId xmlns:a16="http://schemas.microsoft.com/office/drawing/2014/main" id="{6B58D516-F227-42CC-9539-4163A8161B17}"/>
              </a:ext>
            </a:extLst>
          </p:cNvPr>
          <p:cNvSpPr>
            <a:spLocks noChangeArrowheads="1"/>
          </p:cNvSpPr>
          <p:nvPr/>
        </p:nvSpPr>
        <p:spPr bwMode="auto">
          <a:xfrm>
            <a:off x="4462463" y="30543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5</a:t>
            </a:r>
          </a:p>
        </p:txBody>
      </p:sp>
      <p:sp>
        <p:nvSpPr>
          <p:cNvPr id="224322" name="矩形 321601">
            <a:extLst>
              <a:ext uri="{FF2B5EF4-FFF2-40B4-BE49-F238E27FC236}">
                <a16:creationId xmlns:a16="http://schemas.microsoft.com/office/drawing/2014/main" id="{5B7A1CC0-4E41-458A-AE9C-05DEE1F306B7}"/>
              </a:ext>
            </a:extLst>
          </p:cNvPr>
          <p:cNvSpPr>
            <a:spLocks noChangeArrowheads="1"/>
          </p:cNvSpPr>
          <p:nvPr/>
        </p:nvSpPr>
        <p:spPr bwMode="auto">
          <a:xfrm>
            <a:off x="5111750" y="3054350"/>
            <a:ext cx="3349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6</a:t>
            </a:r>
          </a:p>
        </p:txBody>
      </p:sp>
      <p:sp>
        <p:nvSpPr>
          <p:cNvPr id="224323" name="矩形 321602">
            <a:extLst>
              <a:ext uri="{FF2B5EF4-FFF2-40B4-BE49-F238E27FC236}">
                <a16:creationId xmlns:a16="http://schemas.microsoft.com/office/drawing/2014/main" id="{A206BCC6-2585-40A5-87B4-80B19786D9BB}"/>
              </a:ext>
            </a:extLst>
          </p:cNvPr>
          <p:cNvSpPr>
            <a:spLocks noChangeArrowheads="1"/>
          </p:cNvSpPr>
          <p:nvPr/>
        </p:nvSpPr>
        <p:spPr bwMode="auto">
          <a:xfrm>
            <a:off x="5776913" y="30543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7</a:t>
            </a:r>
          </a:p>
        </p:txBody>
      </p:sp>
      <p:sp>
        <p:nvSpPr>
          <p:cNvPr id="224324" name="矩形 321603">
            <a:extLst>
              <a:ext uri="{FF2B5EF4-FFF2-40B4-BE49-F238E27FC236}">
                <a16:creationId xmlns:a16="http://schemas.microsoft.com/office/drawing/2014/main" id="{69C5D4EB-0E1F-45FD-B128-5FD8B53791E8}"/>
              </a:ext>
            </a:extLst>
          </p:cNvPr>
          <p:cNvSpPr>
            <a:spLocks noChangeArrowheads="1"/>
          </p:cNvSpPr>
          <p:nvPr/>
        </p:nvSpPr>
        <p:spPr bwMode="auto">
          <a:xfrm>
            <a:off x="6469063" y="3054350"/>
            <a:ext cx="330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4325" name="矩形 321604">
            <a:extLst>
              <a:ext uri="{FF2B5EF4-FFF2-40B4-BE49-F238E27FC236}">
                <a16:creationId xmlns:a16="http://schemas.microsoft.com/office/drawing/2014/main" id="{77DBB22B-E4DF-4AD3-8CB6-EEBF042B3D3F}"/>
              </a:ext>
            </a:extLst>
          </p:cNvPr>
          <p:cNvSpPr>
            <a:spLocks noChangeArrowheads="1"/>
          </p:cNvSpPr>
          <p:nvPr/>
        </p:nvSpPr>
        <p:spPr bwMode="auto">
          <a:xfrm>
            <a:off x="7150100" y="3054350"/>
            <a:ext cx="3349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4326" name="矩形 321605">
            <a:extLst>
              <a:ext uri="{FF2B5EF4-FFF2-40B4-BE49-F238E27FC236}">
                <a16:creationId xmlns:a16="http://schemas.microsoft.com/office/drawing/2014/main" id="{61C7AE2F-6318-4156-B3B7-2A2A883C3B91}"/>
              </a:ext>
            </a:extLst>
          </p:cNvPr>
          <p:cNvSpPr>
            <a:spLocks noChangeArrowheads="1"/>
          </p:cNvSpPr>
          <p:nvPr/>
        </p:nvSpPr>
        <p:spPr bwMode="auto">
          <a:xfrm>
            <a:off x="7813675" y="30543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4327" name="直接连接符 321606">
            <a:extLst>
              <a:ext uri="{FF2B5EF4-FFF2-40B4-BE49-F238E27FC236}">
                <a16:creationId xmlns:a16="http://schemas.microsoft.com/office/drawing/2014/main" id="{AFC75C5B-B3E7-4E0A-8473-D60531B86E16}"/>
              </a:ext>
            </a:extLst>
          </p:cNvPr>
          <p:cNvSpPr>
            <a:spLocks noChangeShapeType="1"/>
          </p:cNvSpPr>
          <p:nvPr/>
        </p:nvSpPr>
        <p:spPr bwMode="auto">
          <a:xfrm flipV="1">
            <a:off x="1962150" y="3582988"/>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4328" name="文本框 321607">
            <a:extLst>
              <a:ext uri="{FF2B5EF4-FFF2-40B4-BE49-F238E27FC236}">
                <a16:creationId xmlns:a16="http://schemas.microsoft.com/office/drawing/2014/main" id="{D5DFBC68-438A-4612-B76A-AA14EC772476}"/>
              </a:ext>
            </a:extLst>
          </p:cNvPr>
          <p:cNvSpPr txBox="1">
            <a:spLocks noChangeArrowheads="1"/>
          </p:cNvSpPr>
          <p:nvPr/>
        </p:nvSpPr>
        <p:spPr bwMode="auto">
          <a:xfrm>
            <a:off x="1617663" y="3735388"/>
            <a:ext cx="1200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准备接收</a:t>
            </a:r>
          </a:p>
          <a:p>
            <a:pPr>
              <a:spcBef>
                <a:spcPct val="0"/>
              </a:spcBef>
              <a:buClr>
                <a:srgbClr val="000000"/>
              </a:buClr>
            </a:pPr>
            <a:r>
              <a:rPr lang="zh-CN" altLang="en-US" sz="2000">
                <a:solidFill>
                  <a:schemeClr val="tx1"/>
                </a:solidFill>
                <a:ea typeface="黑体" panose="02010609060101010101" pitchFamily="49" charset="-122"/>
              </a:rPr>
              <a:t>  </a:t>
            </a:r>
            <a:r>
              <a:rPr lang="en-US" altLang="zh-CN" sz="2000">
                <a:solidFill>
                  <a:schemeClr val="tx1"/>
                </a:solidFill>
                <a:ea typeface="黑体" panose="02010609060101010101" pitchFamily="49" charset="-122"/>
              </a:rPr>
              <a:t>1 </a:t>
            </a:r>
            <a:r>
              <a:rPr lang="zh-CN" altLang="en-US" sz="2000">
                <a:solidFill>
                  <a:schemeClr val="tx1"/>
                </a:solidFill>
                <a:ea typeface="黑体" panose="02010609060101010101" pitchFamily="49" charset="-122"/>
              </a:rPr>
              <a:t>号帧</a:t>
            </a:r>
          </a:p>
        </p:txBody>
      </p:sp>
      <p:sp>
        <p:nvSpPr>
          <p:cNvPr id="224329" name="文本框 321608">
            <a:extLst>
              <a:ext uri="{FF2B5EF4-FFF2-40B4-BE49-F238E27FC236}">
                <a16:creationId xmlns:a16="http://schemas.microsoft.com/office/drawing/2014/main" id="{AA9E6846-5565-4961-ADEC-6DED0C9DCED0}"/>
              </a:ext>
            </a:extLst>
          </p:cNvPr>
          <p:cNvSpPr txBox="1">
            <a:spLocks noChangeArrowheads="1"/>
          </p:cNvSpPr>
          <p:nvPr/>
        </p:nvSpPr>
        <p:spPr bwMode="auto">
          <a:xfrm>
            <a:off x="819150" y="3529013"/>
            <a:ext cx="947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已收到</a:t>
            </a:r>
          </a:p>
        </p:txBody>
      </p:sp>
      <p:sp>
        <p:nvSpPr>
          <p:cNvPr id="224330" name="直接连接符 321609">
            <a:extLst>
              <a:ext uri="{FF2B5EF4-FFF2-40B4-BE49-F238E27FC236}">
                <a16:creationId xmlns:a16="http://schemas.microsoft.com/office/drawing/2014/main" id="{AF0FA0DD-CDB3-4E1D-986A-1850396980A3}"/>
              </a:ext>
            </a:extLst>
          </p:cNvPr>
          <p:cNvSpPr>
            <a:spLocks noChangeShapeType="1"/>
          </p:cNvSpPr>
          <p:nvPr/>
        </p:nvSpPr>
        <p:spPr bwMode="auto">
          <a:xfrm flipV="1">
            <a:off x="1282700" y="3389313"/>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4331" name="文本框 321610">
            <a:extLst>
              <a:ext uri="{FF2B5EF4-FFF2-40B4-BE49-F238E27FC236}">
                <a16:creationId xmlns:a16="http://schemas.microsoft.com/office/drawing/2014/main" id="{44D29E00-20AD-4B2D-8848-48AECB778C53}"/>
              </a:ext>
            </a:extLst>
          </p:cNvPr>
          <p:cNvSpPr txBox="1">
            <a:spLocks noChangeArrowheads="1"/>
          </p:cNvSpPr>
          <p:nvPr/>
        </p:nvSpPr>
        <p:spPr bwMode="auto">
          <a:xfrm>
            <a:off x="153988" y="2990850"/>
            <a:ext cx="49371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000">
                <a:solidFill>
                  <a:schemeClr val="tx1"/>
                </a:solidFill>
                <a:ea typeface="黑体" panose="02010609060101010101" pitchFamily="49" charset="-122"/>
              </a:rPr>
              <a:t>(b)</a:t>
            </a:r>
          </a:p>
        </p:txBody>
      </p:sp>
      <p:sp>
        <p:nvSpPr>
          <p:cNvPr id="224332" name="右箭头 321611">
            <a:extLst>
              <a:ext uri="{FF2B5EF4-FFF2-40B4-BE49-F238E27FC236}">
                <a16:creationId xmlns:a16="http://schemas.microsoft.com/office/drawing/2014/main" id="{004C9FD5-E4BB-4E44-9C02-4BFE6B204276}"/>
              </a:ext>
            </a:extLst>
          </p:cNvPr>
          <p:cNvSpPr>
            <a:spLocks noChangeArrowheads="1"/>
          </p:cNvSpPr>
          <p:nvPr/>
        </p:nvSpPr>
        <p:spPr bwMode="auto">
          <a:xfrm>
            <a:off x="4310063" y="4926013"/>
            <a:ext cx="601662" cy="152400"/>
          </a:xfrm>
          <a:prstGeom prst="rightArrow">
            <a:avLst>
              <a:gd name="adj1" fmla="val 50000"/>
              <a:gd name="adj2" fmla="val 98698"/>
            </a:avLst>
          </a:prstGeom>
          <a:solidFill>
            <a:srgbClr val="DDDDDD"/>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33" name="矩形 321612">
            <a:extLst>
              <a:ext uri="{FF2B5EF4-FFF2-40B4-BE49-F238E27FC236}">
                <a16:creationId xmlns:a16="http://schemas.microsoft.com/office/drawing/2014/main" id="{0BA71FB5-4EB1-41FD-8D3D-49CFFE6DD201}"/>
              </a:ext>
            </a:extLst>
          </p:cNvPr>
          <p:cNvSpPr>
            <a:spLocks noChangeArrowheads="1"/>
          </p:cNvSpPr>
          <p:nvPr/>
        </p:nvSpPr>
        <p:spPr bwMode="auto">
          <a:xfrm>
            <a:off x="4305300" y="5113338"/>
            <a:ext cx="4368800" cy="31115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34" name="文本框 321613">
            <a:extLst>
              <a:ext uri="{FF2B5EF4-FFF2-40B4-BE49-F238E27FC236}">
                <a16:creationId xmlns:a16="http://schemas.microsoft.com/office/drawing/2014/main" id="{AAA31485-E56C-472E-85D8-B336DB0D6984}"/>
              </a:ext>
            </a:extLst>
          </p:cNvPr>
          <p:cNvSpPr txBox="1">
            <a:spLocks noChangeArrowheads="1"/>
          </p:cNvSpPr>
          <p:nvPr/>
        </p:nvSpPr>
        <p:spPr bwMode="auto">
          <a:xfrm>
            <a:off x="5353050" y="5610225"/>
            <a:ext cx="2214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不允许接收这些帧</a:t>
            </a:r>
          </a:p>
        </p:txBody>
      </p:sp>
      <p:sp>
        <p:nvSpPr>
          <p:cNvPr id="224335" name="矩形 321614">
            <a:extLst>
              <a:ext uri="{FF2B5EF4-FFF2-40B4-BE49-F238E27FC236}">
                <a16:creationId xmlns:a16="http://schemas.microsoft.com/office/drawing/2014/main" id="{A987BB8D-0000-4227-88B3-C0DFE31BA4AD}"/>
              </a:ext>
            </a:extLst>
          </p:cNvPr>
          <p:cNvSpPr>
            <a:spLocks noChangeArrowheads="1"/>
          </p:cNvSpPr>
          <p:nvPr/>
        </p:nvSpPr>
        <p:spPr bwMode="auto">
          <a:xfrm>
            <a:off x="3635375" y="4929188"/>
            <a:ext cx="1365250" cy="700087"/>
          </a:xfrm>
          <a:prstGeom prst="rect">
            <a:avLst/>
          </a:prstGeom>
          <a:solidFill>
            <a:srgbClr val="00FFCC"/>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36" name="左大括号 321615">
            <a:extLst>
              <a:ext uri="{FF2B5EF4-FFF2-40B4-BE49-F238E27FC236}">
                <a16:creationId xmlns:a16="http://schemas.microsoft.com/office/drawing/2014/main" id="{328AC0E6-4965-4F33-B5F4-367ED46BECD2}"/>
              </a:ext>
            </a:extLst>
          </p:cNvPr>
          <p:cNvSpPr>
            <a:spLocks/>
          </p:cNvSpPr>
          <p:nvPr/>
        </p:nvSpPr>
        <p:spPr bwMode="auto">
          <a:xfrm rot="-5400000">
            <a:off x="6539707" y="3907631"/>
            <a:ext cx="215900" cy="3290887"/>
          </a:xfrm>
          <a:prstGeom prst="leftBrace">
            <a:avLst>
              <a:gd name="adj1" fmla="val 127022"/>
              <a:gd name="adj2" fmla="val 50236"/>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37" name="直接连接符 321616">
            <a:extLst>
              <a:ext uri="{FF2B5EF4-FFF2-40B4-BE49-F238E27FC236}">
                <a16:creationId xmlns:a16="http://schemas.microsoft.com/office/drawing/2014/main" id="{10B1819A-1E53-4872-8E6F-1F3A1C825BCC}"/>
              </a:ext>
            </a:extLst>
          </p:cNvPr>
          <p:cNvSpPr>
            <a:spLocks noChangeShapeType="1"/>
          </p:cNvSpPr>
          <p:nvPr/>
        </p:nvSpPr>
        <p:spPr bwMode="auto">
          <a:xfrm>
            <a:off x="984250" y="5113338"/>
            <a:ext cx="76882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38" name="直接连接符 321617">
            <a:extLst>
              <a:ext uri="{FF2B5EF4-FFF2-40B4-BE49-F238E27FC236}">
                <a16:creationId xmlns:a16="http://schemas.microsoft.com/office/drawing/2014/main" id="{87496FCF-D091-4C00-823A-471095479E0C}"/>
              </a:ext>
            </a:extLst>
          </p:cNvPr>
          <p:cNvSpPr>
            <a:spLocks noChangeShapeType="1"/>
          </p:cNvSpPr>
          <p:nvPr/>
        </p:nvSpPr>
        <p:spPr bwMode="auto">
          <a:xfrm>
            <a:off x="989013" y="5432425"/>
            <a:ext cx="76866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39" name="矩形 321618">
            <a:extLst>
              <a:ext uri="{FF2B5EF4-FFF2-40B4-BE49-F238E27FC236}">
                <a16:creationId xmlns:a16="http://schemas.microsoft.com/office/drawing/2014/main" id="{B1433698-BF96-4ABF-ABC2-F98C4F2A08EB}"/>
              </a:ext>
            </a:extLst>
          </p:cNvPr>
          <p:cNvSpPr>
            <a:spLocks noChangeArrowheads="1"/>
          </p:cNvSpPr>
          <p:nvPr/>
        </p:nvSpPr>
        <p:spPr bwMode="auto">
          <a:xfrm>
            <a:off x="971550" y="5145088"/>
            <a:ext cx="2673350" cy="2698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40" name="直接连接符 321619">
            <a:extLst>
              <a:ext uri="{FF2B5EF4-FFF2-40B4-BE49-F238E27FC236}">
                <a16:creationId xmlns:a16="http://schemas.microsoft.com/office/drawing/2014/main" id="{F804E65B-6B7F-4FA1-95C4-B90FBBA09EB4}"/>
              </a:ext>
            </a:extLst>
          </p:cNvPr>
          <p:cNvSpPr>
            <a:spLocks noChangeShapeType="1"/>
          </p:cNvSpPr>
          <p:nvPr/>
        </p:nvSpPr>
        <p:spPr bwMode="auto">
          <a:xfrm>
            <a:off x="1651000" y="511333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1" name="直接连接符 321620">
            <a:extLst>
              <a:ext uri="{FF2B5EF4-FFF2-40B4-BE49-F238E27FC236}">
                <a16:creationId xmlns:a16="http://schemas.microsoft.com/office/drawing/2014/main" id="{BFEE3FD5-6827-473B-8B5C-9C69E111C908}"/>
              </a:ext>
            </a:extLst>
          </p:cNvPr>
          <p:cNvSpPr>
            <a:spLocks noChangeShapeType="1"/>
          </p:cNvSpPr>
          <p:nvPr/>
        </p:nvSpPr>
        <p:spPr bwMode="auto">
          <a:xfrm>
            <a:off x="981075" y="5103813"/>
            <a:ext cx="0" cy="3397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2" name="直接连接符 321621">
            <a:extLst>
              <a:ext uri="{FF2B5EF4-FFF2-40B4-BE49-F238E27FC236}">
                <a16:creationId xmlns:a16="http://schemas.microsoft.com/office/drawing/2014/main" id="{500018C7-65FE-462F-B389-0F6EEBD63A50}"/>
              </a:ext>
            </a:extLst>
          </p:cNvPr>
          <p:cNvSpPr>
            <a:spLocks noChangeShapeType="1"/>
          </p:cNvSpPr>
          <p:nvPr/>
        </p:nvSpPr>
        <p:spPr bwMode="auto">
          <a:xfrm>
            <a:off x="2314575" y="511968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3" name="直接连接符 321622">
            <a:extLst>
              <a:ext uri="{FF2B5EF4-FFF2-40B4-BE49-F238E27FC236}">
                <a16:creationId xmlns:a16="http://schemas.microsoft.com/office/drawing/2014/main" id="{CA1DB0C7-186C-46C1-AB02-A402C13B0457}"/>
              </a:ext>
            </a:extLst>
          </p:cNvPr>
          <p:cNvSpPr>
            <a:spLocks noChangeShapeType="1"/>
          </p:cNvSpPr>
          <p:nvPr/>
        </p:nvSpPr>
        <p:spPr bwMode="auto">
          <a:xfrm>
            <a:off x="2981325" y="5121275"/>
            <a:ext cx="0" cy="3063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4" name="直接连接符 321623">
            <a:extLst>
              <a:ext uri="{FF2B5EF4-FFF2-40B4-BE49-F238E27FC236}">
                <a16:creationId xmlns:a16="http://schemas.microsoft.com/office/drawing/2014/main" id="{46A73AF9-D78E-4C8F-97FD-501B62E398DC}"/>
              </a:ext>
            </a:extLst>
          </p:cNvPr>
          <p:cNvSpPr>
            <a:spLocks noChangeShapeType="1"/>
          </p:cNvSpPr>
          <p:nvPr/>
        </p:nvSpPr>
        <p:spPr bwMode="auto">
          <a:xfrm>
            <a:off x="3643313" y="5118100"/>
            <a:ext cx="0" cy="303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5" name="直接连接符 321624">
            <a:extLst>
              <a:ext uri="{FF2B5EF4-FFF2-40B4-BE49-F238E27FC236}">
                <a16:creationId xmlns:a16="http://schemas.microsoft.com/office/drawing/2014/main" id="{099C02F1-1F33-4ADC-8C3F-BCD04E51C2BF}"/>
              </a:ext>
            </a:extLst>
          </p:cNvPr>
          <p:cNvSpPr>
            <a:spLocks noChangeShapeType="1"/>
          </p:cNvSpPr>
          <p:nvPr/>
        </p:nvSpPr>
        <p:spPr bwMode="auto">
          <a:xfrm>
            <a:off x="4306888" y="5127625"/>
            <a:ext cx="0" cy="3079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6" name="直接连接符 321625">
            <a:extLst>
              <a:ext uri="{FF2B5EF4-FFF2-40B4-BE49-F238E27FC236}">
                <a16:creationId xmlns:a16="http://schemas.microsoft.com/office/drawing/2014/main" id="{CFD0D5B8-6D59-4EDC-9232-28A9526D065D}"/>
              </a:ext>
            </a:extLst>
          </p:cNvPr>
          <p:cNvSpPr>
            <a:spLocks noChangeShapeType="1"/>
          </p:cNvSpPr>
          <p:nvPr/>
        </p:nvSpPr>
        <p:spPr bwMode="auto">
          <a:xfrm>
            <a:off x="4976813" y="5121275"/>
            <a:ext cx="0" cy="3063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7" name="直接连接符 321626">
            <a:extLst>
              <a:ext uri="{FF2B5EF4-FFF2-40B4-BE49-F238E27FC236}">
                <a16:creationId xmlns:a16="http://schemas.microsoft.com/office/drawing/2014/main" id="{DD785531-1C3D-4C80-8B8F-D2760B484106}"/>
              </a:ext>
            </a:extLst>
          </p:cNvPr>
          <p:cNvSpPr>
            <a:spLocks noChangeShapeType="1"/>
          </p:cNvSpPr>
          <p:nvPr/>
        </p:nvSpPr>
        <p:spPr bwMode="auto">
          <a:xfrm>
            <a:off x="5643563" y="5121275"/>
            <a:ext cx="0" cy="3063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8" name="直接连接符 321627">
            <a:extLst>
              <a:ext uri="{FF2B5EF4-FFF2-40B4-BE49-F238E27FC236}">
                <a16:creationId xmlns:a16="http://schemas.microsoft.com/office/drawing/2014/main" id="{4820DF1A-5E70-47C0-BF9F-8E5DFA833607}"/>
              </a:ext>
            </a:extLst>
          </p:cNvPr>
          <p:cNvSpPr>
            <a:spLocks noChangeShapeType="1"/>
          </p:cNvSpPr>
          <p:nvPr/>
        </p:nvSpPr>
        <p:spPr bwMode="auto">
          <a:xfrm>
            <a:off x="6307138" y="5121275"/>
            <a:ext cx="0" cy="3063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49" name="直接连接符 321628">
            <a:extLst>
              <a:ext uri="{FF2B5EF4-FFF2-40B4-BE49-F238E27FC236}">
                <a16:creationId xmlns:a16="http://schemas.microsoft.com/office/drawing/2014/main" id="{3F6A7DD7-0423-4544-8295-C8B31463B016}"/>
              </a:ext>
            </a:extLst>
          </p:cNvPr>
          <p:cNvSpPr>
            <a:spLocks noChangeShapeType="1"/>
          </p:cNvSpPr>
          <p:nvPr/>
        </p:nvSpPr>
        <p:spPr bwMode="auto">
          <a:xfrm>
            <a:off x="6977063" y="513238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50" name="直接连接符 321629">
            <a:extLst>
              <a:ext uri="{FF2B5EF4-FFF2-40B4-BE49-F238E27FC236}">
                <a16:creationId xmlns:a16="http://schemas.microsoft.com/office/drawing/2014/main" id="{83092D0C-35F0-4476-9C5A-3362D1DC92F3}"/>
              </a:ext>
            </a:extLst>
          </p:cNvPr>
          <p:cNvSpPr>
            <a:spLocks noChangeShapeType="1"/>
          </p:cNvSpPr>
          <p:nvPr/>
        </p:nvSpPr>
        <p:spPr bwMode="auto">
          <a:xfrm>
            <a:off x="7639050" y="5118100"/>
            <a:ext cx="0" cy="303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51" name="直接连接符 321630">
            <a:extLst>
              <a:ext uri="{FF2B5EF4-FFF2-40B4-BE49-F238E27FC236}">
                <a16:creationId xmlns:a16="http://schemas.microsoft.com/office/drawing/2014/main" id="{70251A4D-CEB9-4946-BE9A-EA13E1F17434}"/>
              </a:ext>
            </a:extLst>
          </p:cNvPr>
          <p:cNvSpPr>
            <a:spLocks noChangeShapeType="1"/>
          </p:cNvSpPr>
          <p:nvPr/>
        </p:nvSpPr>
        <p:spPr bwMode="auto">
          <a:xfrm>
            <a:off x="8307388" y="5119688"/>
            <a:ext cx="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52" name="矩形 321631">
            <a:extLst>
              <a:ext uri="{FF2B5EF4-FFF2-40B4-BE49-F238E27FC236}">
                <a16:creationId xmlns:a16="http://schemas.microsoft.com/office/drawing/2014/main" id="{DE16C926-ABEA-4DC2-B976-F0665095685C}"/>
              </a:ext>
            </a:extLst>
          </p:cNvPr>
          <p:cNvSpPr>
            <a:spLocks noChangeArrowheads="1"/>
          </p:cNvSpPr>
          <p:nvPr/>
        </p:nvSpPr>
        <p:spPr bwMode="auto">
          <a:xfrm>
            <a:off x="1171575" y="50736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4353" name="矩形 321632">
            <a:extLst>
              <a:ext uri="{FF2B5EF4-FFF2-40B4-BE49-F238E27FC236}">
                <a16:creationId xmlns:a16="http://schemas.microsoft.com/office/drawing/2014/main" id="{D1364746-8715-41B3-8C80-CB7C2A1BDCDF}"/>
              </a:ext>
            </a:extLst>
          </p:cNvPr>
          <p:cNvSpPr>
            <a:spLocks noChangeArrowheads="1"/>
          </p:cNvSpPr>
          <p:nvPr/>
        </p:nvSpPr>
        <p:spPr bwMode="auto">
          <a:xfrm>
            <a:off x="1820863" y="50736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4354" name="矩形 321633">
            <a:extLst>
              <a:ext uri="{FF2B5EF4-FFF2-40B4-BE49-F238E27FC236}">
                <a16:creationId xmlns:a16="http://schemas.microsoft.com/office/drawing/2014/main" id="{25D5A6E7-2012-4500-B470-349DE85F3B1C}"/>
              </a:ext>
            </a:extLst>
          </p:cNvPr>
          <p:cNvSpPr>
            <a:spLocks noChangeArrowheads="1"/>
          </p:cNvSpPr>
          <p:nvPr/>
        </p:nvSpPr>
        <p:spPr bwMode="auto">
          <a:xfrm>
            <a:off x="2527300" y="50736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4355" name="矩形 321634">
            <a:extLst>
              <a:ext uri="{FF2B5EF4-FFF2-40B4-BE49-F238E27FC236}">
                <a16:creationId xmlns:a16="http://schemas.microsoft.com/office/drawing/2014/main" id="{2CB757E3-3121-4539-A0CD-B62B17F6C690}"/>
              </a:ext>
            </a:extLst>
          </p:cNvPr>
          <p:cNvSpPr>
            <a:spLocks noChangeArrowheads="1"/>
          </p:cNvSpPr>
          <p:nvPr/>
        </p:nvSpPr>
        <p:spPr bwMode="auto">
          <a:xfrm>
            <a:off x="3195638" y="5073650"/>
            <a:ext cx="3317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3</a:t>
            </a:r>
          </a:p>
        </p:txBody>
      </p:sp>
      <p:sp>
        <p:nvSpPr>
          <p:cNvPr id="224356" name="矩形 321635">
            <a:extLst>
              <a:ext uri="{FF2B5EF4-FFF2-40B4-BE49-F238E27FC236}">
                <a16:creationId xmlns:a16="http://schemas.microsoft.com/office/drawing/2014/main" id="{18F414D1-025F-4B0D-8A52-B37822CCEC37}"/>
              </a:ext>
            </a:extLst>
          </p:cNvPr>
          <p:cNvSpPr>
            <a:spLocks noChangeArrowheads="1"/>
          </p:cNvSpPr>
          <p:nvPr/>
        </p:nvSpPr>
        <p:spPr bwMode="auto">
          <a:xfrm>
            <a:off x="3829050" y="5073650"/>
            <a:ext cx="4445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4</a:t>
            </a:r>
          </a:p>
        </p:txBody>
      </p:sp>
      <p:sp>
        <p:nvSpPr>
          <p:cNvPr id="224357" name="矩形 321636">
            <a:extLst>
              <a:ext uri="{FF2B5EF4-FFF2-40B4-BE49-F238E27FC236}">
                <a16:creationId xmlns:a16="http://schemas.microsoft.com/office/drawing/2014/main" id="{4C00ACF8-8B13-414F-9949-DAB50338BCE5}"/>
              </a:ext>
            </a:extLst>
          </p:cNvPr>
          <p:cNvSpPr>
            <a:spLocks noChangeArrowheads="1"/>
          </p:cNvSpPr>
          <p:nvPr/>
        </p:nvSpPr>
        <p:spPr bwMode="auto">
          <a:xfrm>
            <a:off x="4492625" y="50736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5</a:t>
            </a:r>
          </a:p>
        </p:txBody>
      </p:sp>
      <p:sp>
        <p:nvSpPr>
          <p:cNvPr id="224358" name="矩形 321637">
            <a:extLst>
              <a:ext uri="{FF2B5EF4-FFF2-40B4-BE49-F238E27FC236}">
                <a16:creationId xmlns:a16="http://schemas.microsoft.com/office/drawing/2014/main" id="{0DB391EC-EF9D-488E-8DEB-6932CD55EF7F}"/>
              </a:ext>
            </a:extLst>
          </p:cNvPr>
          <p:cNvSpPr>
            <a:spLocks noChangeArrowheads="1"/>
          </p:cNvSpPr>
          <p:nvPr/>
        </p:nvSpPr>
        <p:spPr bwMode="auto">
          <a:xfrm>
            <a:off x="5145088" y="5073650"/>
            <a:ext cx="3317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6</a:t>
            </a:r>
          </a:p>
        </p:txBody>
      </p:sp>
      <p:sp>
        <p:nvSpPr>
          <p:cNvPr id="224359" name="矩形 321638">
            <a:extLst>
              <a:ext uri="{FF2B5EF4-FFF2-40B4-BE49-F238E27FC236}">
                <a16:creationId xmlns:a16="http://schemas.microsoft.com/office/drawing/2014/main" id="{E4B96ED9-B9D5-4B52-A80D-F9F6E5D24F4F}"/>
              </a:ext>
            </a:extLst>
          </p:cNvPr>
          <p:cNvSpPr>
            <a:spLocks noChangeArrowheads="1"/>
          </p:cNvSpPr>
          <p:nvPr/>
        </p:nvSpPr>
        <p:spPr bwMode="auto">
          <a:xfrm>
            <a:off x="5807075" y="50736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7</a:t>
            </a:r>
          </a:p>
        </p:txBody>
      </p:sp>
      <p:sp>
        <p:nvSpPr>
          <p:cNvPr id="224360" name="矩形 321639">
            <a:extLst>
              <a:ext uri="{FF2B5EF4-FFF2-40B4-BE49-F238E27FC236}">
                <a16:creationId xmlns:a16="http://schemas.microsoft.com/office/drawing/2014/main" id="{F67C4DEB-356E-464F-BF82-C9F7B39B542B}"/>
              </a:ext>
            </a:extLst>
          </p:cNvPr>
          <p:cNvSpPr>
            <a:spLocks noChangeArrowheads="1"/>
          </p:cNvSpPr>
          <p:nvPr/>
        </p:nvSpPr>
        <p:spPr bwMode="auto">
          <a:xfrm>
            <a:off x="6499225" y="50736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0</a:t>
            </a:r>
          </a:p>
        </p:txBody>
      </p:sp>
      <p:sp>
        <p:nvSpPr>
          <p:cNvPr id="224361" name="矩形 321640">
            <a:extLst>
              <a:ext uri="{FF2B5EF4-FFF2-40B4-BE49-F238E27FC236}">
                <a16:creationId xmlns:a16="http://schemas.microsoft.com/office/drawing/2014/main" id="{130890F5-F37E-4414-A9D3-DED2F4E1348F}"/>
              </a:ext>
            </a:extLst>
          </p:cNvPr>
          <p:cNvSpPr>
            <a:spLocks noChangeArrowheads="1"/>
          </p:cNvSpPr>
          <p:nvPr/>
        </p:nvSpPr>
        <p:spPr bwMode="auto">
          <a:xfrm>
            <a:off x="7180263" y="5073650"/>
            <a:ext cx="333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1</a:t>
            </a:r>
          </a:p>
        </p:txBody>
      </p:sp>
      <p:sp>
        <p:nvSpPr>
          <p:cNvPr id="224362" name="矩形 321641">
            <a:extLst>
              <a:ext uri="{FF2B5EF4-FFF2-40B4-BE49-F238E27FC236}">
                <a16:creationId xmlns:a16="http://schemas.microsoft.com/office/drawing/2014/main" id="{0A25169A-76E0-4CD5-BC6E-DC97BB90B8B6}"/>
              </a:ext>
            </a:extLst>
          </p:cNvPr>
          <p:cNvSpPr>
            <a:spLocks noChangeArrowheads="1"/>
          </p:cNvSpPr>
          <p:nvPr/>
        </p:nvSpPr>
        <p:spPr bwMode="auto">
          <a:xfrm>
            <a:off x="7842250" y="5073650"/>
            <a:ext cx="3349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a:solidFill>
                  <a:schemeClr val="tx1"/>
                </a:solidFill>
                <a:ea typeface="黑体" panose="02010609060101010101" pitchFamily="49" charset="-122"/>
              </a:rPr>
              <a:t>2</a:t>
            </a:r>
          </a:p>
        </p:txBody>
      </p:sp>
      <p:sp>
        <p:nvSpPr>
          <p:cNvPr id="224363" name="直接连接符 321642">
            <a:extLst>
              <a:ext uri="{FF2B5EF4-FFF2-40B4-BE49-F238E27FC236}">
                <a16:creationId xmlns:a16="http://schemas.microsoft.com/office/drawing/2014/main" id="{3C7F522E-D301-449A-B068-432C8BAE99B5}"/>
              </a:ext>
            </a:extLst>
          </p:cNvPr>
          <p:cNvSpPr>
            <a:spLocks noChangeShapeType="1"/>
          </p:cNvSpPr>
          <p:nvPr/>
        </p:nvSpPr>
        <p:spPr bwMode="auto">
          <a:xfrm flipV="1">
            <a:off x="3963988" y="5608638"/>
            <a:ext cx="0" cy="3048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24364" name="文本框 321643">
            <a:extLst>
              <a:ext uri="{FF2B5EF4-FFF2-40B4-BE49-F238E27FC236}">
                <a16:creationId xmlns:a16="http://schemas.microsoft.com/office/drawing/2014/main" id="{D0427CF6-FCC7-41FA-92C0-27D4FA791F82}"/>
              </a:ext>
            </a:extLst>
          </p:cNvPr>
          <p:cNvSpPr txBox="1">
            <a:spLocks noChangeArrowheads="1"/>
          </p:cNvSpPr>
          <p:nvPr/>
        </p:nvSpPr>
        <p:spPr bwMode="auto">
          <a:xfrm>
            <a:off x="3209925" y="5838825"/>
            <a:ext cx="19907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准备接收 </a:t>
            </a:r>
            <a:r>
              <a:rPr lang="en-US" altLang="zh-CN" sz="2000">
                <a:solidFill>
                  <a:schemeClr val="tx1"/>
                </a:solidFill>
                <a:ea typeface="黑体" panose="02010609060101010101" pitchFamily="49" charset="-122"/>
              </a:rPr>
              <a:t>4 </a:t>
            </a:r>
            <a:r>
              <a:rPr lang="zh-CN" altLang="en-US" sz="2000">
                <a:solidFill>
                  <a:schemeClr val="tx1"/>
                </a:solidFill>
                <a:ea typeface="黑体" panose="02010609060101010101" pitchFamily="49" charset="-122"/>
              </a:rPr>
              <a:t>号帧</a:t>
            </a:r>
          </a:p>
        </p:txBody>
      </p:sp>
      <p:sp>
        <p:nvSpPr>
          <p:cNvPr id="224365" name="文本框 321644">
            <a:extLst>
              <a:ext uri="{FF2B5EF4-FFF2-40B4-BE49-F238E27FC236}">
                <a16:creationId xmlns:a16="http://schemas.microsoft.com/office/drawing/2014/main" id="{0DDE5EF5-8796-4E89-9FEB-56D3108A05BC}"/>
              </a:ext>
            </a:extLst>
          </p:cNvPr>
          <p:cNvSpPr txBox="1">
            <a:spLocks noChangeArrowheads="1"/>
          </p:cNvSpPr>
          <p:nvPr/>
        </p:nvSpPr>
        <p:spPr bwMode="auto">
          <a:xfrm>
            <a:off x="1866900" y="5624513"/>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zh-CN" altLang="en-US" sz="2000">
                <a:solidFill>
                  <a:schemeClr val="tx1"/>
                </a:solidFill>
                <a:ea typeface="黑体" panose="02010609060101010101" pitchFamily="49" charset="-122"/>
              </a:rPr>
              <a:t>已收到</a:t>
            </a:r>
          </a:p>
        </p:txBody>
      </p:sp>
      <p:sp>
        <p:nvSpPr>
          <p:cNvPr id="224366" name="左大括号 321645">
            <a:extLst>
              <a:ext uri="{FF2B5EF4-FFF2-40B4-BE49-F238E27FC236}">
                <a16:creationId xmlns:a16="http://schemas.microsoft.com/office/drawing/2014/main" id="{7C2663D9-0DA3-4A44-8635-246585DA93B4}"/>
              </a:ext>
            </a:extLst>
          </p:cNvPr>
          <p:cNvSpPr>
            <a:spLocks/>
          </p:cNvSpPr>
          <p:nvPr/>
        </p:nvSpPr>
        <p:spPr bwMode="auto">
          <a:xfrm rot="-5400000">
            <a:off x="2224088" y="4225925"/>
            <a:ext cx="152400" cy="2638425"/>
          </a:xfrm>
          <a:prstGeom prst="leftBrace">
            <a:avLst>
              <a:gd name="adj1" fmla="val 144271"/>
              <a:gd name="adj2" fmla="val 50236"/>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67" name="文本框 321646">
            <a:extLst>
              <a:ext uri="{FF2B5EF4-FFF2-40B4-BE49-F238E27FC236}">
                <a16:creationId xmlns:a16="http://schemas.microsoft.com/office/drawing/2014/main" id="{14912633-8447-407D-99AD-50D3B42C8CFE}"/>
              </a:ext>
            </a:extLst>
          </p:cNvPr>
          <p:cNvSpPr txBox="1">
            <a:spLocks noChangeArrowheads="1"/>
          </p:cNvSpPr>
          <p:nvPr/>
        </p:nvSpPr>
        <p:spPr bwMode="auto">
          <a:xfrm>
            <a:off x="153988" y="5021263"/>
            <a:ext cx="479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a:spcBef>
                <a:spcPct val="0"/>
              </a:spcBef>
              <a:buClr>
                <a:srgbClr val="000000"/>
              </a:buClr>
            </a:pPr>
            <a:r>
              <a:rPr lang="en-US" altLang="zh-CN" sz="2000">
                <a:solidFill>
                  <a:schemeClr val="tx1"/>
                </a:solidFill>
                <a:ea typeface="黑体" panose="02010609060101010101" pitchFamily="49" charset="-122"/>
              </a:rPr>
              <a:t>(c)</a:t>
            </a:r>
          </a:p>
        </p:txBody>
      </p:sp>
      <p:sp>
        <p:nvSpPr>
          <p:cNvPr id="224368" name="直接连接符 321647">
            <a:extLst>
              <a:ext uri="{FF2B5EF4-FFF2-40B4-BE49-F238E27FC236}">
                <a16:creationId xmlns:a16="http://schemas.microsoft.com/office/drawing/2014/main" id="{6D225081-FD01-4811-BB6C-62648C143B88}"/>
              </a:ext>
            </a:extLst>
          </p:cNvPr>
          <p:cNvSpPr>
            <a:spLocks noChangeShapeType="1"/>
          </p:cNvSpPr>
          <p:nvPr/>
        </p:nvSpPr>
        <p:spPr bwMode="auto">
          <a:xfrm flipV="1">
            <a:off x="1652588" y="2547938"/>
            <a:ext cx="0" cy="303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69" name="右箭头 321648">
            <a:extLst>
              <a:ext uri="{FF2B5EF4-FFF2-40B4-BE49-F238E27FC236}">
                <a16:creationId xmlns:a16="http://schemas.microsoft.com/office/drawing/2014/main" id="{D48AF9F8-FBC8-4A75-AB6F-92981CF60A7E}"/>
              </a:ext>
            </a:extLst>
          </p:cNvPr>
          <p:cNvSpPr>
            <a:spLocks noChangeArrowheads="1"/>
          </p:cNvSpPr>
          <p:nvPr/>
        </p:nvSpPr>
        <p:spPr bwMode="auto">
          <a:xfrm>
            <a:off x="2974975" y="2921000"/>
            <a:ext cx="601663" cy="152400"/>
          </a:xfrm>
          <a:prstGeom prst="rightArrow">
            <a:avLst>
              <a:gd name="adj1" fmla="val 50000"/>
              <a:gd name="adj2" fmla="val 98698"/>
            </a:avLst>
          </a:prstGeom>
          <a:solidFill>
            <a:srgbClr val="DDDDDD"/>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70" name="直接连接符 321649">
            <a:extLst>
              <a:ext uri="{FF2B5EF4-FFF2-40B4-BE49-F238E27FC236}">
                <a16:creationId xmlns:a16="http://schemas.microsoft.com/office/drawing/2014/main" id="{5FC330FC-4412-4DA1-9325-C126460406AA}"/>
              </a:ext>
            </a:extLst>
          </p:cNvPr>
          <p:cNvSpPr>
            <a:spLocks noChangeShapeType="1"/>
          </p:cNvSpPr>
          <p:nvPr/>
        </p:nvSpPr>
        <p:spPr bwMode="auto">
          <a:xfrm flipV="1">
            <a:off x="2957513" y="2560638"/>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71" name="直接连接符 321650">
            <a:extLst>
              <a:ext uri="{FF2B5EF4-FFF2-40B4-BE49-F238E27FC236}">
                <a16:creationId xmlns:a16="http://schemas.microsoft.com/office/drawing/2014/main" id="{53B0CEF8-D1F9-44F6-8DE6-D14ADCF5F6B9}"/>
              </a:ext>
            </a:extLst>
          </p:cNvPr>
          <p:cNvSpPr>
            <a:spLocks noChangeShapeType="1"/>
          </p:cNvSpPr>
          <p:nvPr/>
        </p:nvSpPr>
        <p:spPr bwMode="auto">
          <a:xfrm flipV="1">
            <a:off x="1652588" y="2703513"/>
            <a:ext cx="479425" cy="0"/>
          </a:xfrm>
          <a:prstGeom prst="line">
            <a:avLst/>
          </a:prstGeom>
          <a:noFill/>
          <a:ln w="12700">
            <a:solidFill>
              <a:schemeClr val="tx1"/>
            </a:solidFill>
            <a:round/>
            <a:headEnd type="triangle" w="med"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24372" name="直接连接符 321651">
            <a:extLst>
              <a:ext uri="{FF2B5EF4-FFF2-40B4-BE49-F238E27FC236}">
                <a16:creationId xmlns:a16="http://schemas.microsoft.com/office/drawing/2014/main" id="{EBB072D3-0069-46C2-9758-8CB267FC5FEA}"/>
              </a:ext>
            </a:extLst>
          </p:cNvPr>
          <p:cNvSpPr>
            <a:spLocks noChangeShapeType="1"/>
          </p:cNvSpPr>
          <p:nvPr/>
        </p:nvSpPr>
        <p:spPr bwMode="auto">
          <a:xfrm flipH="1">
            <a:off x="2576513" y="2703513"/>
            <a:ext cx="382587" cy="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24373" name="矩形 321652">
            <a:extLst>
              <a:ext uri="{FF2B5EF4-FFF2-40B4-BE49-F238E27FC236}">
                <a16:creationId xmlns:a16="http://schemas.microsoft.com/office/drawing/2014/main" id="{527A7E4B-C391-43FD-8D4A-6CE734FDC1CA}"/>
              </a:ext>
            </a:extLst>
          </p:cNvPr>
          <p:cNvSpPr>
            <a:spLocks noChangeArrowheads="1"/>
          </p:cNvSpPr>
          <p:nvPr/>
        </p:nvSpPr>
        <p:spPr bwMode="auto">
          <a:xfrm>
            <a:off x="2071688" y="2487613"/>
            <a:ext cx="5429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i="1">
                <a:solidFill>
                  <a:schemeClr val="tx1"/>
                </a:solidFill>
                <a:ea typeface="黑体" panose="02010609060101010101" pitchFamily="49" charset="-122"/>
              </a:rPr>
              <a:t>W</a:t>
            </a:r>
            <a:r>
              <a:rPr lang="en-US" altLang="zh-CN" sz="2000" i="1" baseline="-25000">
                <a:solidFill>
                  <a:schemeClr val="tx1"/>
                </a:solidFill>
                <a:ea typeface="黑体" panose="02010609060101010101" pitchFamily="49" charset="-122"/>
              </a:rPr>
              <a:t>R</a:t>
            </a:r>
          </a:p>
        </p:txBody>
      </p:sp>
      <p:sp>
        <p:nvSpPr>
          <p:cNvPr id="224374" name="直接连接符 321653">
            <a:extLst>
              <a:ext uri="{FF2B5EF4-FFF2-40B4-BE49-F238E27FC236}">
                <a16:creationId xmlns:a16="http://schemas.microsoft.com/office/drawing/2014/main" id="{922A32E1-5921-457D-BAB6-F373D1505C39}"/>
              </a:ext>
            </a:extLst>
          </p:cNvPr>
          <p:cNvSpPr>
            <a:spLocks noChangeShapeType="1"/>
          </p:cNvSpPr>
          <p:nvPr/>
        </p:nvSpPr>
        <p:spPr bwMode="auto">
          <a:xfrm flipV="1">
            <a:off x="3648075" y="4584700"/>
            <a:ext cx="0" cy="303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75" name="右箭头 321654">
            <a:extLst>
              <a:ext uri="{FF2B5EF4-FFF2-40B4-BE49-F238E27FC236}">
                <a16:creationId xmlns:a16="http://schemas.microsoft.com/office/drawing/2014/main" id="{9522AE83-CA64-4812-8C4C-2B775924433F}"/>
              </a:ext>
            </a:extLst>
          </p:cNvPr>
          <p:cNvSpPr>
            <a:spLocks noChangeArrowheads="1"/>
          </p:cNvSpPr>
          <p:nvPr/>
        </p:nvSpPr>
        <p:spPr bwMode="auto">
          <a:xfrm>
            <a:off x="4991100" y="4941888"/>
            <a:ext cx="601663" cy="152400"/>
          </a:xfrm>
          <a:prstGeom prst="rightArrow">
            <a:avLst>
              <a:gd name="adj1" fmla="val 50000"/>
              <a:gd name="adj2" fmla="val 98698"/>
            </a:avLst>
          </a:prstGeom>
          <a:solidFill>
            <a:srgbClr val="DDDDDD"/>
          </a:solidFill>
          <a:ln w="12700">
            <a:solidFill>
              <a:schemeClr val="tx1"/>
            </a:solidFill>
            <a:miter lim="800000"/>
            <a:headEnd/>
            <a:tailEnd/>
          </a:ln>
        </p:spPr>
        <p:txBody>
          <a:bodyPr/>
          <a:lstStyle>
            <a:lvl1pPr>
              <a:spcBef>
                <a:spcPct val="50000"/>
              </a:spcBef>
              <a:defRPr>
                <a:solidFill>
                  <a:schemeClr val="bg1"/>
                </a:solidFill>
                <a:latin typeface="Arial" panose="020B0604020202020204" pitchFamily="34" charset="0"/>
                <a:ea typeface="宋体" panose="02010600030101010101" pitchFamily="2" charset="-122"/>
              </a:defRPr>
            </a:lvl1pPr>
            <a:lvl2pPr marL="742950" indent="-285750">
              <a:spcBef>
                <a:spcPct val="50000"/>
              </a:spcBef>
              <a:defRPr>
                <a:solidFill>
                  <a:schemeClr val="bg1"/>
                </a:solidFill>
                <a:latin typeface="Arial" panose="020B0604020202020204" pitchFamily="34" charset="0"/>
                <a:ea typeface="宋体" panose="02010600030101010101" pitchFamily="2" charset="-122"/>
              </a:defRPr>
            </a:lvl2pPr>
            <a:lvl3pPr marL="1143000" indent="-228600">
              <a:spcBef>
                <a:spcPct val="50000"/>
              </a:spcBef>
              <a:defRPr>
                <a:solidFill>
                  <a:schemeClr val="bg1"/>
                </a:solidFill>
                <a:latin typeface="Arial" panose="020B0604020202020204" pitchFamily="34" charset="0"/>
                <a:ea typeface="宋体" panose="02010600030101010101" pitchFamily="2" charset="-122"/>
              </a:defRPr>
            </a:lvl3pPr>
            <a:lvl4pPr marL="1600200" indent="-228600">
              <a:spcBef>
                <a:spcPct val="50000"/>
              </a:spcBef>
              <a:defRPr>
                <a:solidFill>
                  <a:schemeClr val="bg1"/>
                </a:solidFill>
                <a:latin typeface="Arial" panose="020B0604020202020204" pitchFamily="34" charset="0"/>
                <a:ea typeface="宋体" panose="02010600030101010101" pitchFamily="2" charset="-122"/>
              </a:defRPr>
            </a:lvl4pPr>
            <a:lvl5pPr marL="2057400" indent="-228600">
              <a:spcBef>
                <a:spcPct val="50000"/>
              </a:spcBef>
              <a:defRPr>
                <a:solidFill>
                  <a:schemeClr val="bg1"/>
                </a:solidFill>
                <a:latin typeface="Arial" panose="020B0604020202020204" pitchFamily="34" charset="0"/>
                <a:ea typeface="宋体" panose="02010600030101010101" pitchFamily="2" charset="-122"/>
              </a:defRPr>
            </a:lvl5pPr>
            <a:lvl6pPr marL="25146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endParaRPr lang="zh-CN" altLang="en-US"/>
          </a:p>
        </p:txBody>
      </p:sp>
      <p:sp>
        <p:nvSpPr>
          <p:cNvPr id="224376" name="直接连接符 321655">
            <a:extLst>
              <a:ext uri="{FF2B5EF4-FFF2-40B4-BE49-F238E27FC236}">
                <a16:creationId xmlns:a16="http://schemas.microsoft.com/office/drawing/2014/main" id="{ACD4AA14-68AB-4DDA-8746-28A3F1685BDC}"/>
              </a:ext>
            </a:extLst>
          </p:cNvPr>
          <p:cNvSpPr>
            <a:spLocks noChangeShapeType="1"/>
          </p:cNvSpPr>
          <p:nvPr/>
        </p:nvSpPr>
        <p:spPr bwMode="auto">
          <a:xfrm flipV="1">
            <a:off x="4953000" y="4597400"/>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377" name="直接连接符 321656">
            <a:extLst>
              <a:ext uri="{FF2B5EF4-FFF2-40B4-BE49-F238E27FC236}">
                <a16:creationId xmlns:a16="http://schemas.microsoft.com/office/drawing/2014/main" id="{CECBD8B2-263D-452A-B7E2-F2ACE2A2078C}"/>
              </a:ext>
            </a:extLst>
          </p:cNvPr>
          <p:cNvSpPr>
            <a:spLocks noChangeShapeType="1"/>
          </p:cNvSpPr>
          <p:nvPr/>
        </p:nvSpPr>
        <p:spPr bwMode="auto">
          <a:xfrm flipV="1">
            <a:off x="3648075" y="4740275"/>
            <a:ext cx="479425" cy="0"/>
          </a:xfrm>
          <a:prstGeom prst="line">
            <a:avLst/>
          </a:prstGeom>
          <a:noFill/>
          <a:ln w="12700">
            <a:solidFill>
              <a:schemeClr val="tx1"/>
            </a:solidFill>
            <a:round/>
            <a:headEnd type="triangle" w="med"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224378" name="直接连接符 321657">
            <a:extLst>
              <a:ext uri="{FF2B5EF4-FFF2-40B4-BE49-F238E27FC236}">
                <a16:creationId xmlns:a16="http://schemas.microsoft.com/office/drawing/2014/main" id="{696B68B8-77C5-4E56-9690-70CFB5788CDB}"/>
              </a:ext>
            </a:extLst>
          </p:cNvPr>
          <p:cNvSpPr>
            <a:spLocks noChangeShapeType="1"/>
          </p:cNvSpPr>
          <p:nvPr/>
        </p:nvSpPr>
        <p:spPr bwMode="auto">
          <a:xfrm flipH="1">
            <a:off x="4572000" y="4740275"/>
            <a:ext cx="382588" cy="0"/>
          </a:xfrm>
          <a:prstGeom prst="line">
            <a:avLst/>
          </a:prstGeom>
          <a:noFill/>
          <a:ln w="127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24379" name="矩形 321658">
            <a:extLst>
              <a:ext uri="{FF2B5EF4-FFF2-40B4-BE49-F238E27FC236}">
                <a16:creationId xmlns:a16="http://schemas.microsoft.com/office/drawing/2014/main" id="{080B44E7-2D23-40FE-8D9D-404E21594350}"/>
              </a:ext>
            </a:extLst>
          </p:cNvPr>
          <p:cNvSpPr>
            <a:spLocks noChangeArrowheads="1"/>
          </p:cNvSpPr>
          <p:nvPr/>
        </p:nvSpPr>
        <p:spPr bwMode="auto">
          <a:xfrm>
            <a:off x="4067175" y="4524375"/>
            <a:ext cx="54292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50000"/>
              </a:spcBef>
              <a:defRPr>
                <a:solidFill>
                  <a:schemeClr val="bg1"/>
                </a:solidFill>
                <a:latin typeface="Arial" panose="020B0604020202020204" pitchFamily="34" charset="0"/>
                <a:ea typeface="宋体" panose="02010600030101010101" pitchFamily="2" charset="-122"/>
              </a:defRPr>
            </a:lvl1pPr>
            <a:lvl2pPr marL="742950" indent="-285750" defTabSz="762000">
              <a:spcBef>
                <a:spcPct val="50000"/>
              </a:spcBef>
              <a:defRPr>
                <a:solidFill>
                  <a:schemeClr val="bg1"/>
                </a:solidFill>
                <a:latin typeface="Arial" panose="020B0604020202020204" pitchFamily="34" charset="0"/>
                <a:ea typeface="宋体" panose="02010600030101010101" pitchFamily="2" charset="-122"/>
              </a:defRPr>
            </a:lvl2pPr>
            <a:lvl3pPr marL="1143000" indent="-228600" defTabSz="762000">
              <a:spcBef>
                <a:spcPct val="50000"/>
              </a:spcBef>
              <a:defRPr>
                <a:solidFill>
                  <a:schemeClr val="bg1"/>
                </a:solidFill>
                <a:latin typeface="Arial" panose="020B0604020202020204" pitchFamily="34" charset="0"/>
                <a:ea typeface="宋体" panose="02010600030101010101" pitchFamily="2" charset="-122"/>
              </a:defRPr>
            </a:lvl3pPr>
            <a:lvl4pPr marL="1600200" indent="-228600" defTabSz="762000">
              <a:spcBef>
                <a:spcPct val="50000"/>
              </a:spcBef>
              <a:defRPr>
                <a:solidFill>
                  <a:schemeClr val="bg1"/>
                </a:solidFill>
                <a:latin typeface="Arial" panose="020B0604020202020204" pitchFamily="34" charset="0"/>
                <a:ea typeface="宋体" panose="02010600030101010101" pitchFamily="2" charset="-122"/>
              </a:defRPr>
            </a:lvl4pPr>
            <a:lvl5pPr marL="2057400" indent="-228600" defTabSz="762000">
              <a:spcBef>
                <a:spcPct val="50000"/>
              </a:spcBef>
              <a:defRPr>
                <a:solidFill>
                  <a:schemeClr val="bg1"/>
                </a:solidFill>
                <a:latin typeface="Arial" panose="020B0604020202020204" pitchFamily="34" charset="0"/>
                <a:ea typeface="宋体" panose="02010600030101010101" pitchFamily="2" charset="-122"/>
              </a:defRPr>
            </a:lvl5pPr>
            <a:lvl6pPr marL="25146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6pPr>
            <a:lvl7pPr marL="29718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7pPr>
            <a:lvl8pPr marL="34290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8pPr>
            <a:lvl9pPr marL="3886200" indent="-228600" defTabSz="762000" fontAlgn="base">
              <a:spcBef>
                <a:spcPct val="50000"/>
              </a:spcBef>
              <a:spcAft>
                <a:spcPct val="0"/>
              </a:spcAft>
              <a:defRPr>
                <a:solidFill>
                  <a:schemeClr val="bg1"/>
                </a:solidFill>
                <a:latin typeface="Arial" panose="020B0604020202020204" pitchFamily="34" charset="0"/>
                <a:ea typeface="宋体" panose="02010600030101010101" pitchFamily="2" charset="-122"/>
              </a:defRPr>
            </a:lvl9pPr>
          </a:lstStyle>
          <a:p>
            <a:pPr eaLnBrk="0" hangingPunct="0">
              <a:spcBef>
                <a:spcPct val="0"/>
              </a:spcBef>
              <a:buClr>
                <a:srgbClr val="000000"/>
              </a:buClr>
            </a:pPr>
            <a:r>
              <a:rPr lang="en-US" altLang="zh-CN" sz="2000" i="1">
                <a:solidFill>
                  <a:schemeClr val="tx1"/>
                </a:solidFill>
                <a:ea typeface="黑体" panose="02010609060101010101" pitchFamily="49" charset="-122"/>
              </a:rPr>
              <a:t>W</a:t>
            </a:r>
            <a:r>
              <a:rPr lang="en-US" altLang="zh-CN" sz="2000" i="1" baseline="-25000">
                <a:solidFill>
                  <a:schemeClr val="tx1"/>
                </a:solidFill>
                <a:ea typeface="黑体" panose="02010609060101010101" pitchFamily="49" charset="-122"/>
              </a:rPr>
              <a:t>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24296"/>
                                        </p:tgtEl>
                                        <p:attrNameLst>
                                          <p:attrName>style.visibility</p:attrName>
                                        </p:attrNameLst>
                                      </p:cBhvr>
                                      <p:to>
                                        <p:strVal val="visible"/>
                                      </p:to>
                                    </p:set>
                                    <p:animEffect transition="in" filter="circle(in)">
                                      <p:cBhvr>
                                        <p:cTn id="7" dur="2000"/>
                                        <p:tgtEl>
                                          <p:spTgt spid="224296"/>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24297"/>
                                        </p:tgtEl>
                                        <p:attrNameLst>
                                          <p:attrName>style.visibility</p:attrName>
                                        </p:attrNameLst>
                                      </p:cBhvr>
                                      <p:to>
                                        <p:strVal val="visible"/>
                                      </p:to>
                                    </p:set>
                                    <p:animEffect transition="in" filter="circle(in)">
                                      <p:cBhvr>
                                        <p:cTn id="10" dur="2000"/>
                                        <p:tgtEl>
                                          <p:spTgt spid="224297"/>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24298"/>
                                        </p:tgtEl>
                                        <p:attrNameLst>
                                          <p:attrName>style.visibility</p:attrName>
                                        </p:attrNameLst>
                                      </p:cBhvr>
                                      <p:to>
                                        <p:strVal val="visible"/>
                                      </p:to>
                                    </p:set>
                                    <p:animEffect transition="in" filter="circle(in)">
                                      <p:cBhvr>
                                        <p:cTn id="13" dur="2000"/>
                                        <p:tgtEl>
                                          <p:spTgt spid="224298"/>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24299"/>
                                        </p:tgtEl>
                                        <p:attrNameLst>
                                          <p:attrName>style.visibility</p:attrName>
                                        </p:attrNameLst>
                                      </p:cBhvr>
                                      <p:to>
                                        <p:strVal val="visible"/>
                                      </p:to>
                                    </p:set>
                                    <p:animEffect transition="in" filter="circle(in)">
                                      <p:cBhvr>
                                        <p:cTn id="16" dur="2000"/>
                                        <p:tgtEl>
                                          <p:spTgt spid="224299"/>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224300"/>
                                        </p:tgtEl>
                                        <p:attrNameLst>
                                          <p:attrName>style.visibility</p:attrName>
                                        </p:attrNameLst>
                                      </p:cBhvr>
                                      <p:to>
                                        <p:strVal val="visible"/>
                                      </p:to>
                                    </p:set>
                                    <p:animEffect transition="in" filter="circle(in)">
                                      <p:cBhvr>
                                        <p:cTn id="19" dur="2000"/>
                                        <p:tgtEl>
                                          <p:spTgt spid="224300"/>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224301"/>
                                        </p:tgtEl>
                                        <p:attrNameLst>
                                          <p:attrName>style.visibility</p:attrName>
                                        </p:attrNameLst>
                                      </p:cBhvr>
                                      <p:to>
                                        <p:strVal val="visible"/>
                                      </p:to>
                                    </p:set>
                                    <p:animEffect transition="in" filter="circle(in)">
                                      <p:cBhvr>
                                        <p:cTn id="22" dur="2000"/>
                                        <p:tgtEl>
                                          <p:spTgt spid="224301"/>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224302"/>
                                        </p:tgtEl>
                                        <p:attrNameLst>
                                          <p:attrName>style.visibility</p:attrName>
                                        </p:attrNameLst>
                                      </p:cBhvr>
                                      <p:to>
                                        <p:strVal val="visible"/>
                                      </p:to>
                                    </p:set>
                                    <p:animEffect transition="in" filter="circle(in)">
                                      <p:cBhvr>
                                        <p:cTn id="25" dur="2000"/>
                                        <p:tgtEl>
                                          <p:spTgt spid="224302"/>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224303"/>
                                        </p:tgtEl>
                                        <p:attrNameLst>
                                          <p:attrName>style.visibility</p:attrName>
                                        </p:attrNameLst>
                                      </p:cBhvr>
                                      <p:to>
                                        <p:strVal val="visible"/>
                                      </p:to>
                                    </p:set>
                                    <p:animEffect transition="in" filter="circle(in)">
                                      <p:cBhvr>
                                        <p:cTn id="28" dur="2000"/>
                                        <p:tgtEl>
                                          <p:spTgt spid="224303"/>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224304"/>
                                        </p:tgtEl>
                                        <p:attrNameLst>
                                          <p:attrName>style.visibility</p:attrName>
                                        </p:attrNameLst>
                                      </p:cBhvr>
                                      <p:to>
                                        <p:strVal val="visible"/>
                                      </p:to>
                                    </p:set>
                                    <p:animEffect transition="in" filter="circle(in)">
                                      <p:cBhvr>
                                        <p:cTn id="31" dur="2000"/>
                                        <p:tgtEl>
                                          <p:spTgt spid="224304"/>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4305"/>
                                        </p:tgtEl>
                                        <p:attrNameLst>
                                          <p:attrName>style.visibility</p:attrName>
                                        </p:attrNameLst>
                                      </p:cBhvr>
                                      <p:to>
                                        <p:strVal val="visible"/>
                                      </p:to>
                                    </p:set>
                                    <p:animEffect transition="in" filter="circle(in)">
                                      <p:cBhvr>
                                        <p:cTn id="34" dur="2000"/>
                                        <p:tgtEl>
                                          <p:spTgt spid="224305"/>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24306"/>
                                        </p:tgtEl>
                                        <p:attrNameLst>
                                          <p:attrName>style.visibility</p:attrName>
                                        </p:attrNameLst>
                                      </p:cBhvr>
                                      <p:to>
                                        <p:strVal val="visible"/>
                                      </p:to>
                                    </p:set>
                                    <p:animEffect transition="in" filter="circle(in)">
                                      <p:cBhvr>
                                        <p:cTn id="37" dur="2000"/>
                                        <p:tgtEl>
                                          <p:spTgt spid="224306"/>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24307"/>
                                        </p:tgtEl>
                                        <p:attrNameLst>
                                          <p:attrName>style.visibility</p:attrName>
                                        </p:attrNameLst>
                                      </p:cBhvr>
                                      <p:to>
                                        <p:strVal val="visible"/>
                                      </p:to>
                                    </p:set>
                                    <p:animEffect transition="in" filter="circle(in)">
                                      <p:cBhvr>
                                        <p:cTn id="40" dur="2000"/>
                                        <p:tgtEl>
                                          <p:spTgt spid="224307"/>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224308"/>
                                        </p:tgtEl>
                                        <p:attrNameLst>
                                          <p:attrName>style.visibility</p:attrName>
                                        </p:attrNameLst>
                                      </p:cBhvr>
                                      <p:to>
                                        <p:strVal val="visible"/>
                                      </p:to>
                                    </p:set>
                                    <p:animEffect transition="in" filter="circle(in)">
                                      <p:cBhvr>
                                        <p:cTn id="43" dur="2000"/>
                                        <p:tgtEl>
                                          <p:spTgt spid="224308"/>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224309"/>
                                        </p:tgtEl>
                                        <p:attrNameLst>
                                          <p:attrName>style.visibility</p:attrName>
                                        </p:attrNameLst>
                                      </p:cBhvr>
                                      <p:to>
                                        <p:strVal val="visible"/>
                                      </p:to>
                                    </p:set>
                                    <p:animEffect transition="in" filter="circle(in)">
                                      <p:cBhvr>
                                        <p:cTn id="46" dur="2000"/>
                                        <p:tgtEl>
                                          <p:spTgt spid="224309"/>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224310"/>
                                        </p:tgtEl>
                                        <p:attrNameLst>
                                          <p:attrName>style.visibility</p:attrName>
                                        </p:attrNameLst>
                                      </p:cBhvr>
                                      <p:to>
                                        <p:strVal val="visible"/>
                                      </p:to>
                                    </p:set>
                                    <p:animEffect transition="in" filter="circle(in)">
                                      <p:cBhvr>
                                        <p:cTn id="49" dur="2000"/>
                                        <p:tgtEl>
                                          <p:spTgt spid="224310"/>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224311"/>
                                        </p:tgtEl>
                                        <p:attrNameLst>
                                          <p:attrName>style.visibility</p:attrName>
                                        </p:attrNameLst>
                                      </p:cBhvr>
                                      <p:to>
                                        <p:strVal val="visible"/>
                                      </p:to>
                                    </p:set>
                                    <p:animEffect transition="in" filter="circle(in)">
                                      <p:cBhvr>
                                        <p:cTn id="52" dur="2000"/>
                                        <p:tgtEl>
                                          <p:spTgt spid="224311"/>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24312"/>
                                        </p:tgtEl>
                                        <p:attrNameLst>
                                          <p:attrName>style.visibility</p:attrName>
                                        </p:attrNameLst>
                                      </p:cBhvr>
                                      <p:to>
                                        <p:strVal val="visible"/>
                                      </p:to>
                                    </p:set>
                                    <p:animEffect transition="in" filter="circle(in)">
                                      <p:cBhvr>
                                        <p:cTn id="55" dur="2000"/>
                                        <p:tgtEl>
                                          <p:spTgt spid="224312"/>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224313"/>
                                        </p:tgtEl>
                                        <p:attrNameLst>
                                          <p:attrName>style.visibility</p:attrName>
                                        </p:attrNameLst>
                                      </p:cBhvr>
                                      <p:to>
                                        <p:strVal val="visible"/>
                                      </p:to>
                                    </p:set>
                                    <p:animEffect transition="in" filter="circle(in)">
                                      <p:cBhvr>
                                        <p:cTn id="58" dur="2000"/>
                                        <p:tgtEl>
                                          <p:spTgt spid="224313"/>
                                        </p:tgtEl>
                                      </p:cBhvr>
                                    </p:animEffect>
                                  </p:childTnLst>
                                </p:cTn>
                              </p:par>
                              <p:par>
                                <p:cTn id="59" presetID="6" presetClass="entr" presetSubtype="16" fill="hold" grpId="0" nodeType="withEffect">
                                  <p:stCondLst>
                                    <p:cond delay="0"/>
                                  </p:stCondLst>
                                  <p:childTnLst>
                                    <p:set>
                                      <p:cBhvr>
                                        <p:cTn id="60" dur="1" fill="hold">
                                          <p:stCondLst>
                                            <p:cond delay="0"/>
                                          </p:stCondLst>
                                        </p:cTn>
                                        <p:tgtEl>
                                          <p:spTgt spid="224314"/>
                                        </p:tgtEl>
                                        <p:attrNameLst>
                                          <p:attrName>style.visibility</p:attrName>
                                        </p:attrNameLst>
                                      </p:cBhvr>
                                      <p:to>
                                        <p:strVal val="visible"/>
                                      </p:to>
                                    </p:set>
                                    <p:animEffect transition="in" filter="circle(in)">
                                      <p:cBhvr>
                                        <p:cTn id="61" dur="2000"/>
                                        <p:tgtEl>
                                          <p:spTgt spid="224314"/>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224315"/>
                                        </p:tgtEl>
                                        <p:attrNameLst>
                                          <p:attrName>style.visibility</p:attrName>
                                        </p:attrNameLst>
                                      </p:cBhvr>
                                      <p:to>
                                        <p:strVal val="visible"/>
                                      </p:to>
                                    </p:set>
                                    <p:animEffect transition="in" filter="circle(in)">
                                      <p:cBhvr>
                                        <p:cTn id="64" dur="2000"/>
                                        <p:tgtEl>
                                          <p:spTgt spid="224315"/>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224316"/>
                                        </p:tgtEl>
                                        <p:attrNameLst>
                                          <p:attrName>style.visibility</p:attrName>
                                        </p:attrNameLst>
                                      </p:cBhvr>
                                      <p:to>
                                        <p:strVal val="visible"/>
                                      </p:to>
                                    </p:set>
                                    <p:animEffect transition="in" filter="circle(in)">
                                      <p:cBhvr>
                                        <p:cTn id="67" dur="2000"/>
                                        <p:tgtEl>
                                          <p:spTgt spid="224316"/>
                                        </p:tgtEl>
                                      </p:cBhvr>
                                    </p:animEffect>
                                  </p:childTnLst>
                                </p:cTn>
                              </p:par>
                              <p:par>
                                <p:cTn id="68" presetID="6" presetClass="entr" presetSubtype="16" fill="hold" grpId="0" nodeType="withEffect">
                                  <p:stCondLst>
                                    <p:cond delay="0"/>
                                  </p:stCondLst>
                                  <p:childTnLst>
                                    <p:set>
                                      <p:cBhvr>
                                        <p:cTn id="69" dur="1" fill="hold">
                                          <p:stCondLst>
                                            <p:cond delay="0"/>
                                          </p:stCondLst>
                                        </p:cTn>
                                        <p:tgtEl>
                                          <p:spTgt spid="224317"/>
                                        </p:tgtEl>
                                        <p:attrNameLst>
                                          <p:attrName>style.visibility</p:attrName>
                                        </p:attrNameLst>
                                      </p:cBhvr>
                                      <p:to>
                                        <p:strVal val="visible"/>
                                      </p:to>
                                    </p:set>
                                    <p:animEffect transition="in" filter="circle(in)">
                                      <p:cBhvr>
                                        <p:cTn id="70" dur="2000"/>
                                        <p:tgtEl>
                                          <p:spTgt spid="224317"/>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224318"/>
                                        </p:tgtEl>
                                        <p:attrNameLst>
                                          <p:attrName>style.visibility</p:attrName>
                                        </p:attrNameLst>
                                      </p:cBhvr>
                                      <p:to>
                                        <p:strVal val="visible"/>
                                      </p:to>
                                    </p:set>
                                    <p:animEffect transition="in" filter="circle(in)">
                                      <p:cBhvr>
                                        <p:cTn id="73" dur="2000"/>
                                        <p:tgtEl>
                                          <p:spTgt spid="224318"/>
                                        </p:tgtEl>
                                      </p:cBhvr>
                                    </p:animEffect>
                                  </p:childTnLst>
                                </p:cTn>
                              </p:par>
                              <p:par>
                                <p:cTn id="74" presetID="6" presetClass="entr" presetSubtype="16" fill="hold" grpId="0" nodeType="withEffect">
                                  <p:stCondLst>
                                    <p:cond delay="0"/>
                                  </p:stCondLst>
                                  <p:childTnLst>
                                    <p:set>
                                      <p:cBhvr>
                                        <p:cTn id="75" dur="1" fill="hold">
                                          <p:stCondLst>
                                            <p:cond delay="0"/>
                                          </p:stCondLst>
                                        </p:cTn>
                                        <p:tgtEl>
                                          <p:spTgt spid="224319"/>
                                        </p:tgtEl>
                                        <p:attrNameLst>
                                          <p:attrName>style.visibility</p:attrName>
                                        </p:attrNameLst>
                                      </p:cBhvr>
                                      <p:to>
                                        <p:strVal val="visible"/>
                                      </p:to>
                                    </p:set>
                                    <p:animEffect transition="in" filter="circle(in)">
                                      <p:cBhvr>
                                        <p:cTn id="76" dur="2000"/>
                                        <p:tgtEl>
                                          <p:spTgt spid="224319"/>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224320"/>
                                        </p:tgtEl>
                                        <p:attrNameLst>
                                          <p:attrName>style.visibility</p:attrName>
                                        </p:attrNameLst>
                                      </p:cBhvr>
                                      <p:to>
                                        <p:strVal val="visible"/>
                                      </p:to>
                                    </p:set>
                                    <p:animEffect transition="in" filter="circle(in)">
                                      <p:cBhvr>
                                        <p:cTn id="79" dur="2000"/>
                                        <p:tgtEl>
                                          <p:spTgt spid="224320"/>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224321"/>
                                        </p:tgtEl>
                                        <p:attrNameLst>
                                          <p:attrName>style.visibility</p:attrName>
                                        </p:attrNameLst>
                                      </p:cBhvr>
                                      <p:to>
                                        <p:strVal val="visible"/>
                                      </p:to>
                                    </p:set>
                                    <p:animEffect transition="in" filter="circle(in)">
                                      <p:cBhvr>
                                        <p:cTn id="82" dur="2000"/>
                                        <p:tgtEl>
                                          <p:spTgt spid="224321"/>
                                        </p:tgtEl>
                                      </p:cBhvr>
                                    </p:animEffect>
                                  </p:childTnLst>
                                </p:cTn>
                              </p:par>
                              <p:par>
                                <p:cTn id="83" presetID="6" presetClass="entr" presetSubtype="16" fill="hold" grpId="0" nodeType="withEffect">
                                  <p:stCondLst>
                                    <p:cond delay="0"/>
                                  </p:stCondLst>
                                  <p:childTnLst>
                                    <p:set>
                                      <p:cBhvr>
                                        <p:cTn id="84" dur="1" fill="hold">
                                          <p:stCondLst>
                                            <p:cond delay="0"/>
                                          </p:stCondLst>
                                        </p:cTn>
                                        <p:tgtEl>
                                          <p:spTgt spid="224322"/>
                                        </p:tgtEl>
                                        <p:attrNameLst>
                                          <p:attrName>style.visibility</p:attrName>
                                        </p:attrNameLst>
                                      </p:cBhvr>
                                      <p:to>
                                        <p:strVal val="visible"/>
                                      </p:to>
                                    </p:set>
                                    <p:animEffect transition="in" filter="circle(in)">
                                      <p:cBhvr>
                                        <p:cTn id="85" dur="2000"/>
                                        <p:tgtEl>
                                          <p:spTgt spid="224322"/>
                                        </p:tgtEl>
                                      </p:cBhvr>
                                    </p:animEffect>
                                  </p:childTnLst>
                                </p:cTn>
                              </p:par>
                              <p:par>
                                <p:cTn id="86" presetID="6" presetClass="entr" presetSubtype="16" fill="hold" grpId="0" nodeType="withEffect">
                                  <p:stCondLst>
                                    <p:cond delay="0"/>
                                  </p:stCondLst>
                                  <p:childTnLst>
                                    <p:set>
                                      <p:cBhvr>
                                        <p:cTn id="87" dur="1" fill="hold">
                                          <p:stCondLst>
                                            <p:cond delay="0"/>
                                          </p:stCondLst>
                                        </p:cTn>
                                        <p:tgtEl>
                                          <p:spTgt spid="224323"/>
                                        </p:tgtEl>
                                        <p:attrNameLst>
                                          <p:attrName>style.visibility</p:attrName>
                                        </p:attrNameLst>
                                      </p:cBhvr>
                                      <p:to>
                                        <p:strVal val="visible"/>
                                      </p:to>
                                    </p:set>
                                    <p:animEffect transition="in" filter="circle(in)">
                                      <p:cBhvr>
                                        <p:cTn id="88" dur="2000"/>
                                        <p:tgtEl>
                                          <p:spTgt spid="224323"/>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224324"/>
                                        </p:tgtEl>
                                        <p:attrNameLst>
                                          <p:attrName>style.visibility</p:attrName>
                                        </p:attrNameLst>
                                      </p:cBhvr>
                                      <p:to>
                                        <p:strVal val="visible"/>
                                      </p:to>
                                    </p:set>
                                    <p:animEffect transition="in" filter="circle(in)">
                                      <p:cBhvr>
                                        <p:cTn id="91" dur="2000"/>
                                        <p:tgtEl>
                                          <p:spTgt spid="224324"/>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224325"/>
                                        </p:tgtEl>
                                        <p:attrNameLst>
                                          <p:attrName>style.visibility</p:attrName>
                                        </p:attrNameLst>
                                      </p:cBhvr>
                                      <p:to>
                                        <p:strVal val="visible"/>
                                      </p:to>
                                    </p:set>
                                    <p:animEffect transition="in" filter="circle(in)">
                                      <p:cBhvr>
                                        <p:cTn id="94" dur="2000"/>
                                        <p:tgtEl>
                                          <p:spTgt spid="224325"/>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224326"/>
                                        </p:tgtEl>
                                        <p:attrNameLst>
                                          <p:attrName>style.visibility</p:attrName>
                                        </p:attrNameLst>
                                      </p:cBhvr>
                                      <p:to>
                                        <p:strVal val="visible"/>
                                      </p:to>
                                    </p:set>
                                    <p:animEffect transition="in" filter="circle(in)">
                                      <p:cBhvr>
                                        <p:cTn id="97" dur="2000"/>
                                        <p:tgtEl>
                                          <p:spTgt spid="224326"/>
                                        </p:tgtEl>
                                      </p:cBhvr>
                                    </p:animEffect>
                                  </p:childTnLst>
                                </p:cTn>
                              </p:par>
                              <p:par>
                                <p:cTn id="98" presetID="6" presetClass="entr" presetSubtype="16" fill="hold" grpId="0" nodeType="withEffect">
                                  <p:stCondLst>
                                    <p:cond delay="0"/>
                                  </p:stCondLst>
                                  <p:childTnLst>
                                    <p:set>
                                      <p:cBhvr>
                                        <p:cTn id="99" dur="1" fill="hold">
                                          <p:stCondLst>
                                            <p:cond delay="0"/>
                                          </p:stCondLst>
                                        </p:cTn>
                                        <p:tgtEl>
                                          <p:spTgt spid="224327"/>
                                        </p:tgtEl>
                                        <p:attrNameLst>
                                          <p:attrName>style.visibility</p:attrName>
                                        </p:attrNameLst>
                                      </p:cBhvr>
                                      <p:to>
                                        <p:strVal val="visible"/>
                                      </p:to>
                                    </p:set>
                                    <p:animEffect transition="in" filter="circle(in)">
                                      <p:cBhvr>
                                        <p:cTn id="100" dur="2000"/>
                                        <p:tgtEl>
                                          <p:spTgt spid="224327"/>
                                        </p:tgtEl>
                                      </p:cBhvr>
                                    </p:animEffect>
                                  </p:childTnLst>
                                </p:cTn>
                              </p:par>
                              <p:par>
                                <p:cTn id="101" presetID="6" presetClass="entr" presetSubtype="16" fill="hold" grpId="0" nodeType="withEffect">
                                  <p:stCondLst>
                                    <p:cond delay="0"/>
                                  </p:stCondLst>
                                  <p:childTnLst>
                                    <p:set>
                                      <p:cBhvr>
                                        <p:cTn id="102" dur="1" fill="hold">
                                          <p:stCondLst>
                                            <p:cond delay="0"/>
                                          </p:stCondLst>
                                        </p:cTn>
                                        <p:tgtEl>
                                          <p:spTgt spid="224328"/>
                                        </p:tgtEl>
                                        <p:attrNameLst>
                                          <p:attrName>style.visibility</p:attrName>
                                        </p:attrNameLst>
                                      </p:cBhvr>
                                      <p:to>
                                        <p:strVal val="visible"/>
                                      </p:to>
                                    </p:set>
                                    <p:animEffect transition="in" filter="circle(in)">
                                      <p:cBhvr>
                                        <p:cTn id="103" dur="2000"/>
                                        <p:tgtEl>
                                          <p:spTgt spid="224328"/>
                                        </p:tgtEl>
                                      </p:cBhvr>
                                    </p:animEffect>
                                  </p:childTnLst>
                                </p:cTn>
                              </p:par>
                              <p:par>
                                <p:cTn id="104" presetID="6" presetClass="entr" presetSubtype="16" fill="hold" grpId="0" nodeType="withEffect">
                                  <p:stCondLst>
                                    <p:cond delay="0"/>
                                  </p:stCondLst>
                                  <p:childTnLst>
                                    <p:set>
                                      <p:cBhvr>
                                        <p:cTn id="105" dur="1" fill="hold">
                                          <p:stCondLst>
                                            <p:cond delay="0"/>
                                          </p:stCondLst>
                                        </p:cTn>
                                        <p:tgtEl>
                                          <p:spTgt spid="224329"/>
                                        </p:tgtEl>
                                        <p:attrNameLst>
                                          <p:attrName>style.visibility</p:attrName>
                                        </p:attrNameLst>
                                      </p:cBhvr>
                                      <p:to>
                                        <p:strVal val="visible"/>
                                      </p:to>
                                    </p:set>
                                    <p:animEffect transition="in" filter="circle(in)">
                                      <p:cBhvr>
                                        <p:cTn id="106" dur="2000"/>
                                        <p:tgtEl>
                                          <p:spTgt spid="224329"/>
                                        </p:tgtEl>
                                      </p:cBhvr>
                                    </p:animEffect>
                                  </p:childTnLst>
                                </p:cTn>
                              </p:par>
                              <p:par>
                                <p:cTn id="107" presetID="6" presetClass="entr" presetSubtype="16" fill="hold" grpId="0" nodeType="withEffect">
                                  <p:stCondLst>
                                    <p:cond delay="0"/>
                                  </p:stCondLst>
                                  <p:childTnLst>
                                    <p:set>
                                      <p:cBhvr>
                                        <p:cTn id="108" dur="1" fill="hold">
                                          <p:stCondLst>
                                            <p:cond delay="0"/>
                                          </p:stCondLst>
                                        </p:cTn>
                                        <p:tgtEl>
                                          <p:spTgt spid="224330"/>
                                        </p:tgtEl>
                                        <p:attrNameLst>
                                          <p:attrName>style.visibility</p:attrName>
                                        </p:attrNameLst>
                                      </p:cBhvr>
                                      <p:to>
                                        <p:strVal val="visible"/>
                                      </p:to>
                                    </p:set>
                                    <p:animEffect transition="in" filter="circle(in)">
                                      <p:cBhvr>
                                        <p:cTn id="109" dur="2000"/>
                                        <p:tgtEl>
                                          <p:spTgt spid="224330"/>
                                        </p:tgtEl>
                                      </p:cBhvr>
                                    </p:animEffect>
                                  </p:childTnLst>
                                </p:cTn>
                              </p:par>
                              <p:par>
                                <p:cTn id="110" presetID="6" presetClass="entr" presetSubtype="16" fill="hold" grpId="0" nodeType="withEffect">
                                  <p:stCondLst>
                                    <p:cond delay="0"/>
                                  </p:stCondLst>
                                  <p:childTnLst>
                                    <p:set>
                                      <p:cBhvr>
                                        <p:cTn id="111" dur="1" fill="hold">
                                          <p:stCondLst>
                                            <p:cond delay="0"/>
                                          </p:stCondLst>
                                        </p:cTn>
                                        <p:tgtEl>
                                          <p:spTgt spid="224331"/>
                                        </p:tgtEl>
                                        <p:attrNameLst>
                                          <p:attrName>style.visibility</p:attrName>
                                        </p:attrNameLst>
                                      </p:cBhvr>
                                      <p:to>
                                        <p:strVal val="visible"/>
                                      </p:to>
                                    </p:set>
                                    <p:animEffect transition="in" filter="circle(in)">
                                      <p:cBhvr>
                                        <p:cTn id="112" dur="2000"/>
                                        <p:tgtEl>
                                          <p:spTgt spid="224331"/>
                                        </p:tgtEl>
                                      </p:cBhvr>
                                    </p:animEffect>
                                  </p:childTnLst>
                                </p:cTn>
                              </p:par>
                              <p:par>
                                <p:cTn id="113" presetID="6" presetClass="entr" presetSubtype="16" fill="hold" grpId="0" nodeType="withEffect">
                                  <p:stCondLst>
                                    <p:cond delay="0"/>
                                  </p:stCondLst>
                                  <p:childTnLst>
                                    <p:set>
                                      <p:cBhvr>
                                        <p:cTn id="114" dur="1" fill="hold">
                                          <p:stCondLst>
                                            <p:cond delay="0"/>
                                          </p:stCondLst>
                                        </p:cTn>
                                        <p:tgtEl>
                                          <p:spTgt spid="224368"/>
                                        </p:tgtEl>
                                        <p:attrNameLst>
                                          <p:attrName>style.visibility</p:attrName>
                                        </p:attrNameLst>
                                      </p:cBhvr>
                                      <p:to>
                                        <p:strVal val="visible"/>
                                      </p:to>
                                    </p:set>
                                    <p:animEffect transition="in" filter="circle(in)">
                                      <p:cBhvr>
                                        <p:cTn id="115" dur="2000"/>
                                        <p:tgtEl>
                                          <p:spTgt spid="224368"/>
                                        </p:tgtEl>
                                      </p:cBhvr>
                                    </p:animEffect>
                                  </p:childTnLst>
                                </p:cTn>
                              </p:par>
                              <p:par>
                                <p:cTn id="116" presetID="6" presetClass="entr" presetSubtype="16" fill="hold" grpId="0" nodeType="withEffect">
                                  <p:stCondLst>
                                    <p:cond delay="0"/>
                                  </p:stCondLst>
                                  <p:childTnLst>
                                    <p:set>
                                      <p:cBhvr>
                                        <p:cTn id="117" dur="1" fill="hold">
                                          <p:stCondLst>
                                            <p:cond delay="0"/>
                                          </p:stCondLst>
                                        </p:cTn>
                                        <p:tgtEl>
                                          <p:spTgt spid="224369"/>
                                        </p:tgtEl>
                                        <p:attrNameLst>
                                          <p:attrName>style.visibility</p:attrName>
                                        </p:attrNameLst>
                                      </p:cBhvr>
                                      <p:to>
                                        <p:strVal val="visible"/>
                                      </p:to>
                                    </p:set>
                                    <p:animEffect transition="in" filter="circle(in)">
                                      <p:cBhvr>
                                        <p:cTn id="118" dur="2000"/>
                                        <p:tgtEl>
                                          <p:spTgt spid="224369"/>
                                        </p:tgtEl>
                                      </p:cBhvr>
                                    </p:animEffect>
                                  </p:childTnLst>
                                </p:cTn>
                              </p:par>
                              <p:par>
                                <p:cTn id="119" presetID="6" presetClass="entr" presetSubtype="16" fill="hold" grpId="0" nodeType="withEffect">
                                  <p:stCondLst>
                                    <p:cond delay="0"/>
                                  </p:stCondLst>
                                  <p:childTnLst>
                                    <p:set>
                                      <p:cBhvr>
                                        <p:cTn id="120" dur="1" fill="hold">
                                          <p:stCondLst>
                                            <p:cond delay="0"/>
                                          </p:stCondLst>
                                        </p:cTn>
                                        <p:tgtEl>
                                          <p:spTgt spid="224370"/>
                                        </p:tgtEl>
                                        <p:attrNameLst>
                                          <p:attrName>style.visibility</p:attrName>
                                        </p:attrNameLst>
                                      </p:cBhvr>
                                      <p:to>
                                        <p:strVal val="visible"/>
                                      </p:to>
                                    </p:set>
                                    <p:animEffect transition="in" filter="circle(in)">
                                      <p:cBhvr>
                                        <p:cTn id="121" dur="2000"/>
                                        <p:tgtEl>
                                          <p:spTgt spid="224370"/>
                                        </p:tgtEl>
                                      </p:cBhvr>
                                    </p:animEffect>
                                  </p:childTnLst>
                                </p:cTn>
                              </p:par>
                              <p:par>
                                <p:cTn id="122" presetID="6" presetClass="entr" presetSubtype="16" fill="hold" grpId="0" nodeType="withEffect">
                                  <p:stCondLst>
                                    <p:cond delay="0"/>
                                  </p:stCondLst>
                                  <p:childTnLst>
                                    <p:set>
                                      <p:cBhvr>
                                        <p:cTn id="123" dur="1" fill="hold">
                                          <p:stCondLst>
                                            <p:cond delay="0"/>
                                          </p:stCondLst>
                                        </p:cTn>
                                        <p:tgtEl>
                                          <p:spTgt spid="224371"/>
                                        </p:tgtEl>
                                        <p:attrNameLst>
                                          <p:attrName>style.visibility</p:attrName>
                                        </p:attrNameLst>
                                      </p:cBhvr>
                                      <p:to>
                                        <p:strVal val="visible"/>
                                      </p:to>
                                    </p:set>
                                    <p:animEffect transition="in" filter="circle(in)">
                                      <p:cBhvr>
                                        <p:cTn id="124" dur="2000"/>
                                        <p:tgtEl>
                                          <p:spTgt spid="224371"/>
                                        </p:tgtEl>
                                      </p:cBhvr>
                                    </p:animEffect>
                                  </p:childTnLst>
                                </p:cTn>
                              </p:par>
                              <p:par>
                                <p:cTn id="125" presetID="6" presetClass="entr" presetSubtype="16" fill="hold" grpId="0" nodeType="withEffect">
                                  <p:stCondLst>
                                    <p:cond delay="0"/>
                                  </p:stCondLst>
                                  <p:childTnLst>
                                    <p:set>
                                      <p:cBhvr>
                                        <p:cTn id="126" dur="1" fill="hold">
                                          <p:stCondLst>
                                            <p:cond delay="0"/>
                                          </p:stCondLst>
                                        </p:cTn>
                                        <p:tgtEl>
                                          <p:spTgt spid="224372"/>
                                        </p:tgtEl>
                                        <p:attrNameLst>
                                          <p:attrName>style.visibility</p:attrName>
                                        </p:attrNameLst>
                                      </p:cBhvr>
                                      <p:to>
                                        <p:strVal val="visible"/>
                                      </p:to>
                                    </p:set>
                                    <p:animEffect transition="in" filter="circle(in)">
                                      <p:cBhvr>
                                        <p:cTn id="127" dur="2000"/>
                                        <p:tgtEl>
                                          <p:spTgt spid="224372"/>
                                        </p:tgtEl>
                                      </p:cBhvr>
                                    </p:animEffect>
                                  </p:childTnLst>
                                </p:cTn>
                              </p:par>
                              <p:par>
                                <p:cTn id="128" presetID="6" presetClass="entr" presetSubtype="16" fill="hold" grpId="0" nodeType="withEffect">
                                  <p:stCondLst>
                                    <p:cond delay="0"/>
                                  </p:stCondLst>
                                  <p:childTnLst>
                                    <p:set>
                                      <p:cBhvr>
                                        <p:cTn id="129" dur="1" fill="hold">
                                          <p:stCondLst>
                                            <p:cond delay="0"/>
                                          </p:stCondLst>
                                        </p:cTn>
                                        <p:tgtEl>
                                          <p:spTgt spid="224373"/>
                                        </p:tgtEl>
                                        <p:attrNameLst>
                                          <p:attrName>style.visibility</p:attrName>
                                        </p:attrNameLst>
                                      </p:cBhvr>
                                      <p:to>
                                        <p:strVal val="visible"/>
                                      </p:to>
                                    </p:set>
                                    <p:animEffect transition="in" filter="circle(in)">
                                      <p:cBhvr>
                                        <p:cTn id="130" dur="2000"/>
                                        <p:tgtEl>
                                          <p:spTgt spid="224373"/>
                                        </p:tgtEl>
                                      </p:cBhvr>
                                    </p:animEffect>
                                  </p:childTnLst>
                                </p:cTn>
                              </p:par>
                            </p:childTnLst>
                          </p:cTn>
                        </p:par>
                      </p:childTnLst>
                    </p:cTn>
                  </p:par>
                  <p:par>
                    <p:cTn id="131" fill="hold">
                      <p:stCondLst>
                        <p:cond delay="indefinite"/>
                      </p:stCondLst>
                      <p:childTnLst>
                        <p:par>
                          <p:cTn id="132" fill="hold">
                            <p:stCondLst>
                              <p:cond delay="0"/>
                            </p:stCondLst>
                            <p:childTnLst>
                              <p:par>
                                <p:cTn id="133" presetID="6" presetClass="entr" presetSubtype="16" fill="hold" grpId="0" nodeType="clickEffect">
                                  <p:stCondLst>
                                    <p:cond delay="0"/>
                                  </p:stCondLst>
                                  <p:childTnLst>
                                    <p:set>
                                      <p:cBhvr>
                                        <p:cTn id="134" dur="1" fill="hold">
                                          <p:stCondLst>
                                            <p:cond delay="0"/>
                                          </p:stCondLst>
                                        </p:cTn>
                                        <p:tgtEl>
                                          <p:spTgt spid="224374"/>
                                        </p:tgtEl>
                                        <p:attrNameLst>
                                          <p:attrName>style.visibility</p:attrName>
                                        </p:attrNameLst>
                                      </p:cBhvr>
                                      <p:to>
                                        <p:strVal val="visible"/>
                                      </p:to>
                                    </p:set>
                                    <p:animEffect transition="in" filter="circle(in)">
                                      <p:cBhvr>
                                        <p:cTn id="135" dur="2000"/>
                                        <p:tgtEl>
                                          <p:spTgt spid="224374"/>
                                        </p:tgtEl>
                                      </p:cBhvr>
                                    </p:animEffect>
                                  </p:childTnLst>
                                </p:cTn>
                              </p:par>
                              <p:par>
                                <p:cTn id="136" presetID="6" presetClass="entr" presetSubtype="16" fill="hold" grpId="0" nodeType="withEffect">
                                  <p:stCondLst>
                                    <p:cond delay="0"/>
                                  </p:stCondLst>
                                  <p:childTnLst>
                                    <p:set>
                                      <p:cBhvr>
                                        <p:cTn id="137" dur="1" fill="hold">
                                          <p:stCondLst>
                                            <p:cond delay="0"/>
                                          </p:stCondLst>
                                        </p:cTn>
                                        <p:tgtEl>
                                          <p:spTgt spid="224376"/>
                                        </p:tgtEl>
                                        <p:attrNameLst>
                                          <p:attrName>style.visibility</p:attrName>
                                        </p:attrNameLst>
                                      </p:cBhvr>
                                      <p:to>
                                        <p:strVal val="visible"/>
                                      </p:to>
                                    </p:set>
                                    <p:animEffect transition="in" filter="circle(in)">
                                      <p:cBhvr>
                                        <p:cTn id="138" dur="2000"/>
                                        <p:tgtEl>
                                          <p:spTgt spid="224376"/>
                                        </p:tgtEl>
                                      </p:cBhvr>
                                    </p:animEffect>
                                  </p:childTnLst>
                                </p:cTn>
                              </p:par>
                              <p:par>
                                <p:cTn id="139" presetID="6" presetClass="entr" presetSubtype="16" fill="hold" grpId="0" nodeType="withEffect">
                                  <p:stCondLst>
                                    <p:cond delay="0"/>
                                  </p:stCondLst>
                                  <p:childTnLst>
                                    <p:set>
                                      <p:cBhvr>
                                        <p:cTn id="140" dur="1" fill="hold">
                                          <p:stCondLst>
                                            <p:cond delay="0"/>
                                          </p:stCondLst>
                                        </p:cTn>
                                        <p:tgtEl>
                                          <p:spTgt spid="224377"/>
                                        </p:tgtEl>
                                        <p:attrNameLst>
                                          <p:attrName>style.visibility</p:attrName>
                                        </p:attrNameLst>
                                      </p:cBhvr>
                                      <p:to>
                                        <p:strVal val="visible"/>
                                      </p:to>
                                    </p:set>
                                    <p:animEffect transition="in" filter="circle(in)">
                                      <p:cBhvr>
                                        <p:cTn id="141" dur="2000"/>
                                        <p:tgtEl>
                                          <p:spTgt spid="224377"/>
                                        </p:tgtEl>
                                      </p:cBhvr>
                                    </p:animEffect>
                                  </p:childTnLst>
                                </p:cTn>
                              </p:par>
                              <p:par>
                                <p:cTn id="142" presetID="6" presetClass="entr" presetSubtype="16" fill="hold" grpId="0" nodeType="withEffect">
                                  <p:stCondLst>
                                    <p:cond delay="0"/>
                                  </p:stCondLst>
                                  <p:childTnLst>
                                    <p:set>
                                      <p:cBhvr>
                                        <p:cTn id="143" dur="1" fill="hold">
                                          <p:stCondLst>
                                            <p:cond delay="0"/>
                                          </p:stCondLst>
                                        </p:cTn>
                                        <p:tgtEl>
                                          <p:spTgt spid="224378"/>
                                        </p:tgtEl>
                                        <p:attrNameLst>
                                          <p:attrName>style.visibility</p:attrName>
                                        </p:attrNameLst>
                                      </p:cBhvr>
                                      <p:to>
                                        <p:strVal val="visible"/>
                                      </p:to>
                                    </p:set>
                                    <p:animEffect transition="in" filter="circle(in)">
                                      <p:cBhvr>
                                        <p:cTn id="144" dur="2000"/>
                                        <p:tgtEl>
                                          <p:spTgt spid="224378"/>
                                        </p:tgtEl>
                                      </p:cBhvr>
                                    </p:animEffect>
                                  </p:childTnLst>
                                </p:cTn>
                              </p:par>
                              <p:par>
                                <p:cTn id="145" presetID="6" presetClass="entr" presetSubtype="16" fill="hold" grpId="0" nodeType="withEffect">
                                  <p:stCondLst>
                                    <p:cond delay="0"/>
                                  </p:stCondLst>
                                  <p:childTnLst>
                                    <p:set>
                                      <p:cBhvr>
                                        <p:cTn id="146" dur="1" fill="hold">
                                          <p:stCondLst>
                                            <p:cond delay="0"/>
                                          </p:stCondLst>
                                        </p:cTn>
                                        <p:tgtEl>
                                          <p:spTgt spid="224379"/>
                                        </p:tgtEl>
                                        <p:attrNameLst>
                                          <p:attrName>style.visibility</p:attrName>
                                        </p:attrNameLst>
                                      </p:cBhvr>
                                      <p:to>
                                        <p:strVal val="visible"/>
                                      </p:to>
                                    </p:set>
                                    <p:animEffect transition="in" filter="circle(in)">
                                      <p:cBhvr>
                                        <p:cTn id="147" dur="2000"/>
                                        <p:tgtEl>
                                          <p:spTgt spid="224379"/>
                                        </p:tgtEl>
                                      </p:cBhvr>
                                    </p:animEffect>
                                  </p:childTnLst>
                                </p:cTn>
                              </p:par>
                              <p:par>
                                <p:cTn id="148" presetID="6" presetClass="entr" presetSubtype="16" fill="hold" grpId="0" nodeType="withEffect">
                                  <p:stCondLst>
                                    <p:cond delay="0"/>
                                  </p:stCondLst>
                                  <p:childTnLst>
                                    <p:set>
                                      <p:cBhvr>
                                        <p:cTn id="149" dur="1" fill="hold">
                                          <p:stCondLst>
                                            <p:cond delay="0"/>
                                          </p:stCondLst>
                                        </p:cTn>
                                        <p:tgtEl>
                                          <p:spTgt spid="224332"/>
                                        </p:tgtEl>
                                        <p:attrNameLst>
                                          <p:attrName>style.visibility</p:attrName>
                                        </p:attrNameLst>
                                      </p:cBhvr>
                                      <p:to>
                                        <p:strVal val="visible"/>
                                      </p:to>
                                    </p:set>
                                    <p:animEffect transition="in" filter="circle(in)">
                                      <p:cBhvr>
                                        <p:cTn id="150" dur="2000"/>
                                        <p:tgtEl>
                                          <p:spTgt spid="224332"/>
                                        </p:tgtEl>
                                      </p:cBhvr>
                                    </p:animEffect>
                                  </p:childTnLst>
                                </p:cTn>
                              </p:par>
                              <p:par>
                                <p:cTn id="151" presetID="6" presetClass="entr" presetSubtype="16" fill="hold" grpId="0" nodeType="withEffect">
                                  <p:stCondLst>
                                    <p:cond delay="0"/>
                                  </p:stCondLst>
                                  <p:childTnLst>
                                    <p:set>
                                      <p:cBhvr>
                                        <p:cTn id="152" dur="1" fill="hold">
                                          <p:stCondLst>
                                            <p:cond delay="0"/>
                                          </p:stCondLst>
                                        </p:cTn>
                                        <p:tgtEl>
                                          <p:spTgt spid="224333"/>
                                        </p:tgtEl>
                                        <p:attrNameLst>
                                          <p:attrName>style.visibility</p:attrName>
                                        </p:attrNameLst>
                                      </p:cBhvr>
                                      <p:to>
                                        <p:strVal val="visible"/>
                                      </p:to>
                                    </p:set>
                                    <p:animEffect transition="in" filter="circle(in)">
                                      <p:cBhvr>
                                        <p:cTn id="153" dur="2000"/>
                                        <p:tgtEl>
                                          <p:spTgt spid="224333"/>
                                        </p:tgtEl>
                                      </p:cBhvr>
                                    </p:animEffect>
                                  </p:childTnLst>
                                </p:cTn>
                              </p:par>
                              <p:par>
                                <p:cTn id="154" presetID="6" presetClass="entr" presetSubtype="16" fill="hold" grpId="0" nodeType="withEffect">
                                  <p:stCondLst>
                                    <p:cond delay="0"/>
                                  </p:stCondLst>
                                  <p:childTnLst>
                                    <p:set>
                                      <p:cBhvr>
                                        <p:cTn id="155" dur="1" fill="hold">
                                          <p:stCondLst>
                                            <p:cond delay="0"/>
                                          </p:stCondLst>
                                        </p:cTn>
                                        <p:tgtEl>
                                          <p:spTgt spid="224334"/>
                                        </p:tgtEl>
                                        <p:attrNameLst>
                                          <p:attrName>style.visibility</p:attrName>
                                        </p:attrNameLst>
                                      </p:cBhvr>
                                      <p:to>
                                        <p:strVal val="visible"/>
                                      </p:to>
                                    </p:set>
                                    <p:animEffect transition="in" filter="circle(in)">
                                      <p:cBhvr>
                                        <p:cTn id="156" dur="2000"/>
                                        <p:tgtEl>
                                          <p:spTgt spid="224334"/>
                                        </p:tgtEl>
                                      </p:cBhvr>
                                    </p:animEffect>
                                  </p:childTnLst>
                                </p:cTn>
                              </p:par>
                              <p:par>
                                <p:cTn id="157" presetID="6" presetClass="entr" presetSubtype="16" fill="hold" grpId="0" nodeType="withEffect">
                                  <p:stCondLst>
                                    <p:cond delay="0"/>
                                  </p:stCondLst>
                                  <p:childTnLst>
                                    <p:set>
                                      <p:cBhvr>
                                        <p:cTn id="158" dur="1" fill="hold">
                                          <p:stCondLst>
                                            <p:cond delay="0"/>
                                          </p:stCondLst>
                                        </p:cTn>
                                        <p:tgtEl>
                                          <p:spTgt spid="224335"/>
                                        </p:tgtEl>
                                        <p:attrNameLst>
                                          <p:attrName>style.visibility</p:attrName>
                                        </p:attrNameLst>
                                      </p:cBhvr>
                                      <p:to>
                                        <p:strVal val="visible"/>
                                      </p:to>
                                    </p:set>
                                    <p:animEffect transition="in" filter="circle(in)">
                                      <p:cBhvr>
                                        <p:cTn id="159" dur="2000"/>
                                        <p:tgtEl>
                                          <p:spTgt spid="224335"/>
                                        </p:tgtEl>
                                      </p:cBhvr>
                                    </p:animEffect>
                                  </p:childTnLst>
                                </p:cTn>
                              </p:par>
                              <p:par>
                                <p:cTn id="160" presetID="6" presetClass="entr" presetSubtype="16" fill="hold" grpId="0" nodeType="withEffect">
                                  <p:stCondLst>
                                    <p:cond delay="0"/>
                                  </p:stCondLst>
                                  <p:childTnLst>
                                    <p:set>
                                      <p:cBhvr>
                                        <p:cTn id="161" dur="1" fill="hold">
                                          <p:stCondLst>
                                            <p:cond delay="0"/>
                                          </p:stCondLst>
                                        </p:cTn>
                                        <p:tgtEl>
                                          <p:spTgt spid="224336"/>
                                        </p:tgtEl>
                                        <p:attrNameLst>
                                          <p:attrName>style.visibility</p:attrName>
                                        </p:attrNameLst>
                                      </p:cBhvr>
                                      <p:to>
                                        <p:strVal val="visible"/>
                                      </p:to>
                                    </p:set>
                                    <p:animEffect transition="in" filter="circle(in)">
                                      <p:cBhvr>
                                        <p:cTn id="162" dur="2000"/>
                                        <p:tgtEl>
                                          <p:spTgt spid="224336"/>
                                        </p:tgtEl>
                                      </p:cBhvr>
                                    </p:animEffect>
                                  </p:childTnLst>
                                </p:cTn>
                              </p:par>
                              <p:par>
                                <p:cTn id="163" presetID="6" presetClass="entr" presetSubtype="16" fill="hold" grpId="0" nodeType="withEffect">
                                  <p:stCondLst>
                                    <p:cond delay="0"/>
                                  </p:stCondLst>
                                  <p:childTnLst>
                                    <p:set>
                                      <p:cBhvr>
                                        <p:cTn id="164" dur="1" fill="hold">
                                          <p:stCondLst>
                                            <p:cond delay="0"/>
                                          </p:stCondLst>
                                        </p:cTn>
                                        <p:tgtEl>
                                          <p:spTgt spid="224337"/>
                                        </p:tgtEl>
                                        <p:attrNameLst>
                                          <p:attrName>style.visibility</p:attrName>
                                        </p:attrNameLst>
                                      </p:cBhvr>
                                      <p:to>
                                        <p:strVal val="visible"/>
                                      </p:to>
                                    </p:set>
                                    <p:animEffect transition="in" filter="circle(in)">
                                      <p:cBhvr>
                                        <p:cTn id="165" dur="2000"/>
                                        <p:tgtEl>
                                          <p:spTgt spid="224337"/>
                                        </p:tgtEl>
                                      </p:cBhvr>
                                    </p:animEffect>
                                  </p:childTnLst>
                                </p:cTn>
                              </p:par>
                              <p:par>
                                <p:cTn id="166" presetID="6" presetClass="entr" presetSubtype="16" fill="hold" grpId="0" nodeType="withEffect">
                                  <p:stCondLst>
                                    <p:cond delay="0"/>
                                  </p:stCondLst>
                                  <p:childTnLst>
                                    <p:set>
                                      <p:cBhvr>
                                        <p:cTn id="167" dur="1" fill="hold">
                                          <p:stCondLst>
                                            <p:cond delay="0"/>
                                          </p:stCondLst>
                                        </p:cTn>
                                        <p:tgtEl>
                                          <p:spTgt spid="224338"/>
                                        </p:tgtEl>
                                        <p:attrNameLst>
                                          <p:attrName>style.visibility</p:attrName>
                                        </p:attrNameLst>
                                      </p:cBhvr>
                                      <p:to>
                                        <p:strVal val="visible"/>
                                      </p:to>
                                    </p:set>
                                    <p:animEffect transition="in" filter="circle(in)">
                                      <p:cBhvr>
                                        <p:cTn id="168" dur="2000"/>
                                        <p:tgtEl>
                                          <p:spTgt spid="224338"/>
                                        </p:tgtEl>
                                      </p:cBhvr>
                                    </p:animEffect>
                                  </p:childTnLst>
                                </p:cTn>
                              </p:par>
                              <p:par>
                                <p:cTn id="169" presetID="6" presetClass="entr" presetSubtype="16" fill="hold" grpId="0" nodeType="withEffect">
                                  <p:stCondLst>
                                    <p:cond delay="0"/>
                                  </p:stCondLst>
                                  <p:childTnLst>
                                    <p:set>
                                      <p:cBhvr>
                                        <p:cTn id="170" dur="1" fill="hold">
                                          <p:stCondLst>
                                            <p:cond delay="0"/>
                                          </p:stCondLst>
                                        </p:cTn>
                                        <p:tgtEl>
                                          <p:spTgt spid="224339"/>
                                        </p:tgtEl>
                                        <p:attrNameLst>
                                          <p:attrName>style.visibility</p:attrName>
                                        </p:attrNameLst>
                                      </p:cBhvr>
                                      <p:to>
                                        <p:strVal val="visible"/>
                                      </p:to>
                                    </p:set>
                                    <p:animEffect transition="in" filter="circle(in)">
                                      <p:cBhvr>
                                        <p:cTn id="171" dur="2000"/>
                                        <p:tgtEl>
                                          <p:spTgt spid="224339"/>
                                        </p:tgtEl>
                                      </p:cBhvr>
                                    </p:animEffect>
                                  </p:childTnLst>
                                </p:cTn>
                              </p:par>
                              <p:par>
                                <p:cTn id="172" presetID="6" presetClass="entr" presetSubtype="16" fill="hold" grpId="0" nodeType="withEffect">
                                  <p:stCondLst>
                                    <p:cond delay="0"/>
                                  </p:stCondLst>
                                  <p:childTnLst>
                                    <p:set>
                                      <p:cBhvr>
                                        <p:cTn id="173" dur="1" fill="hold">
                                          <p:stCondLst>
                                            <p:cond delay="0"/>
                                          </p:stCondLst>
                                        </p:cTn>
                                        <p:tgtEl>
                                          <p:spTgt spid="224340"/>
                                        </p:tgtEl>
                                        <p:attrNameLst>
                                          <p:attrName>style.visibility</p:attrName>
                                        </p:attrNameLst>
                                      </p:cBhvr>
                                      <p:to>
                                        <p:strVal val="visible"/>
                                      </p:to>
                                    </p:set>
                                    <p:animEffect transition="in" filter="circle(in)">
                                      <p:cBhvr>
                                        <p:cTn id="174" dur="2000"/>
                                        <p:tgtEl>
                                          <p:spTgt spid="224340"/>
                                        </p:tgtEl>
                                      </p:cBhvr>
                                    </p:animEffect>
                                  </p:childTnLst>
                                </p:cTn>
                              </p:par>
                              <p:par>
                                <p:cTn id="175" presetID="6" presetClass="entr" presetSubtype="16" fill="hold" grpId="0" nodeType="withEffect">
                                  <p:stCondLst>
                                    <p:cond delay="0"/>
                                  </p:stCondLst>
                                  <p:childTnLst>
                                    <p:set>
                                      <p:cBhvr>
                                        <p:cTn id="176" dur="1" fill="hold">
                                          <p:stCondLst>
                                            <p:cond delay="0"/>
                                          </p:stCondLst>
                                        </p:cTn>
                                        <p:tgtEl>
                                          <p:spTgt spid="224341"/>
                                        </p:tgtEl>
                                        <p:attrNameLst>
                                          <p:attrName>style.visibility</p:attrName>
                                        </p:attrNameLst>
                                      </p:cBhvr>
                                      <p:to>
                                        <p:strVal val="visible"/>
                                      </p:to>
                                    </p:set>
                                    <p:animEffect transition="in" filter="circle(in)">
                                      <p:cBhvr>
                                        <p:cTn id="177" dur="2000"/>
                                        <p:tgtEl>
                                          <p:spTgt spid="224341"/>
                                        </p:tgtEl>
                                      </p:cBhvr>
                                    </p:animEffect>
                                  </p:childTnLst>
                                </p:cTn>
                              </p:par>
                              <p:par>
                                <p:cTn id="178" presetID="6" presetClass="entr" presetSubtype="16" fill="hold" grpId="0" nodeType="withEffect">
                                  <p:stCondLst>
                                    <p:cond delay="0"/>
                                  </p:stCondLst>
                                  <p:childTnLst>
                                    <p:set>
                                      <p:cBhvr>
                                        <p:cTn id="179" dur="1" fill="hold">
                                          <p:stCondLst>
                                            <p:cond delay="0"/>
                                          </p:stCondLst>
                                        </p:cTn>
                                        <p:tgtEl>
                                          <p:spTgt spid="224342"/>
                                        </p:tgtEl>
                                        <p:attrNameLst>
                                          <p:attrName>style.visibility</p:attrName>
                                        </p:attrNameLst>
                                      </p:cBhvr>
                                      <p:to>
                                        <p:strVal val="visible"/>
                                      </p:to>
                                    </p:set>
                                    <p:animEffect transition="in" filter="circle(in)">
                                      <p:cBhvr>
                                        <p:cTn id="180" dur="2000"/>
                                        <p:tgtEl>
                                          <p:spTgt spid="224342"/>
                                        </p:tgtEl>
                                      </p:cBhvr>
                                    </p:animEffect>
                                  </p:childTnLst>
                                </p:cTn>
                              </p:par>
                              <p:par>
                                <p:cTn id="181" presetID="6" presetClass="entr" presetSubtype="16" fill="hold" grpId="0" nodeType="withEffect">
                                  <p:stCondLst>
                                    <p:cond delay="0"/>
                                  </p:stCondLst>
                                  <p:childTnLst>
                                    <p:set>
                                      <p:cBhvr>
                                        <p:cTn id="182" dur="1" fill="hold">
                                          <p:stCondLst>
                                            <p:cond delay="0"/>
                                          </p:stCondLst>
                                        </p:cTn>
                                        <p:tgtEl>
                                          <p:spTgt spid="224343"/>
                                        </p:tgtEl>
                                        <p:attrNameLst>
                                          <p:attrName>style.visibility</p:attrName>
                                        </p:attrNameLst>
                                      </p:cBhvr>
                                      <p:to>
                                        <p:strVal val="visible"/>
                                      </p:to>
                                    </p:set>
                                    <p:animEffect transition="in" filter="circle(in)">
                                      <p:cBhvr>
                                        <p:cTn id="183" dur="2000"/>
                                        <p:tgtEl>
                                          <p:spTgt spid="224343"/>
                                        </p:tgtEl>
                                      </p:cBhvr>
                                    </p:animEffect>
                                  </p:childTnLst>
                                </p:cTn>
                              </p:par>
                              <p:par>
                                <p:cTn id="184" presetID="6" presetClass="entr" presetSubtype="16" fill="hold" grpId="0" nodeType="withEffect">
                                  <p:stCondLst>
                                    <p:cond delay="0"/>
                                  </p:stCondLst>
                                  <p:childTnLst>
                                    <p:set>
                                      <p:cBhvr>
                                        <p:cTn id="185" dur="1" fill="hold">
                                          <p:stCondLst>
                                            <p:cond delay="0"/>
                                          </p:stCondLst>
                                        </p:cTn>
                                        <p:tgtEl>
                                          <p:spTgt spid="224344"/>
                                        </p:tgtEl>
                                        <p:attrNameLst>
                                          <p:attrName>style.visibility</p:attrName>
                                        </p:attrNameLst>
                                      </p:cBhvr>
                                      <p:to>
                                        <p:strVal val="visible"/>
                                      </p:to>
                                    </p:set>
                                    <p:animEffect transition="in" filter="circle(in)">
                                      <p:cBhvr>
                                        <p:cTn id="186" dur="2000"/>
                                        <p:tgtEl>
                                          <p:spTgt spid="224344"/>
                                        </p:tgtEl>
                                      </p:cBhvr>
                                    </p:animEffect>
                                  </p:childTnLst>
                                </p:cTn>
                              </p:par>
                              <p:par>
                                <p:cTn id="187" presetID="6" presetClass="entr" presetSubtype="16" fill="hold" grpId="0" nodeType="withEffect">
                                  <p:stCondLst>
                                    <p:cond delay="0"/>
                                  </p:stCondLst>
                                  <p:childTnLst>
                                    <p:set>
                                      <p:cBhvr>
                                        <p:cTn id="188" dur="1" fill="hold">
                                          <p:stCondLst>
                                            <p:cond delay="0"/>
                                          </p:stCondLst>
                                        </p:cTn>
                                        <p:tgtEl>
                                          <p:spTgt spid="224345"/>
                                        </p:tgtEl>
                                        <p:attrNameLst>
                                          <p:attrName>style.visibility</p:attrName>
                                        </p:attrNameLst>
                                      </p:cBhvr>
                                      <p:to>
                                        <p:strVal val="visible"/>
                                      </p:to>
                                    </p:set>
                                    <p:animEffect transition="in" filter="circle(in)">
                                      <p:cBhvr>
                                        <p:cTn id="189" dur="2000"/>
                                        <p:tgtEl>
                                          <p:spTgt spid="224345"/>
                                        </p:tgtEl>
                                      </p:cBhvr>
                                    </p:animEffect>
                                  </p:childTnLst>
                                </p:cTn>
                              </p:par>
                              <p:par>
                                <p:cTn id="190" presetID="6" presetClass="entr" presetSubtype="16" fill="hold" grpId="0" nodeType="withEffect">
                                  <p:stCondLst>
                                    <p:cond delay="0"/>
                                  </p:stCondLst>
                                  <p:childTnLst>
                                    <p:set>
                                      <p:cBhvr>
                                        <p:cTn id="191" dur="1" fill="hold">
                                          <p:stCondLst>
                                            <p:cond delay="0"/>
                                          </p:stCondLst>
                                        </p:cTn>
                                        <p:tgtEl>
                                          <p:spTgt spid="224346"/>
                                        </p:tgtEl>
                                        <p:attrNameLst>
                                          <p:attrName>style.visibility</p:attrName>
                                        </p:attrNameLst>
                                      </p:cBhvr>
                                      <p:to>
                                        <p:strVal val="visible"/>
                                      </p:to>
                                    </p:set>
                                    <p:animEffect transition="in" filter="circle(in)">
                                      <p:cBhvr>
                                        <p:cTn id="192" dur="2000"/>
                                        <p:tgtEl>
                                          <p:spTgt spid="224346"/>
                                        </p:tgtEl>
                                      </p:cBhvr>
                                    </p:animEffect>
                                  </p:childTnLst>
                                </p:cTn>
                              </p:par>
                              <p:par>
                                <p:cTn id="193" presetID="6" presetClass="entr" presetSubtype="16" fill="hold" grpId="0" nodeType="withEffect">
                                  <p:stCondLst>
                                    <p:cond delay="0"/>
                                  </p:stCondLst>
                                  <p:childTnLst>
                                    <p:set>
                                      <p:cBhvr>
                                        <p:cTn id="194" dur="1" fill="hold">
                                          <p:stCondLst>
                                            <p:cond delay="0"/>
                                          </p:stCondLst>
                                        </p:cTn>
                                        <p:tgtEl>
                                          <p:spTgt spid="224347"/>
                                        </p:tgtEl>
                                        <p:attrNameLst>
                                          <p:attrName>style.visibility</p:attrName>
                                        </p:attrNameLst>
                                      </p:cBhvr>
                                      <p:to>
                                        <p:strVal val="visible"/>
                                      </p:to>
                                    </p:set>
                                    <p:animEffect transition="in" filter="circle(in)">
                                      <p:cBhvr>
                                        <p:cTn id="195" dur="2000"/>
                                        <p:tgtEl>
                                          <p:spTgt spid="224347"/>
                                        </p:tgtEl>
                                      </p:cBhvr>
                                    </p:animEffect>
                                  </p:childTnLst>
                                </p:cTn>
                              </p:par>
                              <p:par>
                                <p:cTn id="196" presetID="6" presetClass="entr" presetSubtype="16" fill="hold" grpId="0" nodeType="withEffect">
                                  <p:stCondLst>
                                    <p:cond delay="0"/>
                                  </p:stCondLst>
                                  <p:childTnLst>
                                    <p:set>
                                      <p:cBhvr>
                                        <p:cTn id="197" dur="1" fill="hold">
                                          <p:stCondLst>
                                            <p:cond delay="0"/>
                                          </p:stCondLst>
                                        </p:cTn>
                                        <p:tgtEl>
                                          <p:spTgt spid="224348"/>
                                        </p:tgtEl>
                                        <p:attrNameLst>
                                          <p:attrName>style.visibility</p:attrName>
                                        </p:attrNameLst>
                                      </p:cBhvr>
                                      <p:to>
                                        <p:strVal val="visible"/>
                                      </p:to>
                                    </p:set>
                                    <p:animEffect transition="in" filter="circle(in)">
                                      <p:cBhvr>
                                        <p:cTn id="198" dur="2000"/>
                                        <p:tgtEl>
                                          <p:spTgt spid="224348"/>
                                        </p:tgtEl>
                                      </p:cBhvr>
                                    </p:animEffect>
                                  </p:childTnLst>
                                </p:cTn>
                              </p:par>
                              <p:par>
                                <p:cTn id="199" presetID="6" presetClass="entr" presetSubtype="16" fill="hold" grpId="0" nodeType="withEffect">
                                  <p:stCondLst>
                                    <p:cond delay="0"/>
                                  </p:stCondLst>
                                  <p:childTnLst>
                                    <p:set>
                                      <p:cBhvr>
                                        <p:cTn id="200" dur="1" fill="hold">
                                          <p:stCondLst>
                                            <p:cond delay="0"/>
                                          </p:stCondLst>
                                        </p:cTn>
                                        <p:tgtEl>
                                          <p:spTgt spid="224349"/>
                                        </p:tgtEl>
                                        <p:attrNameLst>
                                          <p:attrName>style.visibility</p:attrName>
                                        </p:attrNameLst>
                                      </p:cBhvr>
                                      <p:to>
                                        <p:strVal val="visible"/>
                                      </p:to>
                                    </p:set>
                                    <p:animEffect transition="in" filter="circle(in)">
                                      <p:cBhvr>
                                        <p:cTn id="201" dur="2000"/>
                                        <p:tgtEl>
                                          <p:spTgt spid="224349"/>
                                        </p:tgtEl>
                                      </p:cBhvr>
                                    </p:animEffect>
                                  </p:childTnLst>
                                </p:cTn>
                              </p:par>
                              <p:par>
                                <p:cTn id="202" presetID="6" presetClass="entr" presetSubtype="16" fill="hold" grpId="0" nodeType="withEffect">
                                  <p:stCondLst>
                                    <p:cond delay="0"/>
                                  </p:stCondLst>
                                  <p:childTnLst>
                                    <p:set>
                                      <p:cBhvr>
                                        <p:cTn id="203" dur="1" fill="hold">
                                          <p:stCondLst>
                                            <p:cond delay="0"/>
                                          </p:stCondLst>
                                        </p:cTn>
                                        <p:tgtEl>
                                          <p:spTgt spid="224350"/>
                                        </p:tgtEl>
                                        <p:attrNameLst>
                                          <p:attrName>style.visibility</p:attrName>
                                        </p:attrNameLst>
                                      </p:cBhvr>
                                      <p:to>
                                        <p:strVal val="visible"/>
                                      </p:to>
                                    </p:set>
                                    <p:animEffect transition="in" filter="circle(in)">
                                      <p:cBhvr>
                                        <p:cTn id="204" dur="2000"/>
                                        <p:tgtEl>
                                          <p:spTgt spid="224350"/>
                                        </p:tgtEl>
                                      </p:cBhvr>
                                    </p:animEffect>
                                  </p:childTnLst>
                                </p:cTn>
                              </p:par>
                              <p:par>
                                <p:cTn id="205" presetID="6" presetClass="entr" presetSubtype="16" fill="hold" grpId="0" nodeType="withEffect">
                                  <p:stCondLst>
                                    <p:cond delay="0"/>
                                  </p:stCondLst>
                                  <p:childTnLst>
                                    <p:set>
                                      <p:cBhvr>
                                        <p:cTn id="206" dur="1" fill="hold">
                                          <p:stCondLst>
                                            <p:cond delay="0"/>
                                          </p:stCondLst>
                                        </p:cTn>
                                        <p:tgtEl>
                                          <p:spTgt spid="224351"/>
                                        </p:tgtEl>
                                        <p:attrNameLst>
                                          <p:attrName>style.visibility</p:attrName>
                                        </p:attrNameLst>
                                      </p:cBhvr>
                                      <p:to>
                                        <p:strVal val="visible"/>
                                      </p:to>
                                    </p:set>
                                    <p:animEffect transition="in" filter="circle(in)">
                                      <p:cBhvr>
                                        <p:cTn id="207" dur="2000"/>
                                        <p:tgtEl>
                                          <p:spTgt spid="224351"/>
                                        </p:tgtEl>
                                      </p:cBhvr>
                                    </p:animEffect>
                                  </p:childTnLst>
                                </p:cTn>
                              </p:par>
                              <p:par>
                                <p:cTn id="208" presetID="6" presetClass="entr" presetSubtype="16" fill="hold" grpId="0" nodeType="withEffect">
                                  <p:stCondLst>
                                    <p:cond delay="0"/>
                                  </p:stCondLst>
                                  <p:childTnLst>
                                    <p:set>
                                      <p:cBhvr>
                                        <p:cTn id="209" dur="1" fill="hold">
                                          <p:stCondLst>
                                            <p:cond delay="0"/>
                                          </p:stCondLst>
                                        </p:cTn>
                                        <p:tgtEl>
                                          <p:spTgt spid="224352"/>
                                        </p:tgtEl>
                                        <p:attrNameLst>
                                          <p:attrName>style.visibility</p:attrName>
                                        </p:attrNameLst>
                                      </p:cBhvr>
                                      <p:to>
                                        <p:strVal val="visible"/>
                                      </p:to>
                                    </p:set>
                                    <p:animEffect transition="in" filter="circle(in)">
                                      <p:cBhvr>
                                        <p:cTn id="210" dur="2000"/>
                                        <p:tgtEl>
                                          <p:spTgt spid="224352"/>
                                        </p:tgtEl>
                                      </p:cBhvr>
                                    </p:animEffect>
                                  </p:childTnLst>
                                </p:cTn>
                              </p:par>
                              <p:par>
                                <p:cTn id="211" presetID="6" presetClass="entr" presetSubtype="16" fill="hold" grpId="0" nodeType="withEffect">
                                  <p:stCondLst>
                                    <p:cond delay="0"/>
                                  </p:stCondLst>
                                  <p:childTnLst>
                                    <p:set>
                                      <p:cBhvr>
                                        <p:cTn id="212" dur="1" fill="hold">
                                          <p:stCondLst>
                                            <p:cond delay="0"/>
                                          </p:stCondLst>
                                        </p:cTn>
                                        <p:tgtEl>
                                          <p:spTgt spid="224353"/>
                                        </p:tgtEl>
                                        <p:attrNameLst>
                                          <p:attrName>style.visibility</p:attrName>
                                        </p:attrNameLst>
                                      </p:cBhvr>
                                      <p:to>
                                        <p:strVal val="visible"/>
                                      </p:to>
                                    </p:set>
                                    <p:animEffect transition="in" filter="circle(in)">
                                      <p:cBhvr>
                                        <p:cTn id="213" dur="2000"/>
                                        <p:tgtEl>
                                          <p:spTgt spid="224353"/>
                                        </p:tgtEl>
                                      </p:cBhvr>
                                    </p:animEffect>
                                  </p:childTnLst>
                                </p:cTn>
                              </p:par>
                              <p:par>
                                <p:cTn id="214" presetID="6" presetClass="entr" presetSubtype="16" fill="hold" grpId="0" nodeType="withEffect">
                                  <p:stCondLst>
                                    <p:cond delay="0"/>
                                  </p:stCondLst>
                                  <p:childTnLst>
                                    <p:set>
                                      <p:cBhvr>
                                        <p:cTn id="215" dur="1" fill="hold">
                                          <p:stCondLst>
                                            <p:cond delay="0"/>
                                          </p:stCondLst>
                                        </p:cTn>
                                        <p:tgtEl>
                                          <p:spTgt spid="224354"/>
                                        </p:tgtEl>
                                        <p:attrNameLst>
                                          <p:attrName>style.visibility</p:attrName>
                                        </p:attrNameLst>
                                      </p:cBhvr>
                                      <p:to>
                                        <p:strVal val="visible"/>
                                      </p:to>
                                    </p:set>
                                    <p:animEffect transition="in" filter="circle(in)">
                                      <p:cBhvr>
                                        <p:cTn id="216" dur="2000"/>
                                        <p:tgtEl>
                                          <p:spTgt spid="224354"/>
                                        </p:tgtEl>
                                      </p:cBhvr>
                                    </p:animEffect>
                                  </p:childTnLst>
                                </p:cTn>
                              </p:par>
                              <p:par>
                                <p:cTn id="217" presetID="6" presetClass="entr" presetSubtype="16" fill="hold" grpId="0" nodeType="withEffect">
                                  <p:stCondLst>
                                    <p:cond delay="0"/>
                                  </p:stCondLst>
                                  <p:childTnLst>
                                    <p:set>
                                      <p:cBhvr>
                                        <p:cTn id="218" dur="1" fill="hold">
                                          <p:stCondLst>
                                            <p:cond delay="0"/>
                                          </p:stCondLst>
                                        </p:cTn>
                                        <p:tgtEl>
                                          <p:spTgt spid="224355"/>
                                        </p:tgtEl>
                                        <p:attrNameLst>
                                          <p:attrName>style.visibility</p:attrName>
                                        </p:attrNameLst>
                                      </p:cBhvr>
                                      <p:to>
                                        <p:strVal val="visible"/>
                                      </p:to>
                                    </p:set>
                                    <p:animEffect transition="in" filter="circle(in)">
                                      <p:cBhvr>
                                        <p:cTn id="219" dur="2000"/>
                                        <p:tgtEl>
                                          <p:spTgt spid="224355"/>
                                        </p:tgtEl>
                                      </p:cBhvr>
                                    </p:animEffect>
                                  </p:childTnLst>
                                </p:cTn>
                              </p:par>
                              <p:par>
                                <p:cTn id="220" presetID="6" presetClass="entr" presetSubtype="16" fill="hold" grpId="0" nodeType="withEffect">
                                  <p:stCondLst>
                                    <p:cond delay="0"/>
                                  </p:stCondLst>
                                  <p:childTnLst>
                                    <p:set>
                                      <p:cBhvr>
                                        <p:cTn id="221" dur="1" fill="hold">
                                          <p:stCondLst>
                                            <p:cond delay="0"/>
                                          </p:stCondLst>
                                        </p:cTn>
                                        <p:tgtEl>
                                          <p:spTgt spid="224356"/>
                                        </p:tgtEl>
                                        <p:attrNameLst>
                                          <p:attrName>style.visibility</p:attrName>
                                        </p:attrNameLst>
                                      </p:cBhvr>
                                      <p:to>
                                        <p:strVal val="visible"/>
                                      </p:to>
                                    </p:set>
                                    <p:animEffect transition="in" filter="circle(in)">
                                      <p:cBhvr>
                                        <p:cTn id="222" dur="2000"/>
                                        <p:tgtEl>
                                          <p:spTgt spid="224356"/>
                                        </p:tgtEl>
                                      </p:cBhvr>
                                    </p:animEffect>
                                  </p:childTnLst>
                                </p:cTn>
                              </p:par>
                              <p:par>
                                <p:cTn id="223" presetID="6" presetClass="entr" presetSubtype="16" fill="hold" grpId="0" nodeType="withEffect">
                                  <p:stCondLst>
                                    <p:cond delay="0"/>
                                  </p:stCondLst>
                                  <p:childTnLst>
                                    <p:set>
                                      <p:cBhvr>
                                        <p:cTn id="224" dur="1" fill="hold">
                                          <p:stCondLst>
                                            <p:cond delay="0"/>
                                          </p:stCondLst>
                                        </p:cTn>
                                        <p:tgtEl>
                                          <p:spTgt spid="224357"/>
                                        </p:tgtEl>
                                        <p:attrNameLst>
                                          <p:attrName>style.visibility</p:attrName>
                                        </p:attrNameLst>
                                      </p:cBhvr>
                                      <p:to>
                                        <p:strVal val="visible"/>
                                      </p:to>
                                    </p:set>
                                    <p:animEffect transition="in" filter="circle(in)">
                                      <p:cBhvr>
                                        <p:cTn id="225" dur="2000"/>
                                        <p:tgtEl>
                                          <p:spTgt spid="224357"/>
                                        </p:tgtEl>
                                      </p:cBhvr>
                                    </p:animEffect>
                                  </p:childTnLst>
                                </p:cTn>
                              </p:par>
                              <p:par>
                                <p:cTn id="226" presetID="6" presetClass="entr" presetSubtype="16" fill="hold" grpId="0" nodeType="withEffect">
                                  <p:stCondLst>
                                    <p:cond delay="0"/>
                                  </p:stCondLst>
                                  <p:childTnLst>
                                    <p:set>
                                      <p:cBhvr>
                                        <p:cTn id="227" dur="1" fill="hold">
                                          <p:stCondLst>
                                            <p:cond delay="0"/>
                                          </p:stCondLst>
                                        </p:cTn>
                                        <p:tgtEl>
                                          <p:spTgt spid="224358"/>
                                        </p:tgtEl>
                                        <p:attrNameLst>
                                          <p:attrName>style.visibility</p:attrName>
                                        </p:attrNameLst>
                                      </p:cBhvr>
                                      <p:to>
                                        <p:strVal val="visible"/>
                                      </p:to>
                                    </p:set>
                                    <p:animEffect transition="in" filter="circle(in)">
                                      <p:cBhvr>
                                        <p:cTn id="228" dur="2000"/>
                                        <p:tgtEl>
                                          <p:spTgt spid="224358"/>
                                        </p:tgtEl>
                                      </p:cBhvr>
                                    </p:animEffect>
                                  </p:childTnLst>
                                </p:cTn>
                              </p:par>
                              <p:par>
                                <p:cTn id="229" presetID="6" presetClass="entr" presetSubtype="16" fill="hold" grpId="0" nodeType="withEffect">
                                  <p:stCondLst>
                                    <p:cond delay="0"/>
                                  </p:stCondLst>
                                  <p:childTnLst>
                                    <p:set>
                                      <p:cBhvr>
                                        <p:cTn id="230" dur="1" fill="hold">
                                          <p:stCondLst>
                                            <p:cond delay="0"/>
                                          </p:stCondLst>
                                        </p:cTn>
                                        <p:tgtEl>
                                          <p:spTgt spid="224359"/>
                                        </p:tgtEl>
                                        <p:attrNameLst>
                                          <p:attrName>style.visibility</p:attrName>
                                        </p:attrNameLst>
                                      </p:cBhvr>
                                      <p:to>
                                        <p:strVal val="visible"/>
                                      </p:to>
                                    </p:set>
                                    <p:animEffect transition="in" filter="circle(in)">
                                      <p:cBhvr>
                                        <p:cTn id="231" dur="2000"/>
                                        <p:tgtEl>
                                          <p:spTgt spid="224359"/>
                                        </p:tgtEl>
                                      </p:cBhvr>
                                    </p:animEffect>
                                  </p:childTnLst>
                                </p:cTn>
                              </p:par>
                              <p:par>
                                <p:cTn id="232" presetID="6" presetClass="entr" presetSubtype="16" fill="hold" grpId="0" nodeType="withEffect">
                                  <p:stCondLst>
                                    <p:cond delay="0"/>
                                  </p:stCondLst>
                                  <p:childTnLst>
                                    <p:set>
                                      <p:cBhvr>
                                        <p:cTn id="233" dur="1" fill="hold">
                                          <p:stCondLst>
                                            <p:cond delay="0"/>
                                          </p:stCondLst>
                                        </p:cTn>
                                        <p:tgtEl>
                                          <p:spTgt spid="224360"/>
                                        </p:tgtEl>
                                        <p:attrNameLst>
                                          <p:attrName>style.visibility</p:attrName>
                                        </p:attrNameLst>
                                      </p:cBhvr>
                                      <p:to>
                                        <p:strVal val="visible"/>
                                      </p:to>
                                    </p:set>
                                    <p:animEffect transition="in" filter="circle(in)">
                                      <p:cBhvr>
                                        <p:cTn id="234" dur="2000"/>
                                        <p:tgtEl>
                                          <p:spTgt spid="224360"/>
                                        </p:tgtEl>
                                      </p:cBhvr>
                                    </p:animEffect>
                                  </p:childTnLst>
                                </p:cTn>
                              </p:par>
                              <p:par>
                                <p:cTn id="235" presetID="6" presetClass="entr" presetSubtype="16" fill="hold" grpId="0" nodeType="withEffect">
                                  <p:stCondLst>
                                    <p:cond delay="0"/>
                                  </p:stCondLst>
                                  <p:childTnLst>
                                    <p:set>
                                      <p:cBhvr>
                                        <p:cTn id="236" dur="1" fill="hold">
                                          <p:stCondLst>
                                            <p:cond delay="0"/>
                                          </p:stCondLst>
                                        </p:cTn>
                                        <p:tgtEl>
                                          <p:spTgt spid="224361"/>
                                        </p:tgtEl>
                                        <p:attrNameLst>
                                          <p:attrName>style.visibility</p:attrName>
                                        </p:attrNameLst>
                                      </p:cBhvr>
                                      <p:to>
                                        <p:strVal val="visible"/>
                                      </p:to>
                                    </p:set>
                                    <p:animEffect transition="in" filter="circle(in)">
                                      <p:cBhvr>
                                        <p:cTn id="237" dur="2000"/>
                                        <p:tgtEl>
                                          <p:spTgt spid="224361"/>
                                        </p:tgtEl>
                                      </p:cBhvr>
                                    </p:animEffect>
                                  </p:childTnLst>
                                </p:cTn>
                              </p:par>
                              <p:par>
                                <p:cTn id="238" presetID="6" presetClass="entr" presetSubtype="16" fill="hold" grpId="0" nodeType="withEffect">
                                  <p:stCondLst>
                                    <p:cond delay="0"/>
                                  </p:stCondLst>
                                  <p:childTnLst>
                                    <p:set>
                                      <p:cBhvr>
                                        <p:cTn id="239" dur="1" fill="hold">
                                          <p:stCondLst>
                                            <p:cond delay="0"/>
                                          </p:stCondLst>
                                        </p:cTn>
                                        <p:tgtEl>
                                          <p:spTgt spid="224362"/>
                                        </p:tgtEl>
                                        <p:attrNameLst>
                                          <p:attrName>style.visibility</p:attrName>
                                        </p:attrNameLst>
                                      </p:cBhvr>
                                      <p:to>
                                        <p:strVal val="visible"/>
                                      </p:to>
                                    </p:set>
                                    <p:animEffect transition="in" filter="circle(in)">
                                      <p:cBhvr>
                                        <p:cTn id="240" dur="2000"/>
                                        <p:tgtEl>
                                          <p:spTgt spid="224362"/>
                                        </p:tgtEl>
                                      </p:cBhvr>
                                    </p:animEffect>
                                  </p:childTnLst>
                                </p:cTn>
                              </p:par>
                              <p:par>
                                <p:cTn id="241" presetID="6" presetClass="entr" presetSubtype="16" fill="hold" grpId="0" nodeType="withEffect">
                                  <p:stCondLst>
                                    <p:cond delay="0"/>
                                  </p:stCondLst>
                                  <p:childTnLst>
                                    <p:set>
                                      <p:cBhvr>
                                        <p:cTn id="242" dur="1" fill="hold">
                                          <p:stCondLst>
                                            <p:cond delay="0"/>
                                          </p:stCondLst>
                                        </p:cTn>
                                        <p:tgtEl>
                                          <p:spTgt spid="224363"/>
                                        </p:tgtEl>
                                        <p:attrNameLst>
                                          <p:attrName>style.visibility</p:attrName>
                                        </p:attrNameLst>
                                      </p:cBhvr>
                                      <p:to>
                                        <p:strVal val="visible"/>
                                      </p:to>
                                    </p:set>
                                    <p:animEffect transition="in" filter="circle(in)">
                                      <p:cBhvr>
                                        <p:cTn id="243" dur="2000"/>
                                        <p:tgtEl>
                                          <p:spTgt spid="224363"/>
                                        </p:tgtEl>
                                      </p:cBhvr>
                                    </p:animEffect>
                                  </p:childTnLst>
                                </p:cTn>
                              </p:par>
                              <p:par>
                                <p:cTn id="244" presetID="6" presetClass="entr" presetSubtype="16" fill="hold" grpId="0" nodeType="withEffect">
                                  <p:stCondLst>
                                    <p:cond delay="0"/>
                                  </p:stCondLst>
                                  <p:childTnLst>
                                    <p:set>
                                      <p:cBhvr>
                                        <p:cTn id="245" dur="1" fill="hold">
                                          <p:stCondLst>
                                            <p:cond delay="0"/>
                                          </p:stCondLst>
                                        </p:cTn>
                                        <p:tgtEl>
                                          <p:spTgt spid="224364"/>
                                        </p:tgtEl>
                                        <p:attrNameLst>
                                          <p:attrName>style.visibility</p:attrName>
                                        </p:attrNameLst>
                                      </p:cBhvr>
                                      <p:to>
                                        <p:strVal val="visible"/>
                                      </p:to>
                                    </p:set>
                                    <p:animEffect transition="in" filter="circle(in)">
                                      <p:cBhvr>
                                        <p:cTn id="246" dur="2000"/>
                                        <p:tgtEl>
                                          <p:spTgt spid="224364"/>
                                        </p:tgtEl>
                                      </p:cBhvr>
                                    </p:animEffect>
                                  </p:childTnLst>
                                </p:cTn>
                              </p:par>
                              <p:par>
                                <p:cTn id="247" presetID="6" presetClass="entr" presetSubtype="16" fill="hold" grpId="0" nodeType="withEffect">
                                  <p:stCondLst>
                                    <p:cond delay="0"/>
                                  </p:stCondLst>
                                  <p:childTnLst>
                                    <p:set>
                                      <p:cBhvr>
                                        <p:cTn id="248" dur="1" fill="hold">
                                          <p:stCondLst>
                                            <p:cond delay="0"/>
                                          </p:stCondLst>
                                        </p:cTn>
                                        <p:tgtEl>
                                          <p:spTgt spid="224365"/>
                                        </p:tgtEl>
                                        <p:attrNameLst>
                                          <p:attrName>style.visibility</p:attrName>
                                        </p:attrNameLst>
                                      </p:cBhvr>
                                      <p:to>
                                        <p:strVal val="visible"/>
                                      </p:to>
                                    </p:set>
                                    <p:animEffect transition="in" filter="circle(in)">
                                      <p:cBhvr>
                                        <p:cTn id="249" dur="2000"/>
                                        <p:tgtEl>
                                          <p:spTgt spid="224365"/>
                                        </p:tgtEl>
                                      </p:cBhvr>
                                    </p:animEffect>
                                  </p:childTnLst>
                                </p:cTn>
                              </p:par>
                              <p:par>
                                <p:cTn id="250" presetID="6" presetClass="entr" presetSubtype="16" fill="hold" grpId="0" nodeType="withEffect">
                                  <p:stCondLst>
                                    <p:cond delay="0"/>
                                  </p:stCondLst>
                                  <p:childTnLst>
                                    <p:set>
                                      <p:cBhvr>
                                        <p:cTn id="251" dur="1" fill="hold">
                                          <p:stCondLst>
                                            <p:cond delay="0"/>
                                          </p:stCondLst>
                                        </p:cTn>
                                        <p:tgtEl>
                                          <p:spTgt spid="224366"/>
                                        </p:tgtEl>
                                        <p:attrNameLst>
                                          <p:attrName>style.visibility</p:attrName>
                                        </p:attrNameLst>
                                      </p:cBhvr>
                                      <p:to>
                                        <p:strVal val="visible"/>
                                      </p:to>
                                    </p:set>
                                    <p:animEffect transition="in" filter="circle(in)">
                                      <p:cBhvr>
                                        <p:cTn id="252" dur="2000"/>
                                        <p:tgtEl>
                                          <p:spTgt spid="224366"/>
                                        </p:tgtEl>
                                      </p:cBhvr>
                                    </p:animEffect>
                                  </p:childTnLst>
                                </p:cTn>
                              </p:par>
                              <p:par>
                                <p:cTn id="253" presetID="6" presetClass="entr" presetSubtype="16" fill="hold" grpId="0" nodeType="withEffect">
                                  <p:stCondLst>
                                    <p:cond delay="0"/>
                                  </p:stCondLst>
                                  <p:childTnLst>
                                    <p:set>
                                      <p:cBhvr>
                                        <p:cTn id="254" dur="1" fill="hold">
                                          <p:stCondLst>
                                            <p:cond delay="0"/>
                                          </p:stCondLst>
                                        </p:cTn>
                                        <p:tgtEl>
                                          <p:spTgt spid="224367"/>
                                        </p:tgtEl>
                                        <p:attrNameLst>
                                          <p:attrName>style.visibility</p:attrName>
                                        </p:attrNameLst>
                                      </p:cBhvr>
                                      <p:to>
                                        <p:strVal val="visible"/>
                                      </p:to>
                                    </p:set>
                                    <p:animEffect transition="in" filter="circle(in)">
                                      <p:cBhvr>
                                        <p:cTn id="255" dur="2000"/>
                                        <p:tgtEl>
                                          <p:spTgt spid="224367"/>
                                        </p:tgtEl>
                                      </p:cBhvr>
                                    </p:animEffect>
                                  </p:childTnLst>
                                </p:cTn>
                              </p:par>
                              <p:par>
                                <p:cTn id="256" presetID="6" presetClass="entr" presetSubtype="16" fill="hold" grpId="0" nodeType="withEffect">
                                  <p:stCondLst>
                                    <p:cond delay="0"/>
                                  </p:stCondLst>
                                  <p:childTnLst>
                                    <p:set>
                                      <p:cBhvr>
                                        <p:cTn id="257" dur="1" fill="hold">
                                          <p:stCondLst>
                                            <p:cond delay="0"/>
                                          </p:stCondLst>
                                        </p:cTn>
                                        <p:tgtEl>
                                          <p:spTgt spid="224375"/>
                                        </p:tgtEl>
                                        <p:attrNameLst>
                                          <p:attrName>style.visibility</p:attrName>
                                        </p:attrNameLst>
                                      </p:cBhvr>
                                      <p:to>
                                        <p:strVal val="visible"/>
                                      </p:to>
                                    </p:set>
                                    <p:animEffect transition="in" filter="circle(in)">
                                      <p:cBhvr>
                                        <p:cTn id="258" dur="2000"/>
                                        <p:tgtEl>
                                          <p:spTgt spid="224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96" grpId="0" animBg="1"/>
      <p:bldP spid="224297" grpId="0" animBg="1"/>
      <p:bldP spid="224298" grpId="0"/>
      <p:bldP spid="224299" grpId="0" animBg="1"/>
      <p:bldP spid="224300" grpId="0" animBg="1"/>
      <p:bldP spid="224301" grpId="0" animBg="1"/>
      <p:bldP spid="224302" grpId="0" animBg="1"/>
      <p:bldP spid="224303" grpId="0" animBg="1"/>
      <p:bldP spid="224304" grpId="0" animBg="1"/>
      <p:bldP spid="224305" grpId="0" animBg="1"/>
      <p:bldP spid="224306" grpId="0" animBg="1"/>
      <p:bldP spid="224307" grpId="0" animBg="1"/>
      <p:bldP spid="224308" grpId="0" animBg="1"/>
      <p:bldP spid="224309" grpId="0" animBg="1"/>
      <p:bldP spid="224310" grpId="0" animBg="1"/>
      <p:bldP spid="224311" grpId="0" animBg="1"/>
      <p:bldP spid="224312" grpId="0" animBg="1"/>
      <p:bldP spid="224313" grpId="0" animBg="1"/>
      <p:bldP spid="224314" grpId="0" animBg="1"/>
      <p:bldP spid="224315" grpId="0" animBg="1"/>
      <p:bldP spid="224316" grpId="0"/>
      <p:bldP spid="224317" grpId="0"/>
      <p:bldP spid="224318" grpId="0"/>
      <p:bldP spid="224319" grpId="0"/>
      <p:bldP spid="224320" grpId="0"/>
      <p:bldP spid="224321" grpId="0"/>
      <p:bldP spid="224322" grpId="0"/>
      <p:bldP spid="224323" grpId="0"/>
      <p:bldP spid="224324" grpId="0"/>
      <p:bldP spid="224325" grpId="0"/>
      <p:bldP spid="224326" grpId="0"/>
      <p:bldP spid="224327" grpId="0" animBg="1"/>
      <p:bldP spid="224328" grpId="0"/>
      <p:bldP spid="224329" grpId="0"/>
      <p:bldP spid="224330" grpId="0" animBg="1"/>
      <p:bldP spid="224331" grpId="0"/>
      <p:bldP spid="224332" grpId="0" animBg="1"/>
      <p:bldP spid="224333" grpId="0" animBg="1"/>
      <p:bldP spid="224334" grpId="0"/>
      <p:bldP spid="224335" grpId="0" animBg="1"/>
      <p:bldP spid="224336" grpId="0" animBg="1"/>
      <p:bldP spid="224337" grpId="0" animBg="1"/>
      <p:bldP spid="224338" grpId="0" animBg="1"/>
      <p:bldP spid="224339" grpId="0" animBg="1"/>
      <p:bldP spid="224340" grpId="0" animBg="1"/>
      <p:bldP spid="224341" grpId="0" animBg="1"/>
      <p:bldP spid="224342" grpId="0" animBg="1"/>
      <p:bldP spid="224343" grpId="0" animBg="1"/>
      <p:bldP spid="224344" grpId="0" animBg="1"/>
      <p:bldP spid="224345" grpId="0" animBg="1"/>
      <p:bldP spid="224346" grpId="0" animBg="1"/>
      <p:bldP spid="224347" grpId="0" animBg="1"/>
      <p:bldP spid="224348" grpId="0" animBg="1"/>
      <p:bldP spid="224349" grpId="0" animBg="1"/>
      <p:bldP spid="224350" grpId="0" animBg="1"/>
      <p:bldP spid="224351" grpId="0" animBg="1"/>
      <p:bldP spid="224352" grpId="0"/>
      <p:bldP spid="224353" grpId="0"/>
      <p:bldP spid="224354" grpId="0"/>
      <p:bldP spid="224355" grpId="0"/>
      <p:bldP spid="224356" grpId="0"/>
      <p:bldP spid="224357" grpId="0"/>
      <p:bldP spid="224358" grpId="0"/>
      <p:bldP spid="224359" grpId="0"/>
      <p:bldP spid="224360" grpId="0"/>
      <p:bldP spid="224361" grpId="0"/>
      <p:bldP spid="224362" grpId="0"/>
      <p:bldP spid="224363" grpId="0" animBg="1"/>
      <p:bldP spid="224364" grpId="0"/>
      <p:bldP spid="224365" grpId="0"/>
      <p:bldP spid="224366" grpId="0" animBg="1"/>
      <p:bldP spid="224367" grpId="0"/>
      <p:bldP spid="224368" grpId="0" animBg="1"/>
      <p:bldP spid="224369" grpId="0" animBg="1"/>
      <p:bldP spid="224370" grpId="0" animBg="1"/>
      <p:bldP spid="224371" grpId="0" animBg="1"/>
      <p:bldP spid="224372" grpId="0" animBg="1"/>
      <p:bldP spid="224373" grpId="0"/>
      <p:bldP spid="224374" grpId="0" animBg="1"/>
      <p:bldP spid="224375" grpId="0" animBg="1"/>
      <p:bldP spid="224376" grpId="0" animBg="1"/>
      <p:bldP spid="224377" grpId="0" animBg="1"/>
      <p:bldP spid="224378" grpId="0" animBg="1"/>
      <p:bldP spid="22437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313345">
            <a:extLst>
              <a:ext uri="{FF2B5EF4-FFF2-40B4-BE49-F238E27FC236}">
                <a16:creationId xmlns:a16="http://schemas.microsoft.com/office/drawing/2014/main" id="{D98107D1-B9F7-4A42-9C36-D21E18E5F7BC}"/>
              </a:ext>
            </a:extLst>
          </p:cNvPr>
          <p:cNvSpPr>
            <a:spLocks noGrp="1"/>
          </p:cNvSpPr>
          <p:nvPr>
            <p:ph type="title"/>
          </p:nvPr>
        </p:nvSpPr>
        <p:spPr/>
        <p:txBody>
          <a:bodyPr/>
          <a:lstStyle/>
          <a:p>
            <a:pPr algn="ctr"/>
            <a:r>
              <a:rPr lang="zh-CN" altLang="en-US" dirty="0"/>
              <a:t>滑动窗口的重要特性</a:t>
            </a:r>
          </a:p>
        </p:txBody>
      </p:sp>
      <p:sp>
        <p:nvSpPr>
          <p:cNvPr id="94211" name="文本占位符 313346">
            <a:extLst>
              <a:ext uri="{FF2B5EF4-FFF2-40B4-BE49-F238E27FC236}">
                <a16:creationId xmlns:a16="http://schemas.microsoft.com/office/drawing/2014/main" id="{AB12D40B-E438-43F3-87E0-5CDDF64A7822}"/>
              </a:ext>
            </a:extLst>
          </p:cNvPr>
          <p:cNvSpPr>
            <a:spLocks noGrp="1"/>
          </p:cNvSpPr>
          <p:nvPr>
            <p:ph type="body" idx="1"/>
          </p:nvPr>
        </p:nvSpPr>
        <p:spPr>
          <a:xfrm>
            <a:off x="539750" y="1412875"/>
            <a:ext cx="8001000" cy="4535488"/>
          </a:xfrm>
        </p:spPr>
        <p:txBody>
          <a:bodyPr/>
          <a:lstStyle/>
          <a:p>
            <a:r>
              <a:rPr lang="zh-CN" altLang="en-US" dirty="0"/>
              <a:t>只有在接收窗口向前滑动时（与此同时也发送了确认），发送窗口才有可能向前滑动。</a:t>
            </a:r>
          </a:p>
          <a:p>
            <a:r>
              <a:rPr lang="zh-CN" altLang="en-US" dirty="0"/>
              <a:t>收发两端的窗口按照以上规律不断地向前滑动，因此这种协议又称为滑动窗口协议。</a:t>
            </a:r>
          </a:p>
          <a:p>
            <a:r>
              <a:rPr lang="zh-CN" altLang="en-US" dirty="0"/>
              <a:t>当发送窗口和接收窗口的大小都等于 </a:t>
            </a:r>
            <a:r>
              <a:rPr lang="en-US" altLang="zh-CN" dirty="0"/>
              <a:t>1</a:t>
            </a:r>
            <a:r>
              <a:rPr lang="zh-CN" altLang="en-US" dirty="0"/>
              <a:t>时，就是停止等待协议。  </a:t>
            </a:r>
          </a:p>
        </p:txBody>
      </p:sp>
    </p:spTree>
    <p:extLst>
      <p:ext uri="{BB962C8B-B14F-4D97-AF65-F5344CB8AC3E}">
        <p14:creationId xmlns:p14="http://schemas.microsoft.com/office/powerpoint/2010/main" val="1040111404"/>
      </p:ext>
    </p:extLst>
  </p:cSld>
  <p:clrMapOvr>
    <a:masterClrMapping/>
  </p:clrMapOvr>
  <p:transition spd="slow">
    <p:randomBar dir="ver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A8FE6F72-C5FD-473A-BED5-299642F7A1B6}"/>
              </a:ext>
            </a:extLst>
          </p:cNvPr>
          <p:cNvSpPr>
            <a:spLocks noGrp="1"/>
          </p:cNvSpPr>
          <p:nvPr>
            <p:ph type="title"/>
          </p:nvPr>
        </p:nvSpPr>
        <p:spPr/>
        <p:txBody>
          <a:bodyPr/>
          <a:lstStyle/>
          <a:p>
            <a:r>
              <a:rPr lang="zh-CN" altLang="en-US"/>
              <a:t>捎带技术</a:t>
            </a:r>
            <a:endParaRPr lang="en-US" altLang="zh-CN"/>
          </a:p>
        </p:txBody>
      </p:sp>
      <p:sp>
        <p:nvSpPr>
          <p:cNvPr id="226307" name="Rectangle 3">
            <a:extLst>
              <a:ext uri="{FF2B5EF4-FFF2-40B4-BE49-F238E27FC236}">
                <a16:creationId xmlns:a16="http://schemas.microsoft.com/office/drawing/2014/main" id="{6E988C14-8DB7-4AA8-B8F6-E11D6151D19B}"/>
              </a:ext>
            </a:extLst>
          </p:cNvPr>
          <p:cNvSpPr>
            <a:spLocks noGrp="1"/>
          </p:cNvSpPr>
          <p:nvPr>
            <p:ph type="body" idx="1"/>
          </p:nvPr>
        </p:nvSpPr>
        <p:spPr>
          <a:xfrm>
            <a:off x="323850" y="1225550"/>
            <a:ext cx="8496300" cy="5227638"/>
          </a:xfrm>
        </p:spPr>
        <p:txBody>
          <a:bodyPr/>
          <a:lstStyle/>
          <a:p>
            <a:r>
              <a:rPr lang="zh-CN" altLang="en-US" sz="2600" dirty="0"/>
              <a:t>在全双工通信中，数据是</a:t>
            </a:r>
            <a:r>
              <a:rPr lang="zh-CN" altLang="en-US" sz="2600" b="1" dirty="0"/>
              <a:t>双向通信</a:t>
            </a:r>
            <a:r>
              <a:rPr lang="zh-CN" altLang="en-US" sz="2600" dirty="0"/>
              <a:t>。从</a:t>
            </a:r>
            <a:r>
              <a:rPr lang="en-US" altLang="zh-CN" sz="2600" dirty="0"/>
              <a:t>A</a:t>
            </a:r>
            <a:r>
              <a:rPr lang="zh-CN" altLang="en-US" sz="2600" dirty="0"/>
              <a:t>机器到</a:t>
            </a:r>
            <a:r>
              <a:rPr lang="en-US" altLang="zh-CN" sz="2600" dirty="0"/>
              <a:t>B</a:t>
            </a:r>
            <a:r>
              <a:rPr lang="zh-CN" altLang="en-US" sz="2600" dirty="0"/>
              <a:t>机器的数据帧和从</a:t>
            </a:r>
            <a:r>
              <a:rPr lang="en-US" altLang="zh-CN" sz="2600" dirty="0"/>
              <a:t>A</a:t>
            </a:r>
            <a:r>
              <a:rPr lang="zh-CN" altLang="en-US" sz="2600" dirty="0"/>
              <a:t>到</a:t>
            </a:r>
            <a:r>
              <a:rPr lang="en-US" altLang="zh-CN" sz="2600" dirty="0"/>
              <a:t>B</a:t>
            </a:r>
            <a:r>
              <a:rPr lang="zh-CN" altLang="en-US" sz="2600" dirty="0"/>
              <a:t>的确认帧混在一起，接收方通过查看到达的帧头部的</a:t>
            </a:r>
            <a:r>
              <a:rPr lang="en-US" altLang="zh-CN" sz="2600" dirty="0"/>
              <a:t>kind</a:t>
            </a:r>
            <a:r>
              <a:rPr lang="zh-CN" altLang="en-US" sz="2600" dirty="0"/>
              <a:t>字段，区别是数据帧还是确认帧。 </a:t>
            </a:r>
          </a:p>
          <a:p>
            <a:r>
              <a:rPr lang="zh-CN" altLang="en-US" sz="2600" b="1" dirty="0"/>
              <a:t>捎带技术：</a:t>
            </a:r>
            <a:r>
              <a:rPr lang="zh-CN" altLang="en-US" sz="2600" dirty="0"/>
              <a:t>将</a:t>
            </a:r>
            <a:r>
              <a:rPr lang="zh-CN" altLang="en-US" sz="2600" b="1" dirty="0"/>
              <a:t>确认帧附加到发送的数据帧上。</a:t>
            </a:r>
            <a:endParaRPr lang="zh-CN" altLang="en-US" sz="2600" b="1" dirty="0">
              <a:solidFill>
                <a:schemeClr val="accent2"/>
              </a:solidFill>
            </a:endParaRPr>
          </a:p>
          <a:p>
            <a:r>
              <a:rPr lang="zh-CN" altLang="en-US" sz="2600" b="1" dirty="0"/>
              <a:t>捎带技术优点：</a:t>
            </a:r>
            <a:r>
              <a:rPr lang="zh-CN" altLang="en-US" sz="2600" dirty="0"/>
              <a:t>开销少，减少“帧到达”中断次数，占接收方的缓冲区少。  </a:t>
            </a:r>
            <a:r>
              <a:rPr lang="zh-CN" altLang="en-US" sz="2600" dirty="0">
                <a:solidFill>
                  <a:schemeClr val="accent2"/>
                </a:solidFill>
              </a:rPr>
              <a:t> </a:t>
            </a:r>
            <a:endParaRPr lang="zh-CN" altLang="en-US" sz="2600" b="1" dirty="0">
              <a:solidFill>
                <a:schemeClr val="accent2"/>
              </a:solidFill>
            </a:endParaRPr>
          </a:p>
          <a:p>
            <a:r>
              <a:rPr lang="zh-CN" altLang="en-US" sz="2600" b="1" dirty="0"/>
              <a:t>捎带技术缺点：</a:t>
            </a:r>
            <a:r>
              <a:rPr lang="zh-CN" altLang="en-US" sz="2600" dirty="0"/>
              <a:t>捎带技术比单独确认复杂（链路层无法预知下一个分组何时到来），</a:t>
            </a:r>
            <a:r>
              <a:rPr lang="zh-CN" altLang="en-US" sz="2600" b="1" dirty="0"/>
              <a:t>等待时间不能超过发送方的时间间隔</a:t>
            </a:r>
            <a:r>
              <a:rPr lang="zh-CN" altLang="en-US" sz="2600" dirty="0"/>
              <a:t>，否则，帧会重发。采用折衷方法，</a:t>
            </a:r>
            <a:r>
              <a:rPr lang="zh-CN" altLang="en-US" sz="2600" b="1" dirty="0"/>
              <a:t>设置一个时间片，如果分组很快到来，就采用捎带技术，否则就单独发确认帧。    </a:t>
            </a:r>
            <a:endParaRPr lang="zh-CN" altLang="en-US" sz="2600" dirty="0"/>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26307">
                                            <p:txEl>
                                              <p:pRg st="1" end="1"/>
                                            </p:txEl>
                                          </p:spTgt>
                                        </p:tgtEl>
                                        <p:attrNameLst>
                                          <p:attrName>style.visibility</p:attrName>
                                        </p:attrNameLst>
                                      </p:cBhvr>
                                      <p:to>
                                        <p:strVal val="visible"/>
                                      </p:to>
                                    </p:set>
                                    <p:animEffect transition="in" filter="circle(in)">
                                      <p:cBhvr>
                                        <p:cTn id="7" dur="2000"/>
                                        <p:tgtEl>
                                          <p:spTgt spid="2263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26307">
                                            <p:txEl>
                                              <p:pRg st="2" end="2"/>
                                            </p:txEl>
                                          </p:spTgt>
                                        </p:tgtEl>
                                        <p:attrNameLst>
                                          <p:attrName>style.visibility</p:attrName>
                                        </p:attrNameLst>
                                      </p:cBhvr>
                                      <p:to>
                                        <p:strVal val="visible"/>
                                      </p:to>
                                    </p:set>
                                    <p:animEffect transition="in" filter="circle(in)">
                                      <p:cBhvr>
                                        <p:cTn id="12" dur="2000"/>
                                        <p:tgtEl>
                                          <p:spTgt spid="2263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26307">
                                            <p:txEl>
                                              <p:pRg st="3" end="3"/>
                                            </p:txEl>
                                          </p:spTgt>
                                        </p:tgtEl>
                                        <p:attrNameLst>
                                          <p:attrName>style.visibility</p:attrName>
                                        </p:attrNameLst>
                                      </p:cBhvr>
                                      <p:to>
                                        <p:strVal val="visible"/>
                                      </p:to>
                                    </p:set>
                                    <p:animEffect transition="in" filter="circle(in)">
                                      <p:cBhvr>
                                        <p:cTn id="17" dur="2000"/>
                                        <p:tgtEl>
                                          <p:spTgt spid="226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7A61BD-4056-4EBA-BA0B-606D599F0176}"/>
              </a:ext>
            </a:extLst>
          </p:cNvPr>
          <p:cNvSpPr>
            <a:spLocks noGrp="1"/>
          </p:cNvSpPr>
          <p:nvPr>
            <p:ph type="title"/>
          </p:nvPr>
        </p:nvSpPr>
        <p:spPr/>
        <p:txBody>
          <a:bodyPr/>
          <a:lstStyle/>
          <a:p>
            <a:pPr algn="ctr"/>
            <a:r>
              <a:rPr lang="zh-CN" altLang="en-US" dirty="0"/>
              <a:t>连续 </a:t>
            </a:r>
            <a:r>
              <a:rPr lang="en-US" altLang="zh-CN" dirty="0"/>
              <a:t>ARQ </a:t>
            </a:r>
            <a:r>
              <a:rPr lang="zh-CN" altLang="en-US" dirty="0"/>
              <a:t>中的滑动窗口 </a:t>
            </a:r>
          </a:p>
        </p:txBody>
      </p:sp>
      <p:sp>
        <p:nvSpPr>
          <p:cNvPr id="4" name="文本占位符 308226">
            <a:extLst>
              <a:ext uri="{FF2B5EF4-FFF2-40B4-BE49-F238E27FC236}">
                <a16:creationId xmlns:a16="http://schemas.microsoft.com/office/drawing/2014/main" id="{1C7F0E65-D1EF-4BAD-BDAB-57B959D3F72A}"/>
              </a:ext>
            </a:extLst>
          </p:cNvPr>
          <p:cNvSpPr txBox="1">
            <a:spLocks/>
          </p:cNvSpPr>
          <p:nvPr/>
        </p:nvSpPr>
        <p:spPr bwMode="auto">
          <a:xfrm>
            <a:off x="539750" y="1268413"/>
            <a:ext cx="8005763"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fontAlgn="base">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lvl="1" indent="-434975" algn="l" rtl="0" fontAlgn="base">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lvl="2" indent="-393700" algn="l" rtl="0" fontAlgn="base">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lvl="3" indent="-387350" algn="l" rtl="0" fontAlgn="base">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lvl="4" indent="-398463" algn="l" rtl="0" fontAlgn="base">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5000"/>
              </a:spcBef>
              <a:spcAft>
                <a:spcPct val="0"/>
              </a:spcAft>
              <a:buClr>
                <a:schemeClr val="accent2"/>
              </a:buClr>
              <a:buFont typeface="Wingdings" pitchFamily="2" charset="2"/>
              <a:buChar char="§"/>
              <a:defRPr sz="2000" b="0" i="0" u="none" kern="1200" baseline="0">
                <a:solidFill>
                  <a:schemeClr val="tx1"/>
                </a:solidFill>
                <a:latin typeface="+mn-lt"/>
                <a:ea typeface="+mn-ea"/>
                <a:cs typeface="+mn-cs"/>
              </a:defRPr>
            </a:lvl9pPr>
          </a:lstStyle>
          <a:p>
            <a:pPr algn="just">
              <a:lnSpc>
                <a:spcPct val="90000"/>
              </a:lnSpc>
            </a:pPr>
            <a:r>
              <a:rPr lang="zh-CN" altLang="en-US" sz="2400" dirty="0"/>
              <a:t>连续</a:t>
            </a:r>
            <a:r>
              <a:rPr lang="en-US" altLang="zh-CN" sz="2400" dirty="0"/>
              <a:t>ARQ</a:t>
            </a:r>
            <a:r>
              <a:rPr lang="zh-CN" altLang="en-US" sz="2400" dirty="0"/>
              <a:t>的发送方窗口大于</a:t>
            </a:r>
            <a:r>
              <a:rPr lang="en-US" altLang="zh-CN" sz="2400" dirty="0"/>
              <a:t>1</a:t>
            </a:r>
            <a:r>
              <a:rPr lang="zh-CN" altLang="en-US" sz="2400" dirty="0"/>
              <a:t>，接收方窗口等于</a:t>
            </a:r>
            <a:r>
              <a:rPr lang="en-US" altLang="zh-CN" sz="2400" dirty="0"/>
              <a:t>1</a:t>
            </a:r>
            <a:r>
              <a:rPr lang="zh-CN" altLang="en-US" sz="2400" dirty="0"/>
              <a:t>；</a:t>
            </a:r>
            <a:endParaRPr lang="en-US" altLang="zh-CN" sz="2400" dirty="0"/>
          </a:p>
          <a:p>
            <a:pPr algn="just">
              <a:lnSpc>
                <a:spcPct val="90000"/>
              </a:lnSpc>
            </a:pPr>
            <a:endParaRPr lang="zh-CN" altLang="en-US" sz="2400" dirty="0"/>
          </a:p>
          <a:p>
            <a:pPr algn="just">
              <a:lnSpc>
                <a:spcPct val="90000"/>
              </a:lnSpc>
            </a:pPr>
            <a:r>
              <a:rPr lang="zh-CN" altLang="en-US" sz="2400" dirty="0"/>
              <a:t>当用 </a:t>
            </a:r>
            <a:r>
              <a:rPr lang="en-US" altLang="zh-CN" sz="2400" dirty="0"/>
              <a:t>n </a:t>
            </a:r>
            <a:r>
              <a:rPr lang="zh-CN" altLang="en-US" sz="2400" dirty="0"/>
              <a:t>个比特进行编号时，若接收窗口的大小为 </a:t>
            </a:r>
            <a:r>
              <a:rPr lang="en-US" altLang="zh-CN" sz="2400" dirty="0"/>
              <a:t>1</a:t>
            </a:r>
            <a:r>
              <a:rPr lang="zh-CN" altLang="en-US" sz="2400" dirty="0"/>
              <a:t>，则只有在发送窗口的大小 </a:t>
            </a:r>
            <a:r>
              <a:rPr lang="en-US" altLang="zh-CN" sz="2400" dirty="0"/>
              <a:t>W</a:t>
            </a:r>
            <a:r>
              <a:rPr lang="en-US" altLang="zh-CN" sz="2400" baseline="-25000" dirty="0"/>
              <a:t>T</a:t>
            </a:r>
            <a:r>
              <a:rPr lang="en-US" altLang="zh-CN" sz="2400" dirty="0"/>
              <a:t> ≤ 2</a:t>
            </a:r>
            <a:r>
              <a:rPr lang="en-US" altLang="zh-CN" sz="2400" baseline="30000" dirty="0"/>
              <a:t>n</a:t>
            </a:r>
            <a:r>
              <a:rPr lang="en-US" altLang="zh-CN" sz="2400" dirty="0"/>
              <a:t>-1</a:t>
            </a:r>
            <a:r>
              <a:rPr lang="zh-CN" altLang="en-US" sz="2400" dirty="0"/>
              <a:t>时，连续 </a:t>
            </a:r>
            <a:r>
              <a:rPr lang="en-US" altLang="zh-CN" sz="2400" dirty="0"/>
              <a:t>ARQ </a:t>
            </a:r>
            <a:r>
              <a:rPr lang="zh-CN" altLang="en-US" sz="2400" dirty="0"/>
              <a:t>协议才能正确运行；</a:t>
            </a:r>
            <a:endParaRPr lang="en-US" altLang="zh-CN" sz="2400" dirty="0"/>
          </a:p>
          <a:p>
            <a:pPr lvl="1">
              <a:lnSpc>
                <a:spcPct val="90000"/>
              </a:lnSpc>
            </a:pPr>
            <a:r>
              <a:rPr lang="zh-CN" altLang="en-US" sz="2400" dirty="0"/>
              <a:t>这是考虑所有确认帧都丢失</a:t>
            </a:r>
            <a:r>
              <a:rPr lang="en-US" altLang="zh-CN" sz="2400" dirty="0"/>
              <a:t>,</a:t>
            </a:r>
            <a:r>
              <a:rPr lang="zh-CN" altLang="en-US" sz="2400" dirty="0"/>
              <a:t>重传帧被当成新的一轮帧的特殊情况。</a:t>
            </a:r>
            <a:endParaRPr lang="en-US" altLang="zh-CN" sz="2400" dirty="0"/>
          </a:p>
          <a:p>
            <a:pPr algn="just">
              <a:lnSpc>
                <a:spcPct val="90000"/>
              </a:lnSpc>
            </a:pPr>
            <a:endParaRPr lang="zh-CN" altLang="en-US" sz="2400" dirty="0"/>
          </a:p>
          <a:p>
            <a:pPr>
              <a:lnSpc>
                <a:spcPct val="90000"/>
              </a:lnSpc>
            </a:pPr>
            <a:r>
              <a:rPr lang="zh-CN" altLang="en-US" sz="2400" dirty="0"/>
              <a:t>在连续 </a:t>
            </a:r>
            <a:r>
              <a:rPr lang="en-US" altLang="zh-CN" sz="2400" dirty="0"/>
              <a:t>ARQ </a:t>
            </a:r>
            <a:r>
              <a:rPr lang="zh-CN" altLang="en-US" sz="2400" dirty="0"/>
              <a:t>协议中，接收窗口的大小 </a:t>
            </a:r>
            <a:r>
              <a:rPr lang="en-US" altLang="zh-CN" sz="2400" dirty="0"/>
              <a:t>W</a:t>
            </a:r>
            <a:r>
              <a:rPr lang="en-US" altLang="zh-CN" sz="2400" baseline="-25000" dirty="0"/>
              <a:t>R</a:t>
            </a:r>
            <a:r>
              <a:rPr lang="en-US" altLang="zh-CN" sz="2400" dirty="0"/>
              <a:t> = 1</a:t>
            </a:r>
            <a:r>
              <a:rPr lang="zh-CN" altLang="en-US" sz="2400" dirty="0"/>
              <a:t>：</a:t>
            </a:r>
            <a:endParaRPr lang="en-US" altLang="zh-CN" sz="2400" dirty="0"/>
          </a:p>
          <a:p>
            <a:pPr lvl="1">
              <a:lnSpc>
                <a:spcPct val="90000"/>
              </a:lnSpc>
            </a:pPr>
            <a:r>
              <a:rPr lang="zh-CN" altLang="en-US" sz="2400" dirty="0"/>
              <a:t>只有当收到的帧的序号与接收窗口一致时才能接收该帧。否则，就丢弃它。</a:t>
            </a:r>
          </a:p>
          <a:p>
            <a:pPr lvl="1">
              <a:lnSpc>
                <a:spcPct val="90000"/>
              </a:lnSpc>
            </a:pPr>
            <a:r>
              <a:rPr lang="zh-CN" altLang="en-US" sz="2400" dirty="0"/>
              <a:t>每收到一个序号正确的帧，接收窗口就向前（即向右方）滑动一个帧的位置。同时发送对该帧的确认。</a:t>
            </a:r>
            <a:endParaRPr lang="en-US" altLang="zh-CN" sz="2400" dirty="0"/>
          </a:p>
        </p:txBody>
      </p:sp>
    </p:spTree>
    <p:extLst>
      <p:ext uri="{BB962C8B-B14F-4D97-AF65-F5344CB8AC3E}">
        <p14:creationId xmlns:p14="http://schemas.microsoft.com/office/powerpoint/2010/main" val="2965241001"/>
      </p:ext>
    </p:extLst>
  </p:cSld>
  <p:clrMapOvr>
    <a:masterClrMapping/>
  </p:clrMapOvr>
  <p:transition spd="slow">
    <p:randomBar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313345">
            <a:extLst>
              <a:ext uri="{FF2B5EF4-FFF2-40B4-BE49-F238E27FC236}">
                <a16:creationId xmlns:a16="http://schemas.microsoft.com/office/drawing/2014/main" id="{1CA3D9FF-EC83-42C5-B870-989E8CDEAA89}"/>
              </a:ext>
            </a:extLst>
          </p:cNvPr>
          <p:cNvSpPr>
            <a:spLocks noGrp="1"/>
          </p:cNvSpPr>
          <p:nvPr>
            <p:ph type="title"/>
          </p:nvPr>
        </p:nvSpPr>
        <p:spPr/>
        <p:txBody>
          <a:bodyPr/>
          <a:lstStyle/>
          <a:p>
            <a:r>
              <a:rPr lang="en-US" altLang="zh-CN" dirty="0"/>
              <a:t>4.</a:t>
            </a:r>
            <a:r>
              <a:rPr lang="zh-CN" altLang="en-US" dirty="0"/>
              <a:t>选择重传</a:t>
            </a:r>
            <a:r>
              <a:rPr lang="en-US" altLang="zh-CN" dirty="0"/>
              <a:t>ARQ</a:t>
            </a:r>
            <a:r>
              <a:rPr lang="zh-CN" altLang="en-US" dirty="0"/>
              <a:t>协议</a:t>
            </a:r>
          </a:p>
        </p:txBody>
      </p:sp>
      <p:sp>
        <p:nvSpPr>
          <p:cNvPr id="102403" name="文本占位符 313346">
            <a:extLst>
              <a:ext uri="{FF2B5EF4-FFF2-40B4-BE49-F238E27FC236}">
                <a16:creationId xmlns:a16="http://schemas.microsoft.com/office/drawing/2014/main" id="{96B3D0B1-61EB-4DE7-8CEB-DFC2919FD71B}"/>
              </a:ext>
            </a:extLst>
          </p:cNvPr>
          <p:cNvSpPr>
            <a:spLocks noGrp="1"/>
          </p:cNvSpPr>
          <p:nvPr>
            <p:ph type="body" idx="1"/>
          </p:nvPr>
        </p:nvSpPr>
        <p:spPr>
          <a:xfrm>
            <a:off x="539750" y="1412875"/>
            <a:ext cx="8001000" cy="4535488"/>
          </a:xfrm>
        </p:spPr>
        <p:txBody>
          <a:bodyPr/>
          <a:lstStyle/>
          <a:p>
            <a:pPr>
              <a:lnSpc>
                <a:spcPct val="90000"/>
              </a:lnSpc>
            </a:pPr>
            <a:r>
              <a:rPr lang="zh-CN" altLang="en-US" sz="3200" dirty="0">
                <a:latin typeface="+mn-ea"/>
              </a:rPr>
              <a:t>选择重传</a:t>
            </a:r>
            <a:r>
              <a:rPr lang="en-US" altLang="zh-CN" sz="3200" dirty="0">
                <a:latin typeface="+mn-ea"/>
              </a:rPr>
              <a:t>ARQ</a:t>
            </a:r>
            <a:r>
              <a:rPr lang="zh-CN" altLang="en-US" sz="3200" dirty="0">
                <a:latin typeface="+mn-ea"/>
              </a:rPr>
              <a:t>协议加大接收窗口，先收下发送序号不连续但仍处在接收窗口中的那些数据帧。等到所缺序号的数据帧收到后再一并送交主机。</a:t>
            </a:r>
          </a:p>
          <a:p>
            <a:pPr>
              <a:lnSpc>
                <a:spcPct val="90000"/>
              </a:lnSpc>
            </a:pPr>
            <a:r>
              <a:rPr lang="zh-CN" altLang="en-US" sz="3200" dirty="0">
                <a:latin typeface="+mn-ea"/>
              </a:rPr>
              <a:t>选择重传 </a:t>
            </a:r>
            <a:r>
              <a:rPr lang="en-US" altLang="zh-CN" sz="3200" dirty="0">
                <a:latin typeface="+mn-ea"/>
              </a:rPr>
              <a:t>ARQ </a:t>
            </a:r>
            <a:r>
              <a:rPr lang="zh-CN" altLang="en-US" sz="3200" dirty="0">
                <a:latin typeface="+mn-ea"/>
              </a:rPr>
              <a:t>协议可避免重复传送那些本来已经正确到达接收端的数据帧。</a:t>
            </a:r>
          </a:p>
          <a:p>
            <a:pPr>
              <a:lnSpc>
                <a:spcPct val="90000"/>
              </a:lnSpc>
            </a:pPr>
            <a:r>
              <a:rPr lang="zh-CN" altLang="en-US" sz="3200" dirty="0">
                <a:latin typeface="+mn-ea"/>
              </a:rPr>
              <a:t>付出的代价是在接收端要设置具有相当容量的缓存空间。</a:t>
            </a:r>
            <a:endParaRPr lang="zh-CN" altLang="en-US" dirty="0">
              <a:latin typeface="+mn-ea"/>
            </a:endParaRPr>
          </a:p>
        </p:txBody>
      </p:sp>
    </p:spTree>
  </p:cSld>
  <p:clrMapOvr>
    <a:masterClrMapping/>
  </p:clrMapOvr>
  <p:transition spd="slow">
    <p:randomBar dir="ver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628ADF-B49C-461C-812D-D5108D887BC6}"/>
              </a:ext>
            </a:extLst>
          </p:cNvPr>
          <p:cNvSpPr>
            <a:spLocks noGrp="1"/>
          </p:cNvSpPr>
          <p:nvPr>
            <p:ph type="title"/>
          </p:nvPr>
        </p:nvSpPr>
        <p:spPr/>
        <p:txBody>
          <a:bodyPr/>
          <a:lstStyle/>
          <a:p>
            <a:pPr algn="ctr"/>
            <a:r>
              <a:rPr lang="zh-CN" altLang="en-US" dirty="0"/>
              <a:t>选择重传</a:t>
            </a:r>
            <a:r>
              <a:rPr lang="en-US" altLang="zh-CN" dirty="0"/>
              <a:t>ARQ </a:t>
            </a:r>
            <a:r>
              <a:rPr lang="zh-CN" altLang="en-US" dirty="0"/>
              <a:t>中的滑动窗口 </a:t>
            </a:r>
          </a:p>
        </p:txBody>
      </p:sp>
      <p:sp>
        <p:nvSpPr>
          <p:cNvPr id="3" name="内容占位符 2">
            <a:extLst>
              <a:ext uri="{FF2B5EF4-FFF2-40B4-BE49-F238E27FC236}">
                <a16:creationId xmlns:a16="http://schemas.microsoft.com/office/drawing/2014/main" id="{7EFA92DE-231D-4E74-9FB4-E569B4D43FD6}"/>
              </a:ext>
            </a:extLst>
          </p:cNvPr>
          <p:cNvSpPr>
            <a:spLocks noGrp="1"/>
          </p:cNvSpPr>
          <p:nvPr>
            <p:ph idx="1"/>
          </p:nvPr>
        </p:nvSpPr>
        <p:spPr/>
        <p:txBody>
          <a:bodyPr/>
          <a:lstStyle/>
          <a:p>
            <a:pPr algn="just">
              <a:lnSpc>
                <a:spcPct val="90000"/>
              </a:lnSpc>
              <a:defRPr/>
            </a:pPr>
            <a:r>
              <a:rPr lang="zh-CN" altLang="en-US" sz="2800" dirty="0"/>
              <a:t>选择重传 </a:t>
            </a:r>
            <a:r>
              <a:rPr lang="en-US" altLang="zh-CN" sz="2800" dirty="0"/>
              <a:t>ARQ </a:t>
            </a:r>
            <a:r>
              <a:rPr lang="zh-CN" altLang="en-US" sz="2800" dirty="0"/>
              <a:t>协议，若用 </a:t>
            </a:r>
            <a:r>
              <a:rPr lang="en-US" altLang="zh-CN" sz="2800" dirty="0"/>
              <a:t>n </a:t>
            </a:r>
            <a:r>
              <a:rPr lang="zh-CN" altLang="en-US" sz="2800" dirty="0"/>
              <a:t>比特进行编号；</a:t>
            </a:r>
          </a:p>
          <a:p>
            <a:pPr algn="just">
              <a:lnSpc>
                <a:spcPct val="90000"/>
              </a:lnSpc>
              <a:defRPr/>
            </a:pPr>
            <a:endParaRPr lang="en-US" altLang="zh-CN" sz="2800" dirty="0"/>
          </a:p>
          <a:p>
            <a:pPr algn="just">
              <a:lnSpc>
                <a:spcPct val="90000"/>
              </a:lnSpc>
              <a:defRPr/>
            </a:pPr>
            <a:r>
              <a:rPr lang="zh-CN" altLang="en-US" sz="2800" dirty="0"/>
              <a:t>发送窗口和接收窗口大小之和要小于等于</a:t>
            </a:r>
            <a:r>
              <a:rPr lang="en-US" altLang="zh-CN" sz="2800" dirty="0"/>
              <a:t>2</a:t>
            </a:r>
            <a:r>
              <a:rPr lang="en-US" altLang="zh-CN" sz="2800" baseline="30000" dirty="0"/>
              <a:t>n</a:t>
            </a:r>
            <a:r>
              <a:rPr lang="en-US" altLang="zh-CN" sz="2800" dirty="0"/>
              <a:t>,</a:t>
            </a:r>
            <a:r>
              <a:rPr lang="zh-CN" altLang="en-US" sz="2800" dirty="0"/>
              <a:t>否则确认都丢失时会导致接收方将重传认为是新数据；</a:t>
            </a:r>
          </a:p>
          <a:p>
            <a:pPr algn="just">
              <a:lnSpc>
                <a:spcPct val="90000"/>
              </a:lnSpc>
              <a:defRPr/>
            </a:pPr>
            <a:endParaRPr lang="en-US" altLang="zh-CN" sz="2800" dirty="0"/>
          </a:p>
          <a:p>
            <a:pPr algn="just">
              <a:lnSpc>
                <a:spcPct val="90000"/>
              </a:lnSpc>
              <a:defRPr/>
            </a:pPr>
            <a:r>
              <a:rPr lang="zh-CN" altLang="en-US" sz="2800" dirty="0"/>
              <a:t>接收窗口要小于等于发送窗口，否则没有意义；</a:t>
            </a:r>
          </a:p>
          <a:p>
            <a:pPr algn="just">
              <a:lnSpc>
                <a:spcPct val="90000"/>
              </a:lnSpc>
              <a:defRPr/>
            </a:pPr>
            <a:endParaRPr lang="zh-CN" altLang="en-US" sz="2800" dirty="0"/>
          </a:p>
          <a:p>
            <a:pPr algn="just">
              <a:lnSpc>
                <a:spcPct val="90000"/>
              </a:lnSpc>
              <a:defRPr/>
            </a:pPr>
            <a:r>
              <a:rPr lang="zh-CN" altLang="en-US" sz="2800" dirty="0"/>
              <a:t>接收窗口的最大值受下式的约束：</a:t>
            </a:r>
            <a:endParaRPr lang="en-US" altLang="zh-CN" sz="2800" dirty="0"/>
          </a:p>
          <a:p>
            <a:pPr marL="0" indent="0" algn="ctr">
              <a:lnSpc>
                <a:spcPct val="90000"/>
              </a:lnSpc>
              <a:buNone/>
              <a:defRPr/>
            </a:pPr>
            <a:r>
              <a:rPr lang="en-US" altLang="zh-CN" sz="2800" b="1" i="1" dirty="0">
                <a:latin typeface="仿宋_GB2312" pitchFamily="49" charset="-122"/>
                <a:ea typeface="仿宋_GB2312" pitchFamily="49" charset="-122"/>
              </a:rPr>
              <a:t>W</a:t>
            </a:r>
            <a:r>
              <a:rPr lang="en-US" altLang="zh-CN" sz="2800" b="1" i="1" baseline="-25000" dirty="0">
                <a:latin typeface="仿宋_GB2312" pitchFamily="49" charset="-122"/>
                <a:ea typeface="仿宋_GB2312" pitchFamily="49" charset="-122"/>
              </a:rPr>
              <a:t>R</a:t>
            </a:r>
            <a:r>
              <a:rPr lang="en-US" altLang="zh-CN" sz="2800" b="1" i="1" dirty="0">
                <a:latin typeface="仿宋_GB2312" pitchFamily="49" charset="-122"/>
                <a:ea typeface="仿宋_GB2312" pitchFamily="49" charset="-122"/>
              </a:rPr>
              <a:t> </a:t>
            </a:r>
            <a:r>
              <a:rPr lang="en-US" altLang="zh-CN" sz="2800" b="1" dirty="0">
                <a:latin typeface="仿宋_GB2312" pitchFamily="49" charset="-122"/>
                <a:ea typeface="仿宋_GB2312" pitchFamily="49" charset="-122"/>
                <a:sym typeface="Symbol" panose="05050102010706020507" pitchFamily="18" charset="2"/>
              </a:rPr>
              <a:t></a:t>
            </a:r>
            <a:r>
              <a:rPr lang="en-US" altLang="zh-CN" sz="2800" b="1" dirty="0">
                <a:latin typeface="仿宋_GB2312" pitchFamily="49" charset="-122"/>
                <a:ea typeface="仿宋_GB2312" pitchFamily="49" charset="-122"/>
              </a:rPr>
              <a:t> 2</a:t>
            </a:r>
            <a:r>
              <a:rPr lang="en-US" altLang="zh-CN" sz="2800" b="1" i="1" baseline="30000" dirty="0">
                <a:latin typeface="仿宋_GB2312" pitchFamily="49" charset="-122"/>
                <a:ea typeface="仿宋_GB2312" pitchFamily="49" charset="-122"/>
              </a:rPr>
              <a:t>n</a:t>
            </a:r>
            <a:r>
              <a:rPr lang="en-US" altLang="zh-CN" sz="2800" b="1" dirty="0">
                <a:latin typeface="仿宋_GB2312" pitchFamily="49" charset="-122"/>
                <a:ea typeface="仿宋_GB2312" pitchFamily="49" charset="-122"/>
              </a:rPr>
              <a:t>/2</a:t>
            </a:r>
            <a:endParaRPr lang="en-US" altLang="zh-CN" sz="2800" dirty="0">
              <a:latin typeface="仿宋_GB2312" pitchFamily="49" charset="-122"/>
              <a:ea typeface="仿宋_GB2312" pitchFamily="49" charset="-122"/>
            </a:endParaRPr>
          </a:p>
          <a:p>
            <a:endParaRPr lang="zh-CN" altLang="en-US" sz="2800" dirty="0"/>
          </a:p>
        </p:txBody>
      </p:sp>
    </p:spTree>
    <p:extLst>
      <p:ext uri="{BB962C8B-B14F-4D97-AF65-F5344CB8AC3E}">
        <p14:creationId xmlns:p14="http://schemas.microsoft.com/office/powerpoint/2010/main" val="2719136921"/>
      </p:ext>
    </p:extLst>
  </p:cSld>
  <p:clrMapOvr>
    <a:masterClrMapping/>
  </p:clrMapOvr>
  <p:transition spd="slow">
    <p:randomBar dir="vert"/>
  </p:transition>
</p:sld>
</file>

<file path=ppt/theme/theme1.xml><?xml version="1.0" encoding="utf-8"?>
<a:theme xmlns:a="http://schemas.openxmlformats.org/drawingml/2006/main" name="Profile">
  <a:themeElements>
    <a:clrScheme name="">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dirty="0" smtClean="0">
            <a:solidFill>
              <a:schemeClr val="tx1"/>
            </a:solidFill>
          </a:defRPr>
        </a:defPPr>
      </a:lstStyle>
    </a:tx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2298</TotalTime>
  <Words>5669</Words>
  <Application>Microsoft Office PowerPoint</Application>
  <PresentationFormat>全屏显示(4:3)</PresentationFormat>
  <Paragraphs>907</Paragraphs>
  <Slides>70</Slides>
  <Notes>5</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70</vt:i4>
      </vt:variant>
    </vt:vector>
  </HeadingPairs>
  <TitlesOfParts>
    <vt:vector size="83" baseType="lpstr">
      <vt:lpstr>仿宋_GB2312</vt:lpstr>
      <vt:lpstr>宋体</vt:lpstr>
      <vt:lpstr>微软雅黑</vt:lpstr>
      <vt:lpstr>Arial</vt:lpstr>
      <vt:lpstr>Calibri</vt:lpstr>
      <vt:lpstr>CordiaUPC</vt:lpstr>
      <vt:lpstr>Tahoma</vt:lpstr>
      <vt:lpstr>Times New Roman</vt:lpstr>
      <vt:lpstr>Verdana</vt:lpstr>
      <vt:lpstr>Wingdings</vt:lpstr>
      <vt:lpstr>Profile</vt:lpstr>
      <vt:lpstr>默认设计模板</vt:lpstr>
      <vt:lpstr>公式</vt:lpstr>
      <vt:lpstr>  第3章 数据链路层</vt:lpstr>
      <vt:lpstr>3.2 数据链路层功能</vt:lpstr>
      <vt:lpstr>1.  封装成帧</vt:lpstr>
      <vt:lpstr>2.帧同步</vt:lpstr>
      <vt:lpstr>(1)使用字符填充的首尾定界符法</vt:lpstr>
      <vt:lpstr>(2)使用比特填充的首尾标志法</vt:lpstr>
      <vt:lpstr>(3)违法编码法</vt:lpstr>
      <vt:lpstr>(4)字节计数法</vt:lpstr>
      <vt:lpstr>3.  透明传输</vt:lpstr>
      <vt:lpstr>解决透明传输问题——字符填充</vt:lpstr>
      <vt:lpstr>用字节填充法解决透明传输的问题 </vt:lpstr>
      <vt:lpstr>解决透明传输问题——零比特填充法 </vt:lpstr>
      <vt:lpstr>零比特填充法 </vt:lpstr>
      <vt:lpstr>4.  差错控制</vt:lpstr>
      <vt:lpstr>循环冗余校验</vt:lpstr>
      <vt:lpstr>循环冗余校验</vt:lpstr>
      <vt:lpstr>CRC校验示例</vt:lpstr>
      <vt:lpstr>循环冗余校验</vt:lpstr>
      <vt:lpstr>帧检验序列 FCS</vt:lpstr>
      <vt:lpstr>检测出差错</vt:lpstr>
      <vt:lpstr>5.  流量控制</vt:lpstr>
      <vt:lpstr>5.  流量控制</vt:lpstr>
      <vt:lpstr>5.  流量控制</vt:lpstr>
      <vt:lpstr>5.  流量控制</vt:lpstr>
      <vt:lpstr>5.  流量控制</vt:lpstr>
      <vt:lpstr>3.3基本链路层规程</vt:lpstr>
      <vt:lpstr>1.停止等待协议</vt:lpstr>
      <vt:lpstr>单工停止等待协议</vt:lpstr>
      <vt:lpstr>两种情况的对比（传输均无差错）</vt:lpstr>
      <vt:lpstr>PowerPoint 演示文稿</vt:lpstr>
      <vt:lpstr>基于有噪声信道的停止等待协议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计时器的作用</vt:lpstr>
      <vt:lpstr>解决重复帧的问题 </vt:lpstr>
      <vt:lpstr>帧的编号问题 </vt:lpstr>
      <vt:lpstr>停止等待协议的算法</vt:lpstr>
      <vt:lpstr>PowerPoint 演示文稿</vt:lpstr>
      <vt:lpstr>停止等待协议的要点</vt:lpstr>
      <vt:lpstr>停止等待协议的要点</vt:lpstr>
      <vt:lpstr>停止等待协议 ARQ 的定量分析 </vt:lpstr>
      <vt:lpstr>停止等待协议 ARQ 的定量分析 </vt:lpstr>
      <vt:lpstr>停止等待协议 ARQ 的定量分析 </vt:lpstr>
      <vt:lpstr>停止等待协议 ARQ 的定量分析 </vt:lpstr>
      <vt:lpstr>停止等待协议 ARQ 的定量分析 </vt:lpstr>
      <vt:lpstr>停止等待协议 ARQ 的优缺点 </vt:lpstr>
      <vt:lpstr>2.连续ARQ协议</vt:lpstr>
      <vt:lpstr>流水线传输 </vt:lpstr>
      <vt:lpstr>PowerPoint 演示文稿</vt:lpstr>
      <vt:lpstr>PowerPoint 演示文稿</vt:lpstr>
      <vt:lpstr>异常通讯的解释</vt:lpstr>
      <vt:lpstr>连续 ARQ 中的信道利用率 </vt:lpstr>
      <vt:lpstr>3. 滑动窗口协议</vt:lpstr>
      <vt:lpstr>PowerPoint 演示文稿</vt:lpstr>
      <vt:lpstr>接收端设置接收窗口 </vt:lpstr>
      <vt:lpstr>PowerPoint 演示文稿</vt:lpstr>
      <vt:lpstr>滑动窗口的重要特性</vt:lpstr>
      <vt:lpstr>捎带技术</vt:lpstr>
      <vt:lpstr>连续 ARQ 中的滑动窗口 </vt:lpstr>
      <vt:lpstr>4.选择重传ARQ协议</vt:lpstr>
      <vt:lpstr>选择重传ARQ 中的滑动窗口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第1章计算机网络概述</dc:title>
  <dc:creator>luhui</dc:creator>
  <cp:lastModifiedBy>Joy Liu</cp:lastModifiedBy>
  <cp:revision>450</cp:revision>
  <dcterms:created xsi:type="dcterms:W3CDTF">2015-12-01T06:57:00Z</dcterms:created>
  <dcterms:modified xsi:type="dcterms:W3CDTF">2025-09-25T06:00:10Z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2052-10.1.0.5457</vt:lpwstr>
  </property>
</Properties>
</file>