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6" r:id="rId9"/>
    <p:sldId id="262" r:id="rId10"/>
    <p:sldId id="263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113" y="5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B819FFD-FDE6-4572-B00D-C16A71D65C1A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17DA61BF-1342-4FA4-91C8-21A83880406B}">
      <dgm:prSet phldrT="[文本]" custT="1"/>
      <dgm:spPr/>
      <dgm:t>
        <a:bodyPr/>
        <a:lstStyle/>
        <a:p>
          <a:r>
            <a:rPr lang="zh-CN" altLang="en-US" sz="1800" dirty="0">
              <a:latin typeface="方正大标宋简体" panose="02010601030101010101" pitchFamily="2" charset="-122"/>
              <a:ea typeface="方正大标宋简体" panose="02010601030101010101" pitchFamily="2" charset="-122"/>
            </a:rPr>
            <a:t>创建应用和</a:t>
          </a:r>
          <a:r>
            <a:rPr lang="en-US" altLang="zh-CN" sz="1800" dirty="0">
              <a:latin typeface="方正大标宋简体" panose="02010601030101010101" pitchFamily="2" charset="-122"/>
              <a:ea typeface="方正大标宋简体" panose="02010601030101010101" pitchFamily="2" charset="-122"/>
            </a:rPr>
            <a:t>API</a:t>
          </a:r>
          <a:r>
            <a:rPr lang="zh-CN" altLang="en-US" sz="1800" dirty="0">
              <a:latin typeface="方正大标宋简体" panose="02010601030101010101" pitchFamily="2" charset="-122"/>
              <a:ea typeface="方正大标宋简体" panose="02010601030101010101" pitchFamily="2" charset="-122"/>
            </a:rPr>
            <a:t>授权</a:t>
          </a:r>
        </a:p>
      </dgm:t>
    </dgm:pt>
    <dgm:pt modelId="{715B2996-8E54-48DE-9C4C-01511070536C}" type="parTrans" cxnId="{441F0D73-9493-4693-9FB0-81BCBAA074AF}">
      <dgm:prSet/>
      <dgm:spPr/>
      <dgm:t>
        <a:bodyPr/>
        <a:lstStyle/>
        <a:p>
          <a:endParaRPr lang="zh-CN" altLang="en-US">
            <a:latin typeface="方正大标宋简体" panose="02010601030101010101" pitchFamily="2" charset="-122"/>
            <a:ea typeface="方正大标宋简体" panose="02010601030101010101" pitchFamily="2" charset="-122"/>
          </a:endParaRPr>
        </a:p>
      </dgm:t>
    </dgm:pt>
    <dgm:pt modelId="{04953015-35C1-4266-BCD3-820EF12D91BA}" type="sibTrans" cxnId="{441F0D73-9493-4693-9FB0-81BCBAA074AF}">
      <dgm:prSet/>
      <dgm:spPr/>
      <dgm:t>
        <a:bodyPr/>
        <a:lstStyle/>
        <a:p>
          <a:endParaRPr lang="zh-CN" altLang="en-US">
            <a:latin typeface="方正大标宋简体" panose="02010601030101010101" pitchFamily="2" charset="-122"/>
            <a:ea typeface="方正大标宋简体" panose="02010601030101010101" pitchFamily="2" charset="-122"/>
          </a:endParaRPr>
        </a:p>
      </dgm:t>
    </dgm:pt>
    <dgm:pt modelId="{6761D0C2-5086-41E5-86F1-40635732BEDB}">
      <dgm:prSet phldrT="[文本]"/>
      <dgm:spPr/>
      <dgm:t>
        <a:bodyPr/>
        <a:lstStyle/>
        <a:p>
          <a:r>
            <a:rPr lang="zh-CN" altLang="en-US" dirty="0">
              <a:latin typeface="华文中宋" panose="02010600040101010101" pitchFamily="2" charset="-122"/>
              <a:ea typeface="华文中宋" panose="02010600040101010101" pitchFamily="2" charset="-122"/>
            </a:rPr>
            <a:t>在百度智能云控制台创建应用</a:t>
          </a:r>
        </a:p>
      </dgm:t>
    </dgm:pt>
    <dgm:pt modelId="{0D30F880-A03C-4A26-8C73-473A06EA6DC1}" type="parTrans" cxnId="{CA980AD6-C153-4CBF-A40B-398D6EED93B4}">
      <dgm:prSet/>
      <dgm:spPr/>
      <dgm:t>
        <a:bodyPr/>
        <a:lstStyle/>
        <a:p>
          <a:endParaRPr lang="zh-CN" altLang="en-US">
            <a:latin typeface="方正大标宋简体" panose="02010601030101010101" pitchFamily="2" charset="-122"/>
            <a:ea typeface="方正大标宋简体" panose="02010601030101010101" pitchFamily="2" charset="-122"/>
          </a:endParaRPr>
        </a:p>
      </dgm:t>
    </dgm:pt>
    <dgm:pt modelId="{F0C46C41-E5F2-4F61-8789-72E8DB121EE9}" type="sibTrans" cxnId="{CA980AD6-C153-4CBF-A40B-398D6EED93B4}">
      <dgm:prSet/>
      <dgm:spPr/>
      <dgm:t>
        <a:bodyPr/>
        <a:lstStyle/>
        <a:p>
          <a:endParaRPr lang="zh-CN" altLang="en-US">
            <a:latin typeface="方正大标宋简体" panose="02010601030101010101" pitchFamily="2" charset="-122"/>
            <a:ea typeface="方正大标宋简体" panose="02010601030101010101" pitchFamily="2" charset="-122"/>
          </a:endParaRPr>
        </a:p>
      </dgm:t>
    </dgm:pt>
    <dgm:pt modelId="{37B58062-BB9A-44F7-BDD4-496343C939E6}">
      <dgm:prSet phldrT="[文本]"/>
      <dgm:spPr/>
      <dgm:t>
        <a:bodyPr/>
        <a:lstStyle/>
        <a:p>
          <a:r>
            <a:rPr lang="zh-CN" altLang="en-US" dirty="0">
              <a:latin typeface="华文中宋" panose="02010600040101010101" pitchFamily="2" charset="-122"/>
              <a:ea typeface="华文中宋" panose="02010600040101010101" pitchFamily="2" charset="-122"/>
            </a:rPr>
            <a:t>设置应用开通的服务，获取</a:t>
          </a:r>
          <a:r>
            <a:rPr lang="en-US" altLang="zh-CN" dirty="0">
              <a:latin typeface="华文中宋" panose="02010600040101010101" pitchFamily="2" charset="-122"/>
              <a:ea typeface="华文中宋" panose="02010600040101010101" pitchFamily="2" charset="-122"/>
            </a:rPr>
            <a:t>API Key</a:t>
          </a:r>
          <a:r>
            <a:rPr lang="zh-CN" altLang="en-US" dirty="0">
              <a:latin typeface="华文中宋" panose="02010600040101010101" pitchFamily="2" charset="-122"/>
              <a:ea typeface="华文中宋" panose="02010600040101010101" pitchFamily="2" charset="-122"/>
            </a:rPr>
            <a:t>和</a:t>
          </a:r>
          <a:r>
            <a:rPr lang="en-US" altLang="zh-CN" dirty="0" err="1">
              <a:latin typeface="华文中宋" panose="02010600040101010101" pitchFamily="2" charset="-122"/>
              <a:ea typeface="华文中宋" panose="02010600040101010101" pitchFamily="2" charset="-122"/>
            </a:rPr>
            <a:t>Secrect</a:t>
          </a:r>
          <a:r>
            <a:rPr lang="en-US" altLang="zh-CN" dirty="0">
              <a:latin typeface="华文中宋" panose="02010600040101010101" pitchFamily="2" charset="-122"/>
              <a:ea typeface="华文中宋" panose="02010600040101010101" pitchFamily="2" charset="-122"/>
            </a:rPr>
            <a:t> Key</a:t>
          </a:r>
          <a:endParaRPr lang="zh-CN" altLang="en-US" dirty="0">
            <a:latin typeface="华文中宋" panose="02010600040101010101" pitchFamily="2" charset="-122"/>
            <a:ea typeface="华文中宋" panose="02010600040101010101" pitchFamily="2" charset="-122"/>
          </a:endParaRPr>
        </a:p>
      </dgm:t>
    </dgm:pt>
    <dgm:pt modelId="{554AD342-135B-407D-8757-7716CDFF00E4}" type="parTrans" cxnId="{AD2DC6A6-57D5-4F83-B535-675EFEC4D0B6}">
      <dgm:prSet/>
      <dgm:spPr/>
      <dgm:t>
        <a:bodyPr/>
        <a:lstStyle/>
        <a:p>
          <a:endParaRPr lang="zh-CN" altLang="en-US">
            <a:latin typeface="方正大标宋简体" panose="02010601030101010101" pitchFamily="2" charset="-122"/>
            <a:ea typeface="方正大标宋简体" panose="02010601030101010101" pitchFamily="2" charset="-122"/>
          </a:endParaRPr>
        </a:p>
      </dgm:t>
    </dgm:pt>
    <dgm:pt modelId="{A2145E9B-802C-4DA8-9E10-7CD7E05A0C0E}" type="sibTrans" cxnId="{AD2DC6A6-57D5-4F83-B535-675EFEC4D0B6}">
      <dgm:prSet/>
      <dgm:spPr/>
      <dgm:t>
        <a:bodyPr/>
        <a:lstStyle/>
        <a:p>
          <a:endParaRPr lang="zh-CN" altLang="en-US">
            <a:latin typeface="方正大标宋简体" panose="02010601030101010101" pitchFamily="2" charset="-122"/>
            <a:ea typeface="方正大标宋简体" panose="02010601030101010101" pitchFamily="2" charset="-122"/>
          </a:endParaRPr>
        </a:p>
      </dgm:t>
    </dgm:pt>
    <dgm:pt modelId="{ECEF70CC-D851-4B4E-8FBE-AB9A5BC5DFBE}">
      <dgm:prSet phldrT="[文本]" custT="1"/>
      <dgm:spPr/>
      <dgm:t>
        <a:bodyPr/>
        <a:lstStyle/>
        <a:p>
          <a:r>
            <a:rPr lang="zh-CN" altLang="en-US" sz="1800" dirty="0">
              <a:latin typeface="方正大标宋简体" panose="02010601030101010101" pitchFamily="2" charset="-122"/>
              <a:ea typeface="方正大标宋简体" panose="02010601030101010101" pitchFamily="2" charset="-122"/>
            </a:rPr>
            <a:t>获取访问凭证</a:t>
          </a:r>
        </a:p>
      </dgm:t>
    </dgm:pt>
    <dgm:pt modelId="{BAAF2D28-BAA1-4C3B-A7D3-93FFB5C79F3F}" type="parTrans" cxnId="{119DCD5A-7ACF-4CC4-9A6C-41A63156EA34}">
      <dgm:prSet/>
      <dgm:spPr/>
      <dgm:t>
        <a:bodyPr/>
        <a:lstStyle/>
        <a:p>
          <a:endParaRPr lang="zh-CN" altLang="en-US">
            <a:latin typeface="方正大标宋简体" panose="02010601030101010101" pitchFamily="2" charset="-122"/>
            <a:ea typeface="方正大标宋简体" panose="02010601030101010101" pitchFamily="2" charset="-122"/>
          </a:endParaRPr>
        </a:p>
      </dgm:t>
    </dgm:pt>
    <dgm:pt modelId="{D5DA4FB8-3B8F-43A8-8CD5-B8C823B97689}" type="sibTrans" cxnId="{119DCD5A-7ACF-4CC4-9A6C-41A63156EA34}">
      <dgm:prSet/>
      <dgm:spPr/>
      <dgm:t>
        <a:bodyPr/>
        <a:lstStyle/>
        <a:p>
          <a:endParaRPr lang="zh-CN" altLang="en-US">
            <a:latin typeface="方正大标宋简体" panose="02010601030101010101" pitchFamily="2" charset="-122"/>
            <a:ea typeface="方正大标宋简体" panose="02010601030101010101" pitchFamily="2" charset="-122"/>
          </a:endParaRPr>
        </a:p>
      </dgm:t>
    </dgm:pt>
    <dgm:pt modelId="{1924FB67-97AE-4FDF-BF5D-9B3234DCB448}">
      <dgm:prSet phldrT="[文本]"/>
      <dgm:spPr/>
      <dgm:t>
        <a:bodyPr/>
        <a:lstStyle/>
        <a:p>
          <a:r>
            <a:rPr lang="zh-CN" altLang="en-US" dirty="0">
              <a:latin typeface="华文中宋" panose="02010600040101010101" pitchFamily="2" charset="-122"/>
              <a:ea typeface="华文中宋" panose="02010600040101010101" pitchFamily="2" charset="-122"/>
            </a:rPr>
            <a:t>调用</a:t>
          </a:r>
          <a:r>
            <a:rPr lang="en-US" altLang="zh-CN" dirty="0">
              <a:latin typeface="华文中宋" panose="02010600040101010101" pitchFamily="2" charset="-122"/>
              <a:ea typeface="华文中宋" panose="02010600040101010101" pitchFamily="2" charset="-122"/>
            </a:rPr>
            <a:t>API</a:t>
          </a:r>
          <a:r>
            <a:rPr lang="zh-CN" altLang="en-US" dirty="0">
              <a:latin typeface="华文中宋" panose="02010600040101010101" pitchFamily="2" charset="-122"/>
              <a:ea typeface="华文中宋" panose="02010600040101010101" pitchFamily="2" charset="-122"/>
            </a:rPr>
            <a:t>接口前需要获取接口访问凭证</a:t>
          </a:r>
          <a:r>
            <a:rPr lang="en-US" altLang="zh-CN" dirty="0" err="1">
              <a:latin typeface="华文中宋" panose="02010600040101010101" pitchFamily="2" charset="-122"/>
              <a:ea typeface="华文中宋" panose="02010600040101010101" pitchFamily="2" charset="-122"/>
            </a:rPr>
            <a:t>access_token</a:t>
          </a:r>
          <a:endParaRPr lang="zh-CN" altLang="en-US" dirty="0">
            <a:latin typeface="华文中宋" panose="02010600040101010101" pitchFamily="2" charset="-122"/>
            <a:ea typeface="华文中宋" panose="02010600040101010101" pitchFamily="2" charset="-122"/>
          </a:endParaRPr>
        </a:p>
      </dgm:t>
    </dgm:pt>
    <dgm:pt modelId="{6FDC1241-5C14-4355-9E9A-228E6C251209}" type="parTrans" cxnId="{998203E4-D6C5-46C2-AFC9-F680C690BE19}">
      <dgm:prSet/>
      <dgm:spPr/>
      <dgm:t>
        <a:bodyPr/>
        <a:lstStyle/>
        <a:p>
          <a:endParaRPr lang="zh-CN" altLang="en-US">
            <a:latin typeface="方正大标宋简体" panose="02010601030101010101" pitchFamily="2" charset="-122"/>
            <a:ea typeface="方正大标宋简体" panose="02010601030101010101" pitchFamily="2" charset="-122"/>
          </a:endParaRPr>
        </a:p>
      </dgm:t>
    </dgm:pt>
    <dgm:pt modelId="{CCBECAEB-2686-4C8A-A907-6C0C96DDB9A4}" type="sibTrans" cxnId="{998203E4-D6C5-46C2-AFC9-F680C690BE19}">
      <dgm:prSet/>
      <dgm:spPr/>
      <dgm:t>
        <a:bodyPr/>
        <a:lstStyle/>
        <a:p>
          <a:endParaRPr lang="zh-CN" altLang="en-US">
            <a:latin typeface="方正大标宋简体" panose="02010601030101010101" pitchFamily="2" charset="-122"/>
            <a:ea typeface="方正大标宋简体" panose="02010601030101010101" pitchFamily="2" charset="-122"/>
          </a:endParaRPr>
        </a:p>
      </dgm:t>
    </dgm:pt>
    <dgm:pt modelId="{BB7AC6D2-D030-4F8C-9E3F-C9D7CAEFBE02}">
      <dgm:prSet phldrT="[文本]"/>
      <dgm:spPr/>
      <dgm:t>
        <a:bodyPr/>
        <a:lstStyle/>
        <a:p>
          <a:r>
            <a:rPr lang="zh-CN" altLang="en-US" dirty="0">
              <a:latin typeface="华文中宋" panose="02010600040101010101" pitchFamily="2" charset="-122"/>
              <a:ea typeface="华文中宋" panose="02010600040101010101" pitchFamily="2" charset="-122"/>
            </a:rPr>
            <a:t>根据已获取的 </a:t>
          </a:r>
          <a:r>
            <a:rPr lang="en-US" altLang="en-US" dirty="0">
              <a:latin typeface="华文中宋" panose="02010600040101010101" pitchFamily="2" charset="-122"/>
              <a:ea typeface="华文中宋" panose="02010600040101010101" pitchFamily="2" charset="-122"/>
            </a:rPr>
            <a:t>API Key </a:t>
          </a:r>
          <a:r>
            <a:rPr lang="zh-CN" altLang="en-US" dirty="0">
              <a:latin typeface="华文中宋" panose="02010600040101010101" pitchFamily="2" charset="-122"/>
              <a:ea typeface="华文中宋" panose="02010600040101010101" pitchFamily="2" charset="-122"/>
            </a:rPr>
            <a:t>和 </a:t>
          </a:r>
          <a:r>
            <a:rPr lang="en-US" altLang="en-US" dirty="0">
              <a:latin typeface="华文中宋" panose="02010600040101010101" pitchFamily="2" charset="-122"/>
              <a:ea typeface="华文中宋" panose="02010600040101010101" pitchFamily="2" charset="-122"/>
            </a:rPr>
            <a:t>Secret Key </a:t>
          </a:r>
          <a:r>
            <a:rPr lang="zh-CN" altLang="en-US" dirty="0">
              <a:latin typeface="华文中宋" panose="02010600040101010101" pitchFamily="2" charset="-122"/>
              <a:ea typeface="华文中宋" panose="02010600040101010101" pitchFamily="2" charset="-122"/>
            </a:rPr>
            <a:t>，调用获取</a:t>
          </a:r>
          <a:r>
            <a:rPr lang="en-US" altLang="en-US" dirty="0" err="1">
              <a:latin typeface="华文中宋" panose="02010600040101010101" pitchFamily="2" charset="-122"/>
              <a:ea typeface="华文中宋" panose="02010600040101010101" pitchFamily="2" charset="-122"/>
            </a:rPr>
            <a:t>access_token</a:t>
          </a:r>
          <a:r>
            <a:rPr lang="zh-CN" altLang="en-US" dirty="0">
              <a:latin typeface="华文中宋" panose="02010600040101010101" pitchFamily="2" charset="-122"/>
              <a:ea typeface="华文中宋" panose="02010600040101010101" pitchFamily="2" charset="-122"/>
            </a:rPr>
            <a:t>接口，获取 </a:t>
          </a:r>
          <a:r>
            <a:rPr lang="en-US" altLang="en-US" dirty="0" err="1">
              <a:latin typeface="华文中宋" panose="02010600040101010101" pitchFamily="2" charset="-122"/>
              <a:ea typeface="华文中宋" panose="02010600040101010101" pitchFamily="2" charset="-122"/>
            </a:rPr>
            <a:t>access_token</a:t>
          </a:r>
          <a:r>
            <a:rPr lang="en-US" altLang="en-US" dirty="0">
              <a:latin typeface="华文中宋" panose="02010600040101010101" pitchFamily="2" charset="-122"/>
              <a:ea typeface="华文中宋" panose="02010600040101010101" pitchFamily="2" charset="-122"/>
            </a:rPr>
            <a:t> </a:t>
          </a:r>
          <a:r>
            <a:rPr lang="zh-CN" altLang="en-US" dirty="0">
              <a:latin typeface="华文中宋" panose="02010600040101010101" pitchFamily="2" charset="-122"/>
              <a:ea typeface="华文中宋" panose="02010600040101010101" pitchFamily="2" charset="-122"/>
            </a:rPr>
            <a:t>，通过 </a:t>
          </a:r>
          <a:r>
            <a:rPr lang="en-US" altLang="en-US" dirty="0" err="1">
              <a:latin typeface="华文中宋" panose="02010600040101010101" pitchFamily="2" charset="-122"/>
              <a:ea typeface="华文中宋" panose="02010600040101010101" pitchFamily="2" charset="-122"/>
            </a:rPr>
            <a:t>access_token</a:t>
          </a:r>
          <a:r>
            <a:rPr lang="en-US" altLang="en-US" dirty="0">
              <a:latin typeface="华文中宋" panose="02010600040101010101" pitchFamily="2" charset="-122"/>
              <a:ea typeface="华文中宋" panose="02010600040101010101" pitchFamily="2" charset="-122"/>
            </a:rPr>
            <a:t> </a:t>
          </a:r>
          <a:r>
            <a:rPr lang="zh-CN" altLang="en-US" dirty="0">
              <a:latin typeface="华文中宋" panose="02010600040101010101" pitchFamily="2" charset="-122"/>
              <a:ea typeface="华文中宋" panose="02010600040101010101" pitchFamily="2" charset="-122"/>
            </a:rPr>
            <a:t>鉴权调用者身份</a:t>
          </a:r>
          <a:r>
            <a:rPr lang="zh-CN" altLang="en-US" dirty="0">
              <a:latin typeface="方正大标宋简体" panose="02010601030101010101" pitchFamily="2" charset="-122"/>
              <a:ea typeface="方正大标宋简体" panose="02010601030101010101" pitchFamily="2" charset="-122"/>
            </a:rPr>
            <a:t>。</a:t>
          </a:r>
        </a:p>
      </dgm:t>
    </dgm:pt>
    <dgm:pt modelId="{2D6E0523-B040-4B96-BEFB-28DE4C37A35F}" type="parTrans" cxnId="{8B1F6E30-187A-4718-B031-CC60EDDECAFB}">
      <dgm:prSet/>
      <dgm:spPr/>
      <dgm:t>
        <a:bodyPr/>
        <a:lstStyle/>
        <a:p>
          <a:endParaRPr lang="zh-CN" altLang="en-US">
            <a:latin typeface="方正大标宋简体" panose="02010601030101010101" pitchFamily="2" charset="-122"/>
            <a:ea typeface="方正大标宋简体" panose="02010601030101010101" pitchFamily="2" charset="-122"/>
          </a:endParaRPr>
        </a:p>
      </dgm:t>
    </dgm:pt>
    <dgm:pt modelId="{244E3991-E629-48FD-96FC-09E446EEF3E5}" type="sibTrans" cxnId="{8B1F6E30-187A-4718-B031-CC60EDDECAFB}">
      <dgm:prSet/>
      <dgm:spPr/>
      <dgm:t>
        <a:bodyPr/>
        <a:lstStyle/>
        <a:p>
          <a:endParaRPr lang="zh-CN" altLang="en-US">
            <a:latin typeface="方正大标宋简体" panose="02010601030101010101" pitchFamily="2" charset="-122"/>
            <a:ea typeface="方正大标宋简体" panose="02010601030101010101" pitchFamily="2" charset="-122"/>
          </a:endParaRPr>
        </a:p>
      </dgm:t>
    </dgm:pt>
    <dgm:pt modelId="{7A075CB2-06B0-4A75-94B8-DA7DF20CF454}">
      <dgm:prSet phldrT="[文本]" custT="1"/>
      <dgm:spPr/>
      <dgm:t>
        <a:bodyPr/>
        <a:lstStyle/>
        <a:p>
          <a:r>
            <a:rPr lang="zh-CN" altLang="en-US" sz="1800" dirty="0">
              <a:latin typeface="方正大标宋简体" panose="02010601030101010101" pitchFamily="2" charset="-122"/>
              <a:ea typeface="方正大标宋简体" panose="02010601030101010101" pitchFamily="2" charset="-122"/>
            </a:rPr>
            <a:t>调用接口</a:t>
          </a:r>
        </a:p>
      </dgm:t>
    </dgm:pt>
    <dgm:pt modelId="{71171B95-2689-4C90-9EE4-2CDF7B55B51C}" type="parTrans" cxnId="{C9F0998A-57A0-4948-A9E2-5C4AACB6550B}">
      <dgm:prSet/>
      <dgm:spPr/>
      <dgm:t>
        <a:bodyPr/>
        <a:lstStyle/>
        <a:p>
          <a:endParaRPr lang="zh-CN" altLang="en-US">
            <a:latin typeface="方正大标宋简体" panose="02010601030101010101" pitchFamily="2" charset="-122"/>
            <a:ea typeface="方正大标宋简体" panose="02010601030101010101" pitchFamily="2" charset="-122"/>
          </a:endParaRPr>
        </a:p>
      </dgm:t>
    </dgm:pt>
    <dgm:pt modelId="{96F8082F-9DC4-4F15-8753-DC72632E30D8}" type="sibTrans" cxnId="{C9F0998A-57A0-4948-A9E2-5C4AACB6550B}">
      <dgm:prSet/>
      <dgm:spPr/>
      <dgm:t>
        <a:bodyPr/>
        <a:lstStyle/>
        <a:p>
          <a:endParaRPr lang="zh-CN" altLang="en-US">
            <a:latin typeface="方正大标宋简体" panose="02010601030101010101" pitchFamily="2" charset="-122"/>
            <a:ea typeface="方正大标宋简体" panose="02010601030101010101" pitchFamily="2" charset="-122"/>
          </a:endParaRPr>
        </a:p>
      </dgm:t>
    </dgm:pt>
    <dgm:pt modelId="{0A42DB97-2959-42EF-B0EE-43FE43C200F1}">
      <dgm:prSet phldrT="[文本]"/>
      <dgm:spPr/>
      <dgm:t>
        <a:bodyPr/>
        <a:lstStyle/>
        <a:p>
          <a:r>
            <a:rPr lang="zh-CN" altLang="en-US" dirty="0">
              <a:latin typeface="华文中宋" panose="02010600040101010101" pitchFamily="2" charset="-122"/>
              <a:ea typeface="华文中宋" panose="02010600040101010101" pitchFamily="2" charset="-122"/>
            </a:rPr>
            <a:t>将基本信息（如请求头）和询问的问题传入</a:t>
          </a:r>
          <a:r>
            <a:rPr lang="en-US" altLang="zh-CN" dirty="0">
              <a:latin typeface="华文中宋" panose="02010600040101010101" pitchFamily="2" charset="-122"/>
              <a:ea typeface="华文中宋" panose="02010600040101010101" pitchFamily="2" charset="-122"/>
            </a:rPr>
            <a:t>curl</a:t>
          </a:r>
          <a:r>
            <a:rPr lang="zh-CN" altLang="en-US" dirty="0">
              <a:latin typeface="华文中宋" panose="02010600040101010101" pitchFamily="2" charset="-122"/>
              <a:ea typeface="华文中宋" panose="02010600040101010101" pitchFamily="2" charset="-122"/>
            </a:rPr>
            <a:t>，调用</a:t>
          </a:r>
          <a:r>
            <a:rPr lang="en-US" altLang="zh-CN" dirty="0">
              <a:latin typeface="华文中宋" panose="02010600040101010101" pitchFamily="2" charset="-122"/>
              <a:ea typeface="华文中宋" panose="02010600040101010101" pitchFamily="2" charset="-122"/>
            </a:rPr>
            <a:t>API</a:t>
          </a:r>
          <a:r>
            <a:rPr lang="zh-CN" altLang="en-US" dirty="0">
              <a:latin typeface="华文中宋" panose="02010600040101010101" pitchFamily="2" charset="-122"/>
              <a:ea typeface="华文中宋" panose="02010600040101010101" pitchFamily="2" charset="-122"/>
            </a:rPr>
            <a:t>接口，获取</a:t>
          </a:r>
          <a:r>
            <a:rPr lang="en-US" altLang="zh-CN" dirty="0">
              <a:latin typeface="华文中宋" panose="02010600040101010101" pitchFamily="2" charset="-122"/>
              <a:ea typeface="华文中宋" panose="02010600040101010101" pitchFamily="2" charset="-122"/>
            </a:rPr>
            <a:t>AI</a:t>
          </a:r>
          <a:r>
            <a:rPr lang="zh-CN" altLang="en-US" dirty="0">
              <a:latin typeface="华文中宋" panose="02010600040101010101" pitchFamily="2" charset="-122"/>
              <a:ea typeface="华文中宋" panose="02010600040101010101" pitchFamily="2" charset="-122"/>
            </a:rPr>
            <a:t>的回答</a:t>
          </a:r>
        </a:p>
      </dgm:t>
    </dgm:pt>
    <dgm:pt modelId="{B1FAFC6A-BCDC-49F6-AC16-A5EA0821C9B7}" type="parTrans" cxnId="{39118E94-6E34-4F7C-993E-5C007EB99994}">
      <dgm:prSet/>
      <dgm:spPr/>
      <dgm:t>
        <a:bodyPr/>
        <a:lstStyle/>
        <a:p>
          <a:endParaRPr lang="zh-CN" altLang="en-US">
            <a:latin typeface="方正大标宋简体" panose="02010601030101010101" pitchFamily="2" charset="-122"/>
            <a:ea typeface="方正大标宋简体" panose="02010601030101010101" pitchFamily="2" charset="-122"/>
          </a:endParaRPr>
        </a:p>
      </dgm:t>
    </dgm:pt>
    <dgm:pt modelId="{02F68EBB-0CFB-4581-BCC0-F307BB7EADDA}" type="sibTrans" cxnId="{39118E94-6E34-4F7C-993E-5C007EB99994}">
      <dgm:prSet/>
      <dgm:spPr/>
      <dgm:t>
        <a:bodyPr/>
        <a:lstStyle/>
        <a:p>
          <a:endParaRPr lang="zh-CN" altLang="en-US">
            <a:latin typeface="方正大标宋简体" panose="02010601030101010101" pitchFamily="2" charset="-122"/>
            <a:ea typeface="方正大标宋简体" panose="02010601030101010101" pitchFamily="2" charset="-122"/>
          </a:endParaRPr>
        </a:p>
      </dgm:t>
    </dgm:pt>
    <dgm:pt modelId="{DBC3A7A1-C64F-4B38-94E7-9DCCBF54E9ED}" type="pres">
      <dgm:prSet presAssocID="{0B819FFD-FDE6-4572-B00D-C16A71D65C1A}" presName="linearFlow" presStyleCnt="0">
        <dgm:presLayoutVars>
          <dgm:dir/>
          <dgm:animLvl val="lvl"/>
          <dgm:resizeHandles val="exact"/>
        </dgm:presLayoutVars>
      </dgm:prSet>
      <dgm:spPr/>
    </dgm:pt>
    <dgm:pt modelId="{BCD731D7-B645-48D9-9557-6514BAAEA240}" type="pres">
      <dgm:prSet presAssocID="{17DA61BF-1342-4FA4-91C8-21A83880406B}" presName="composite" presStyleCnt="0"/>
      <dgm:spPr/>
    </dgm:pt>
    <dgm:pt modelId="{7441F3F2-45D6-4742-8C2E-4E39FCAB56B6}" type="pres">
      <dgm:prSet presAssocID="{17DA61BF-1342-4FA4-91C8-21A83880406B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D936F8C2-88B1-4175-A129-F632838BD2B7}" type="pres">
      <dgm:prSet presAssocID="{17DA61BF-1342-4FA4-91C8-21A83880406B}" presName="descendantText" presStyleLbl="alignAcc1" presStyleIdx="0" presStyleCnt="3" custLinFactNeighborX="-275">
        <dgm:presLayoutVars>
          <dgm:bulletEnabled val="1"/>
        </dgm:presLayoutVars>
      </dgm:prSet>
      <dgm:spPr/>
    </dgm:pt>
    <dgm:pt modelId="{BF092F1B-5D43-4200-B434-43725CE64ED7}" type="pres">
      <dgm:prSet presAssocID="{04953015-35C1-4266-BCD3-820EF12D91BA}" presName="sp" presStyleCnt="0"/>
      <dgm:spPr/>
    </dgm:pt>
    <dgm:pt modelId="{FE06C31B-5B14-4F39-9AC9-13AA19A9B704}" type="pres">
      <dgm:prSet presAssocID="{ECEF70CC-D851-4B4E-8FBE-AB9A5BC5DFBE}" presName="composite" presStyleCnt="0"/>
      <dgm:spPr/>
    </dgm:pt>
    <dgm:pt modelId="{6B452DE0-6790-409F-9282-AB0E457E96CD}" type="pres">
      <dgm:prSet presAssocID="{ECEF70CC-D851-4B4E-8FBE-AB9A5BC5DFBE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5F4723FD-81AF-4276-B6D5-1562382B792B}" type="pres">
      <dgm:prSet presAssocID="{ECEF70CC-D851-4B4E-8FBE-AB9A5BC5DFBE}" presName="descendantText" presStyleLbl="alignAcc1" presStyleIdx="1" presStyleCnt="3">
        <dgm:presLayoutVars>
          <dgm:bulletEnabled val="1"/>
        </dgm:presLayoutVars>
      </dgm:prSet>
      <dgm:spPr/>
    </dgm:pt>
    <dgm:pt modelId="{61556B81-5005-41E8-9F4D-870E398603B0}" type="pres">
      <dgm:prSet presAssocID="{D5DA4FB8-3B8F-43A8-8CD5-B8C823B97689}" presName="sp" presStyleCnt="0"/>
      <dgm:spPr/>
    </dgm:pt>
    <dgm:pt modelId="{0266D73A-84E5-4A7B-8FAC-45D1AD706858}" type="pres">
      <dgm:prSet presAssocID="{7A075CB2-06B0-4A75-94B8-DA7DF20CF454}" presName="composite" presStyleCnt="0"/>
      <dgm:spPr/>
    </dgm:pt>
    <dgm:pt modelId="{16CCB832-FCA1-47B5-A47B-960D3A51CC73}" type="pres">
      <dgm:prSet presAssocID="{7A075CB2-06B0-4A75-94B8-DA7DF20CF454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67DDD39F-E6C7-42BD-AC54-602F0F70151F}" type="pres">
      <dgm:prSet presAssocID="{7A075CB2-06B0-4A75-94B8-DA7DF20CF454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8B1F6E30-187A-4718-B031-CC60EDDECAFB}" srcId="{ECEF70CC-D851-4B4E-8FBE-AB9A5BC5DFBE}" destId="{BB7AC6D2-D030-4F8C-9E3F-C9D7CAEFBE02}" srcOrd="1" destOrd="0" parTransId="{2D6E0523-B040-4B96-BEFB-28DE4C37A35F}" sibTransId="{244E3991-E629-48FD-96FC-09E446EEF3E5}"/>
    <dgm:cxn modelId="{FCD48F60-56AA-42CE-8959-CB9BE0934CD7}" type="presOf" srcId="{BB7AC6D2-D030-4F8C-9E3F-C9D7CAEFBE02}" destId="{5F4723FD-81AF-4276-B6D5-1562382B792B}" srcOrd="0" destOrd="1" presId="urn:microsoft.com/office/officeart/2005/8/layout/chevron2"/>
    <dgm:cxn modelId="{AE9F1348-10F7-4A1B-B716-76C6D36E31B2}" type="presOf" srcId="{37B58062-BB9A-44F7-BDD4-496343C939E6}" destId="{D936F8C2-88B1-4175-A129-F632838BD2B7}" srcOrd="0" destOrd="1" presId="urn:microsoft.com/office/officeart/2005/8/layout/chevron2"/>
    <dgm:cxn modelId="{315E566A-59D7-4887-AC49-28392877D1F1}" type="presOf" srcId="{0A42DB97-2959-42EF-B0EE-43FE43C200F1}" destId="{67DDD39F-E6C7-42BD-AC54-602F0F70151F}" srcOrd="0" destOrd="0" presId="urn:microsoft.com/office/officeart/2005/8/layout/chevron2"/>
    <dgm:cxn modelId="{1DDBE84B-986C-4CAE-AC41-B5C290715B90}" type="presOf" srcId="{ECEF70CC-D851-4B4E-8FBE-AB9A5BC5DFBE}" destId="{6B452DE0-6790-409F-9282-AB0E457E96CD}" srcOrd="0" destOrd="0" presId="urn:microsoft.com/office/officeart/2005/8/layout/chevron2"/>
    <dgm:cxn modelId="{441F0D73-9493-4693-9FB0-81BCBAA074AF}" srcId="{0B819FFD-FDE6-4572-B00D-C16A71D65C1A}" destId="{17DA61BF-1342-4FA4-91C8-21A83880406B}" srcOrd="0" destOrd="0" parTransId="{715B2996-8E54-48DE-9C4C-01511070536C}" sibTransId="{04953015-35C1-4266-BCD3-820EF12D91BA}"/>
    <dgm:cxn modelId="{119DCD5A-7ACF-4CC4-9A6C-41A63156EA34}" srcId="{0B819FFD-FDE6-4572-B00D-C16A71D65C1A}" destId="{ECEF70CC-D851-4B4E-8FBE-AB9A5BC5DFBE}" srcOrd="1" destOrd="0" parTransId="{BAAF2D28-BAA1-4C3B-A7D3-93FFB5C79F3F}" sibTransId="{D5DA4FB8-3B8F-43A8-8CD5-B8C823B97689}"/>
    <dgm:cxn modelId="{84BFFE7E-E69F-4735-AA78-918B86F32311}" type="presOf" srcId="{1924FB67-97AE-4FDF-BF5D-9B3234DCB448}" destId="{5F4723FD-81AF-4276-B6D5-1562382B792B}" srcOrd="0" destOrd="0" presId="urn:microsoft.com/office/officeart/2005/8/layout/chevron2"/>
    <dgm:cxn modelId="{51EB7085-5FA6-44B9-8B2A-2077413BF3E3}" type="presOf" srcId="{7A075CB2-06B0-4A75-94B8-DA7DF20CF454}" destId="{16CCB832-FCA1-47B5-A47B-960D3A51CC73}" srcOrd="0" destOrd="0" presId="urn:microsoft.com/office/officeart/2005/8/layout/chevron2"/>
    <dgm:cxn modelId="{C9F0998A-57A0-4948-A9E2-5C4AACB6550B}" srcId="{0B819FFD-FDE6-4572-B00D-C16A71D65C1A}" destId="{7A075CB2-06B0-4A75-94B8-DA7DF20CF454}" srcOrd="2" destOrd="0" parTransId="{71171B95-2689-4C90-9EE4-2CDF7B55B51C}" sibTransId="{96F8082F-9DC4-4F15-8753-DC72632E30D8}"/>
    <dgm:cxn modelId="{39118E94-6E34-4F7C-993E-5C007EB99994}" srcId="{7A075CB2-06B0-4A75-94B8-DA7DF20CF454}" destId="{0A42DB97-2959-42EF-B0EE-43FE43C200F1}" srcOrd="0" destOrd="0" parTransId="{B1FAFC6A-BCDC-49F6-AC16-A5EA0821C9B7}" sibTransId="{02F68EBB-0CFB-4581-BCC0-F307BB7EADDA}"/>
    <dgm:cxn modelId="{0D207CA3-17EB-4C0E-8B12-7C93F892211D}" type="presOf" srcId="{6761D0C2-5086-41E5-86F1-40635732BEDB}" destId="{D936F8C2-88B1-4175-A129-F632838BD2B7}" srcOrd="0" destOrd="0" presId="urn:microsoft.com/office/officeart/2005/8/layout/chevron2"/>
    <dgm:cxn modelId="{AD2DC6A6-57D5-4F83-B535-675EFEC4D0B6}" srcId="{17DA61BF-1342-4FA4-91C8-21A83880406B}" destId="{37B58062-BB9A-44F7-BDD4-496343C939E6}" srcOrd="1" destOrd="0" parTransId="{554AD342-135B-407D-8757-7716CDFF00E4}" sibTransId="{A2145E9B-802C-4DA8-9E10-7CD7E05A0C0E}"/>
    <dgm:cxn modelId="{CA980AD6-C153-4CBF-A40B-398D6EED93B4}" srcId="{17DA61BF-1342-4FA4-91C8-21A83880406B}" destId="{6761D0C2-5086-41E5-86F1-40635732BEDB}" srcOrd="0" destOrd="0" parTransId="{0D30F880-A03C-4A26-8C73-473A06EA6DC1}" sibTransId="{F0C46C41-E5F2-4F61-8789-72E8DB121EE9}"/>
    <dgm:cxn modelId="{998203E4-D6C5-46C2-AFC9-F680C690BE19}" srcId="{ECEF70CC-D851-4B4E-8FBE-AB9A5BC5DFBE}" destId="{1924FB67-97AE-4FDF-BF5D-9B3234DCB448}" srcOrd="0" destOrd="0" parTransId="{6FDC1241-5C14-4355-9E9A-228E6C251209}" sibTransId="{CCBECAEB-2686-4C8A-A907-6C0C96DDB9A4}"/>
    <dgm:cxn modelId="{E71430EF-4C3B-480F-BF04-F7E2DDDF3531}" type="presOf" srcId="{17DA61BF-1342-4FA4-91C8-21A83880406B}" destId="{7441F3F2-45D6-4742-8C2E-4E39FCAB56B6}" srcOrd="0" destOrd="0" presId="urn:microsoft.com/office/officeart/2005/8/layout/chevron2"/>
    <dgm:cxn modelId="{8F0169FA-2823-4927-BBC7-B292CF0FE894}" type="presOf" srcId="{0B819FFD-FDE6-4572-B00D-C16A71D65C1A}" destId="{DBC3A7A1-C64F-4B38-94E7-9DCCBF54E9ED}" srcOrd="0" destOrd="0" presId="urn:microsoft.com/office/officeart/2005/8/layout/chevron2"/>
    <dgm:cxn modelId="{29A1CFD1-FE2D-4193-AAC6-114DA2063E05}" type="presParOf" srcId="{DBC3A7A1-C64F-4B38-94E7-9DCCBF54E9ED}" destId="{BCD731D7-B645-48D9-9557-6514BAAEA240}" srcOrd="0" destOrd="0" presId="urn:microsoft.com/office/officeart/2005/8/layout/chevron2"/>
    <dgm:cxn modelId="{66CC0018-3744-4200-A85D-555E85EA56C5}" type="presParOf" srcId="{BCD731D7-B645-48D9-9557-6514BAAEA240}" destId="{7441F3F2-45D6-4742-8C2E-4E39FCAB56B6}" srcOrd="0" destOrd="0" presId="urn:microsoft.com/office/officeart/2005/8/layout/chevron2"/>
    <dgm:cxn modelId="{F59E512A-BA75-447C-AB52-B3558EE71A2D}" type="presParOf" srcId="{BCD731D7-B645-48D9-9557-6514BAAEA240}" destId="{D936F8C2-88B1-4175-A129-F632838BD2B7}" srcOrd="1" destOrd="0" presId="urn:microsoft.com/office/officeart/2005/8/layout/chevron2"/>
    <dgm:cxn modelId="{B21CDCE9-6001-45BF-97FB-DCB9C4CEB5DD}" type="presParOf" srcId="{DBC3A7A1-C64F-4B38-94E7-9DCCBF54E9ED}" destId="{BF092F1B-5D43-4200-B434-43725CE64ED7}" srcOrd="1" destOrd="0" presId="urn:microsoft.com/office/officeart/2005/8/layout/chevron2"/>
    <dgm:cxn modelId="{8A5EE807-8614-4E01-8886-4EC325387241}" type="presParOf" srcId="{DBC3A7A1-C64F-4B38-94E7-9DCCBF54E9ED}" destId="{FE06C31B-5B14-4F39-9AC9-13AA19A9B704}" srcOrd="2" destOrd="0" presId="urn:microsoft.com/office/officeart/2005/8/layout/chevron2"/>
    <dgm:cxn modelId="{2E49A323-7BB0-4743-AF30-DF899FB93DEF}" type="presParOf" srcId="{FE06C31B-5B14-4F39-9AC9-13AA19A9B704}" destId="{6B452DE0-6790-409F-9282-AB0E457E96CD}" srcOrd="0" destOrd="0" presId="urn:microsoft.com/office/officeart/2005/8/layout/chevron2"/>
    <dgm:cxn modelId="{14443CF2-7501-43E3-9D76-F9294D9E0E84}" type="presParOf" srcId="{FE06C31B-5B14-4F39-9AC9-13AA19A9B704}" destId="{5F4723FD-81AF-4276-B6D5-1562382B792B}" srcOrd="1" destOrd="0" presId="urn:microsoft.com/office/officeart/2005/8/layout/chevron2"/>
    <dgm:cxn modelId="{5189C428-B8E9-4002-A09A-E1AD5467984F}" type="presParOf" srcId="{DBC3A7A1-C64F-4B38-94E7-9DCCBF54E9ED}" destId="{61556B81-5005-41E8-9F4D-870E398603B0}" srcOrd="3" destOrd="0" presId="urn:microsoft.com/office/officeart/2005/8/layout/chevron2"/>
    <dgm:cxn modelId="{D2D798E1-11A6-4A31-B058-EDA173158F05}" type="presParOf" srcId="{DBC3A7A1-C64F-4B38-94E7-9DCCBF54E9ED}" destId="{0266D73A-84E5-4A7B-8FAC-45D1AD706858}" srcOrd="4" destOrd="0" presId="urn:microsoft.com/office/officeart/2005/8/layout/chevron2"/>
    <dgm:cxn modelId="{F68C2C60-2257-4C34-8E86-4575A4B1DA33}" type="presParOf" srcId="{0266D73A-84E5-4A7B-8FAC-45D1AD706858}" destId="{16CCB832-FCA1-47B5-A47B-960D3A51CC73}" srcOrd="0" destOrd="0" presId="urn:microsoft.com/office/officeart/2005/8/layout/chevron2"/>
    <dgm:cxn modelId="{1150EE3B-E4B0-41A4-BC62-7D6BEF51F5C4}" type="presParOf" srcId="{0266D73A-84E5-4A7B-8FAC-45D1AD706858}" destId="{67DDD39F-E6C7-42BD-AC54-602F0F70151F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41F3F2-45D6-4742-8C2E-4E39FCAB56B6}">
      <dsp:nvSpPr>
        <dsp:cNvPr id="0" name=""/>
        <dsp:cNvSpPr/>
      </dsp:nvSpPr>
      <dsp:spPr>
        <a:xfrm rot="5400000">
          <a:off x="-266602" y="271257"/>
          <a:ext cx="1777347" cy="124414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latin typeface="方正大标宋简体" panose="02010601030101010101" pitchFamily="2" charset="-122"/>
              <a:ea typeface="方正大标宋简体" panose="02010601030101010101" pitchFamily="2" charset="-122"/>
            </a:rPr>
            <a:t>创建应用和</a:t>
          </a:r>
          <a:r>
            <a:rPr lang="en-US" altLang="zh-CN" sz="1800" kern="1200" dirty="0">
              <a:latin typeface="方正大标宋简体" panose="02010601030101010101" pitchFamily="2" charset="-122"/>
              <a:ea typeface="方正大标宋简体" panose="02010601030101010101" pitchFamily="2" charset="-122"/>
            </a:rPr>
            <a:t>API</a:t>
          </a:r>
          <a:r>
            <a:rPr lang="zh-CN" altLang="en-US" sz="1800" kern="1200" dirty="0">
              <a:latin typeface="方正大标宋简体" panose="02010601030101010101" pitchFamily="2" charset="-122"/>
              <a:ea typeface="方正大标宋简体" panose="02010601030101010101" pitchFamily="2" charset="-122"/>
            </a:rPr>
            <a:t>授权</a:t>
          </a:r>
        </a:p>
      </dsp:txBody>
      <dsp:txXfrm rot="-5400000">
        <a:off x="1" y="626727"/>
        <a:ext cx="1244143" cy="533204"/>
      </dsp:txXfrm>
    </dsp:sp>
    <dsp:sp modelId="{D936F8C2-88B1-4175-A129-F632838BD2B7}">
      <dsp:nvSpPr>
        <dsp:cNvPr id="0" name=""/>
        <dsp:cNvSpPr/>
      </dsp:nvSpPr>
      <dsp:spPr>
        <a:xfrm rot="5400000">
          <a:off x="3549260" y="-2316405"/>
          <a:ext cx="1155883" cy="579800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400" kern="1200" dirty="0">
              <a:latin typeface="华文中宋" panose="02010600040101010101" pitchFamily="2" charset="-122"/>
              <a:ea typeface="华文中宋" panose="02010600040101010101" pitchFamily="2" charset="-122"/>
            </a:rPr>
            <a:t>在百度智能云控制台创建应用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400" kern="1200" dirty="0">
              <a:latin typeface="华文中宋" panose="02010600040101010101" pitchFamily="2" charset="-122"/>
              <a:ea typeface="华文中宋" panose="02010600040101010101" pitchFamily="2" charset="-122"/>
            </a:rPr>
            <a:t>设置应用开通的服务，获取</a:t>
          </a:r>
          <a:r>
            <a:rPr lang="en-US" altLang="zh-CN" sz="1400" kern="1200" dirty="0">
              <a:latin typeface="华文中宋" panose="02010600040101010101" pitchFamily="2" charset="-122"/>
              <a:ea typeface="华文中宋" panose="02010600040101010101" pitchFamily="2" charset="-122"/>
            </a:rPr>
            <a:t>API Key</a:t>
          </a:r>
          <a:r>
            <a:rPr lang="zh-CN" altLang="en-US" sz="1400" kern="1200" dirty="0">
              <a:latin typeface="华文中宋" panose="02010600040101010101" pitchFamily="2" charset="-122"/>
              <a:ea typeface="华文中宋" panose="02010600040101010101" pitchFamily="2" charset="-122"/>
            </a:rPr>
            <a:t>和</a:t>
          </a:r>
          <a:r>
            <a:rPr lang="en-US" altLang="zh-CN" sz="1400" kern="1200" dirty="0" err="1">
              <a:latin typeface="华文中宋" panose="02010600040101010101" pitchFamily="2" charset="-122"/>
              <a:ea typeface="华文中宋" panose="02010600040101010101" pitchFamily="2" charset="-122"/>
            </a:rPr>
            <a:t>Secrect</a:t>
          </a:r>
          <a:r>
            <a:rPr lang="en-US" altLang="zh-CN" sz="1400" kern="1200" dirty="0">
              <a:latin typeface="华文中宋" panose="02010600040101010101" pitchFamily="2" charset="-122"/>
              <a:ea typeface="华文中宋" panose="02010600040101010101" pitchFamily="2" charset="-122"/>
            </a:rPr>
            <a:t> Key</a:t>
          </a:r>
          <a:endParaRPr lang="zh-CN" altLang="en-US" sz="1400" kern="1200" dirty="0">
            <a:latin typeface="华文中宋" panose="02010600040101010101" pitchFamily="2" charset="-122"/>
            <a:ea typeface="华文中宋" panose="02010600040101010101" pitchFamily="2" charset="-122"/>
          </a:endParaRPr>
        </a:p>
      </dsp:txBody>
      <dsp:txXfrm rot="-5400000">
        <a:off x="1228199" y="61082"/>
        <a:ext cx="5741580" cy="1043031"/>
      </dsp:txXfrm>
    </dsp:sp>
    <dsp:sp modelId="{6B452DE0-6790-409F-9282-AB0E457E96CD}">
      <dsp:nvSpPr>
        <dsp:cNvPr id="0" name=""/>
        <dsp:cNvSpPr/>
      </dsp:nvSpPr>
      <dsp:spPr>
        <a:xfrm rot="5400000">
          <a:off x="-266602" y="1856544"/>
          <a:ext cx="1777347" cy="124414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latin typeface="方正大标宋简体" panose="02010601030101010101" pitchFamily="2" charset="-122"/>
              <a:ea typeface="方正大标宋简体" panose="02010601030101010101" pitchFamily="2" charset="-122"/>
            </a:rPr>
            <a:t>获取访问凭证</a:t>
          </a:r>
        </a:p>
      </dsp:txBody>
      <dsp:txXfrm rot="-5400000">
        <a:off x="1" y="2212014"/>
        <a:ext cx="1244143" cy="533204"/>
      </dsp:txXfrm>
    </dsp:sp>
    <dsp:sp modelId="{5F4723FD-81AF-4276-B6D5-1562382B792B}">
      <dsp:nvSpPr>
        <dsp:cNvPr id="0" name=""/>
        <dsp:cNvSpPr/>
      </dsp:nvSpPr>
      <dsp:spPr>
        <a:xfrm rot="5400000">
          <a:off x="3565508" y="-731422"/>
          <a:ext cx="1155276" cy="579800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400" kern="1200" dirty="0">
              <a:latin typeface="华文中宋" panose="02010600040101010101" pitchFamily="2" charset="-122"/>
              <a:ea typeface="华文中宋" panose="02010600040101010101" pitchFamily="2" charset="-122"/>
            </a:rPr>
            <a:t>调用</a:t>
          </a:r>
          <a:r>
            <a:rPr lang="en-US" altLang="zh-CN" sz="1400" kern="1200" dirty="0">
              <a:latin typeface="华文中宋" panose="02010600040101010101" pitchFamily="2" charset="-122"/>
              <a:ea typeface="华文中宋" panose="02010600040101010101" pitchFamily="2" charset="-122"/>
            </a:rPr>
            <a:t>API</a:t>
          </a:r>
          <a:r>
            <a:rPr lang="zh-CN" altLang="en-US" sz="1400" kern="1200" dirty="0">
              <a:latin typeface="华文中宋" panose="02010600040101010101" pitchFamily="2" charset="-122"/>
              <a:ea typeface="华文中宋" panose="02010600040101010101" pitchFamily="2" charset="-122"/>
            </a:rPr>
            <a:t>接口前需要获取接口访问凭证</a:t>
          </a:r>
          <a:r>
            <a:rPr lang="en-US" altLang="zh-CN" sz="1400" kern="1200" dirty="0" err="1">
              <a:latin typeface="华文中宋" panose="02010600040101010101" pitchFamily="2" charset="-122"/>
              <a:ea typeface="华文中宋" panose="02010600040101010101" pitchFamily="2" charset="-122"/>
            </a:rPr>
            <a:t>access_token</a:t>
          </a:r>
          <a:endParaRPr lang="zh-CN" altLang="en-US" sz="1400" kern="1200" dirty="0">
            <a:latin typeface="华文中宋" panose="02010600040101010101" pitchFamily="2" charset="-122"/>
            <a:ea typeface="华文中宋" panose="02010600040101010101" pitchFamily="2" charset="-122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400" kern="1200" dirty="0">
              <a:latin typeface="华文中宋" panose="02010600040101010101" pitchFamily="2" charset="-122"/>
              <a:ea typeface="华文中宋" panose="02010600040101010101" pitchFamily="2" charset="-122"/>
            </a:rPr>
            <a:t>根据已获取的 </a:t>
          </a:r>
          <a:r>
            <a:rPr lang="en-US" altLang="en-US" sz="1400" kern="1200" dirty="0">
              <a:latin typeface="华文中宋" panose="02010600040101010101" pitchFamily="2" charset="-122"/>
              <a:ea typeface="华文中宋" panose="02010600040101010101" pitchFamily="2" charset="-122"/>
            </a:rPr>
            <a:t>API Key </a:t>
          </a:r>
          <a:r>
            <a:rPr lang="zh-CN" altLang="en-US" sz="1400" kern="1200" dirty="0">
              <a:latin typeface="华文中宋" panose="02010600040101010101" pitchFamily="2" charset="-122"/>
              <a:ea typeface="华文中宋" panose="02010600040101010101" pitchFamily="2" charset="-122"/>
            </a:rPr>
            <a:t>和 </a:t>
          </a:r>
          <a:r>
            <a:rPr lang="en-US" altLang="en-US" sz="1400" kern="1200" dirty="0">
              <a:latin typeface="华文中宋" panose="02010600040101010101" pitchFamily="2" charset="-122"/>
              <a:ea typeface="华文中宋" panose="02010600040101010101" pitchFamily="2" charset="-122"/>
            </a:rPr>
            <a:t>Secret Key </a:t>
          </a:r>
          <a:r>
            <a:rPr lang="zh-CN" altLang="en-US" sz="1400" kern="1200" dirty="0">
              <a:latin typeface="华文中宋" panose="02010600040101010101" pitchFamily="2" charset="-122"/>
              <a:ea typeface="华文中宋" panose="02010600040101010101" pitchFamily="2" charset="-122"/>
            </a:rPr>
            <a:t>，调用获取</a:t>
          </a:r>
          <a:r>
            <a:rPr lang="en-US" altLang="en-US" sz="1400" kern="1200" dirty="0" err="1">
              <a:latin typeface="华文中宋" panose="02010600040101010101" pitchFamily="2" charset="-122"/>
              <a:ea typeface="华文中宋" panose="02010600040101010101" pitchFamily="2" charset="-122"/>
            </a:rPr>
            <a:t>access_token</a:t>
          </a:r>
          <a:r>
            <a:rPr lang="zh-CN" altLang="en-US" sz="1400" kern="1200" dirty="0">
              <a:latin typeface="华文中宋" panose="02010600040101010101" pitchFamily="2" charset="-122"/>
              <a:ea typeface="华文中宋" panose="02010600040101010101" pitchFamily="2" charset="-122"/>
            </a:rPr>
            <a:t>接口，获取 </a:t>
          </a:r>
          <a:r>
            <a:rPr lang="en-US" altLang="en-US" sz="1400" kern="1200" dirty="0" err="1">
              <a:latin typeface="华文中宋" panose="02010600040101010101" pitchFamily="2" charset="-122"/>
              <a:ea typeface="华文中宋" panose="02010600040101010101" pitchFamily="2" charset="-122"/>
            </a:rPr>
            <a:t>access_token</a:t>
          </a:r>
          <a:r>
            <a:rPr lang="en-US" altLang="en-US" sz="1400" kern="1200" dirty="0">
              <a:latin typeface="华文中宋" panose="02010600040101010101" pitchFamily="2" charset="-122"/>
              <a:ea typeface="华文中宋" panose="02010600040101010101" pitchFamily="2" charset="-122"/>
            </a:rPr>
            <a:t> </a:t>
          </a:r>
          <a:r>
            <a:rPr lang="zh-CN" altLang="en-US" sz="1400" kern="1200" dirty="0">
              <a:latin typeface="华文中宋" panose="02010600040101010101" pitchFamily="2" charset="-122"/>
              <a:ea typeface="华文中宋" panose="02010600040101010101" pitchFamily="2" charset="-122"/>
            </a:rPr>
            <a:t>，通过 </a:t>
          </a:r>
          <a:r>
            <a:rPr lang="en-US" altLang="en-US" sz="1400" kern="1200" dirty="0" err="1">
              <a:latin typeface="华文中宋" panose="02010600040101010101" pitchFamily="2" charset="-122"/>
              <a:ea typeface="华文中宋" panose="02010600040101010101" pitchFamily="2" charset="-122"/>
            </a:rPr>
            <a:t>access_token</a:t>
          </a:r>
          <a:r>
            <a:rPr lang="en-US" altLang="en-US" sz="1400" kern="1200" dirty="0">
              <a:latin typeface="华文中宋" panose="02010600040101010101" pitchFamily="2" charset="-122"/>
              <a:ea typeface="华文中宋" panose="02010600040101010101" pitchFamily="2" charset="-122"/>
            </a:rPr>
            <a:t> </a:t>
          </a:r>
          <a:r>
            <a:rPr lang="zh-CN" altLang="en-US" sz="1400" kern="1200" dirty="0">
              <a:latin typeface="华文中宋" panose="02010600040101010101" pitchFamily="2" charset="-122"/>
              <a:ea typeface="华文中宋" panose="02010600040101010101" pitchFamily="2" charset="-122"/>
            </a:rPr>
            <a:t>鉴权调用者身份</a:t>
          </a:r>
          <a:r>
            <a:rPr lang="zh-CN" altLang="en-US" sz="1400" kern="1200" dirty="0">
              <a:latin typeface="方正大标宋简体" panose="02010601030101010101" pitchFamily="2" charset="-122"/>
              <a:ea typeface="方正大标宋简体" panose="02010601030101010101" pitchFamily="2" charset="-122"/>
            </a:rPr>
            <a:t>。</a:t>
          </a:r>
        </a:p>
      </dsp:txBody>
      <dsp:txXfrm rot="-5400000">
        <a:off x="1244143" y="1646339"/>
        <a:ext cx="5741610" cy="1042484"/>
      </dsp:txXfrm>
    </dsp:sp>
    <dsp:sp modelId="{16CCB832-FCA1-47B5-A47B-960D3A51CC73}">
      <dsp:nvSpPr>
        <dsp:cNvPr id="0" name=""/>
        <dsp:cNvSpPr/>
      </dsp:nvSpPr>
      <dsp:spPr>
        <a:xfrm rot="5400000">
          <a:off x="-266602" y="3441831"/>
          <a:ext cx="1777347" cy="124414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latin typeface="方正大标宋简体" panose="02010601030101010101" pitchFamily="2" charset="-122"/>
              <a:ea typeface="方正大标宋简体" panose="02010601030101010101" pitchFamily="2" charset="-122"/>
            </a:rPr>
            <a:t>调用接口</a:t>
          </a:r>
        </a:p>
      </dsp:txBody>
      <dsp:txXfrm rot="-5400000">
        <a:off x="1" y="3797301"/>
        <a:ext cx="1244143" cy="533204"/>
      </dsp:txXfrm>
    </dsp:sp>
    <dsp:sp modelId="{67DDD39F-E6C7-42BD-AC54-602F0F70151F}">
      <dsp:nvSpPr>
        <dsp:cNvPr id="0" name=""/>
        <dsp:cNvSpPr/>
      </dsp:nvSpPr>
      <dsp:spPr>
        <a:xfrm rot="5400000">
          <a:off x="3565508" y="853864"/>
          <a:ext cx="1155276" cy="579800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400" kern="1200" dirty="0">
              <a:latin typeface="华文中宋" panose="02010600040101010101" pitchFamily="2" charset="-122"/>
              <a:ea typeface="华文中宋" panose="02010600040101010101" pitchFamily="2" charset="-122"/>
            </a:rPr>
            <a:t>将基本信息（如请求头）和询问的问题传入</a:t>
          </a:r>
          <a:r>
            <a:rPr lang="en-US" altLang="zh-CN" sz="1400" kern="1200" dirty="0">
              <a:latin typeface="华文中宋" panose="02010600040101010101" pitchFamily="2" charset="-122"/>
              <a:ea typeface="华文中宋" panose="02010600040101010101" pitchFamily="2" charset="-122"/>
            </a:rPr>
            <a:t>curl</a:t>
          </a:r>
          <a:r>
            <a:rPr lang="zh-CN" altLang="en-US" sz="1400" kern="1200" dirty="0">
              <a:latin typeface="华文中宋" panose="02010600040101010101" pitchFamily="2" charset="-122"/>
              <a:ea typeface="华文中宋" panose="02010600040101010101" pitchFamily="2" charset="-122"/>
            </a:rPr>
            <a:t>，调用</a:t>
          </a:r>
          <a:r>
            <a:rPr lang="en-US" altLang="zh-CN" sz="1400" kern="1200" dirty="0">
              <a:latin typeface="华文中宋" panose="02010600040101010101" pitchFamily="2" charset="-122"/>
              <a:ea typeface="华文中宋" panose="02010600040101010101" pitchFamily="2" charset="-122"/>
            </a:rPr>
            <a:t>API</a:t>
          </a:r>
          <a:r>
            <a:rPr lang="zh-CN" altLang="en-US" sz="1400" kern="1200" dirty="0">
              <a:latin typeface="华文中宋" panose="02010600040101010101" pitchFamily="2" charset="-122"/>
              <a:ea typeface="华文中宋" panose="02010600040101010101" pitchFamily="2" charset="-122"/>
            </a:rPr>
            <a:t>接口，获取</a:t>
          </a:r>
          <a:r>
            <a:rPr lang="en-US" altLang="zh-CN" sz="1400" kern="1200" dirty="0">
              <a:latin typeface="华文中宋" panose="02010600040101010101" pitchFamily="2" charset="-122"/>
              <a:ea typeface="华文中宋" panose="02010600040101010101" pitchFamily="2" charset="-122"/>
            </a:rPr>
            <a:t>AI</a:t>
          </a:r>
          <a:r>
            <a:rPr lang="zh-CN" altLang="en-US" sz="1400" kern="1200" dirty="0">
              <a:latin typeface="华文中宋" panose="02010600040101010101" pitchFamily="2" charset="-122"/>
              <a:ea typeface="华文中宋" panose="02010600040101010101" pitchFamily="2" charset="-122"/>
            </a:rPr>
            <a:t>的回答</a:t>
          </a:r>
        </a:p>
      </dsp:txBody>
      <dsp:txXfrm rot="-5400000">
        <a:off x="1244143" y="3231625"/>
        <a:ext cx="5741610" cy="10424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354ED9-46FC-40C6-3335-4A4D801F87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33321EB-0A50-86CF-8DF8-45B2D45634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0A2D1A-EF07-F97C-F18A-A8E20AAFF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CB613-5A88-40CD-92BD-1F0DDAB94B28}" type="datetimeFigureOut">
              <a:rPr lang="zh-CN" altLang="en-US" smtClean="0"/>
              <a:t>2024/7/13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D0C6DB-E263-2B82-9E92-FC0818896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824F19-F97B-215B-FC27-12C32DB35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D4CDE-BBEA-4CF8-9A4C-5024046AC5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9243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0BB52F-F54C-0D77-D03E-B5871C118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CCCC2B-C705-B494-C63D-504CEB08B8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9DC20A-ED25-0352-4C24-94C61A137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CB613-5A88-40CD-92BD-1F0DDAB94B28}" type="datetimeFigureOut">
              <a:rPr lang="zh-CN" altLang="en-US" smtClean="0"/>
              <a:t>2024/7/13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E365D2-F979-CA78-3CC4-29051C977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D4E0D0-3B8E-3291-6444-3D0AA1A1E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D4CDE-BBEA-4CF8-9A4C-5024046AC5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5177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B4EAB7-5E3C-B90C-6403-63CE7D4EE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6644E20-E140-D89C-1BAB-29C654B1A7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64C5AC-D0DE-F0EF-B14D-0E390DBFA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CB613-5A88-40CD-92BD-1F0DDAB94B28}" type="datetimeFigureOut">
              <a:rPr lang="zh-CN" altLang="en-US" smtClean="0"/>
              <a:t>2024/7/13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E212F1-B0EA-FBCC-F58F-CBC25CA13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6F936E-1ADF-5A9D-62A8-391A98C94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D4CDE-BBEA-4CF8-9A4C-5024046AC5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9230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0DD6EF-FECB-1A21-C1D9-DB11752CA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AF6B46-F03B-96BA-1FBA-BCD4741B47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4883F00-FEFE-31AC-F119-3902A8B67B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8E5BDD8-DCDB-8C70-E672-FE218D8A2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CB613-5A88-40CD-92BD-1F0DDAB94B28}" type="datetimeFigureOut">
              <a:rPr lang="zh-CN" altLang="en-US" smtClean="0"/>
              <a:t>2024/7/13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5DBD19E-0564-530A-1372-CA91F4415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6F096B1-AA9E-3B6F-EB41-33F557FA5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D4CDE-BBEA-4CF8-9A4C-5024046AC5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1168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92130E-DEE6-AE6E-F167-DB5F12011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29C95B4-6BC9-F674-6B47-06F3C568AE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4617282-4ECE-0435-D18F-83A0C5EC3E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8B7F292-8856-36AC-6C46-624B98E2A2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14390D4-13BC-63EF-4AB5-061F60BBB2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EB99683-8B57-30DD-3C1B-935FF0C4C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CB613-5A88-40CD-92BD-1F0DDAB94B28}" type="datetimeFigureOut">
              <a:rPr lang="zh-CN" altLang="en-US" smtClean="0"/>
              <a:t>2024/7/13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C457812-E3FF-DFB2-C615-33D4A856B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48B1429-4CC4-73D6-071A-15D166341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D4CDE-BBEA-4CF8-9A4C-5024046AC5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2240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A414AE-0261-E44E-5772-F6A3CBFBA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CBDF8CF-4764-14C1-9577-153691409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CB613-5A88-40CD-92BD-1F0DDAB94B28}" type="datetimeFigureOut">
              <a:rPr lang="zh-CN" altLang="en-US" smtClean="0"/>
              <a:t>2024/7/13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399D0D6-65F0-69C1-5C18-EE7818AD7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500C8F5-77B9-EFFB-4669-44212076B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D4CDE-BBEA-4CF8-9A4C-5024046AC5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6015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31E2339-45AD-DE43-6D6E-543852C91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CB613-5A88-40CD-92BD-1F0DDAB94B28}" type="datetimeFigureOut">
              <a:rPr lang="zh-CN" altLang="en-US" smtClean="0"/>
              <a:t>2024/7/13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BA1BCA9-1946-FE02-08AE-3AC22B2AE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327D87-702A-AD2B-A396-37D078458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D4CDE-BBEA-4CF8-9A4C-5024046AC5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4751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C065B6-1572-62C2-22EC-91538655F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A3ABAF-6C10-4F31-8F97-9BB6CFE7E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3778574-4E2C-49B2-1D40-1A8F725095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5FA5F80-638C-6A31-9D69-DAEC9D942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CB613-5A88-40CD-92BD-1F0DDAB94B28}" type="datetimeFigureOut">
              <a:rPr lang="zh-CN" altLang="en-US" smtClean="0"/>
              <a:t>2024/7/13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97FEE0-CE38-FF7E-4D17-76638A663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735D6A7-D821-83E0-2AAB-9B3213687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D4CDE-BBEA-4CF8-9A4C-5024046AC5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3049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8901A1-D524-60EE-CE00-EE3CEAD9D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2A69461-C5E6-6B6A-2E8B-83C163FC82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3FC1E75-0FCE-5FBF-A9C1-B9A46757C5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05A2B0E-D4C9-CC8A-19A3-E41044158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CB613-5A88-40CD-92BD-1F0DDAB94B28}" type="datetimeFigureOut">
              <a:rPr lang="zh-CN" altLang="en-US" smtClean="0"/>
              <a:t>2024/7/13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50C2680-5179-607E-201D-87EC7ADFC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23BB7C2-38AC-8340-DB08-88D8DF1CF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D4CDE-BBEA-4CF8-9A4C-5024046AC5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0905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3FCB11-42BB-37E9-24D4-8B32A7E59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5D17D84-4A32-4B02-AF6C-17FF2E0978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94FAC8-9DCE-6E75-0F9A-51A2C1BD3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CB613-5A88-40CD-92BD-1F0DDAB94B28}" type="datetimeFigureOut">
              <a:rPr lang="zh-CN" altLang="en-US" smtClean="0"/>
              <a:t>2024/7/13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94F1EB-BEDD-4E74-9C8B-29669A34F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71D935-1295-6E5B-B77A-0B67EB3E6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D4CDE-BBEA-4CF8-9A4C-5024046AC5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4803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4A598EE-424F-6D1F-CC3F-B71E064572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F39B0FF-C4A9-2D98-F1AD-E1E4887EB1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2AD833-12E8-3607-2507-C77510C7F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CB613-5A88-40CD-92BD-1F0DDAB94B28}" type="datetimeFigureOut">
              <a:rPr lang="zh-CN" altLang="en-US" smtClean="0"/>
              <a:t>2024/7/13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CF2005-4DAF-1C85-0F64-5D80C7A6C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73B455-63E2-AE5F-368E-C4301E3E1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D4CDE-BBEA-4CF8-9A4C-5024046AC5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9204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226BF60-3614-9AA3-DC97-304B76D38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68ECDC7-EF89-FD26-F969-42E3458E04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CD0758-CC55-B721-9318-A35D4DC298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2CB613-5A88-40CD-92BD-1F0DDAB94B28}" type="datetimeFigureOut">
              <a:rPr lang="zh-CN" altLang="en-US" smtClean="0"/>
              <a:t>2024/7/13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FF7170-F54F-D7CD-76D5-E192C1E001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7935F6-7E46-6F6A-A669-37BDBE0ED5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4D4CDE-BBEA-4CF8-9A4C-5024046AC5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675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C41F475-B183-A19D-E0FD-84F1D39A3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347" y="0"/>
            <a:ext cx="103933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324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E14C6488-268D-2920-A23E-9C9D9CBBE63B}"/>
              </a:ext>
            </a:extLst>
          </p:cNvPr>
          <p:cNvSpPr/>
          <p:nvPr/>
        </p:nvSpPr>
        <p:spPr>
          <a:xfrm>
            <a:off x="327993" y="2892287"/>
            <a:ext cx="1495839" cy="5367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组队、选题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1A25F25-A857-3EE9-6A6D-3681C4C2D3E9}"/>
              </a:ext>
            </a:extLst>
          </p:cNvPr>
          <p:cNvSpPr/>
          <p:nvPr/>
        </p:nvSpPr>
        <p:spPr>
          <a:xfrm>
            <a:off x="2328241" y="2892287"/>
            <a:ext cx="1836255" cy="5367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讨论功能实现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46CC673-9C2E-680F-9789-3EB2534620E4}"/>
              </a:ext>
            </a:extLst>
          </p:cNvPr>
          <p:cNvSpPr/>
          <p:nvPr/>
        </p:nvSpPr>
        <p:spPr>
          <a:xfrm>
            <a:off x="2213940" y="1704560"/>
            <a:ext cx="2007705" cy="5367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制作</a:t>
            </a:r>
            <a:r>
              <a:rPr lang="en-US" altLang="zh-CN" dirty="0"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UML</a:t>
            </a:r>
            <a:r>
              <a:rPr lang="zh-CN" altLang="en-US" dirty="0"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用例图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CE0DD27-75E4-B77D-F2AF-00F1359944CE}"/>
              </a:ext>
            </a:extLst>
          </p:cNvPr>
          <p:cNvSpPr/>
          <p:nvPr/>
        </p:nvSpPr>
        <p:spPr>
          <a:xfrm>
            <a:off x="1977885" y="3935896"/>
            <a:ext cx="2479813" cy="5367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代码框架、接口搭建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99FFCBF-09ED-03FE-A78E-0BCEDB20CEFF}"/>
              </a:ext>
            </a:extLst>
          </p:cNvPr>
          <p:cNvSpPr/>
          <p:nvPr/>
        </p:nvSpPr>
        <p:spPr>
          <a:xfrm>
            <a:off x="5078894" y="1929846"/>
            <a:ext cx="2300909" cy="53671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核心算法：平衡树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A8A35E2-61E4-B840-098F-BEC65C1BB481}"/>
              </a:ext>
            </a:extLst>
          </p:cNvPr>
          <p:cNvSpPr/>
          <p:nvPr/>
        </p:nvSpPr>
        <p:spPr>
          <a:xfrm>
            <a:off x="5078894" y="2604050"/>
            <a:ext cx="2052432" cy="49861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核心算法：分词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B59FCE2-D64F-F65C-399A-893CFD6F82DA}"/>
              </a:ext>
            </a:extLst>
          </p:cNvPr>
          <p:cNvSpPr/>
          <p:nvPr/>
        </p:nvSpPr>
        <p:spPr>
          <a:xfrm>
            <a:off x="5078894" y="3230217"/>
            <a:ext cx="3195431" cy="49861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核心功能：</a:t>
            </a:r>
            <a:r>
              <a:rPr lang="en-US" altLang="zh-CN" dirty="0">
                <a:solidFill>
                  <a:schemeClr val="tx1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qt</a:t>
            </a:r>
            <a:r>
              <a:rPr lang="zh-CN" altLang="en-US" dirty="0">
                <a:solidFill>
                  <a:schemeClr val="tx1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用户交互界面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DE75485-3A3F-73AA-3FBE-E34D12FA3BB9}"/>
              </a:ext>
            </a:extLst>
          </p:cNvPr>
          <p:cNvSpPr/>
          <p:nvPr/>
        </p:nvSpPr>
        <p:spPr>
          <a:xfrm>
            <a:off x="5078894" y="3856384"/>
            <a:ext cx="2768049" cy="49861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核心功能：</a:t>
            </a:r>
            <a:r>
              <a:rPr lang="en-US" altLang="zh-CN" dirty="0">
                <a:solidFill>
                  <a:schemeClr val="tx1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AI</a:t>
            </a:r>
            <a:r>
              <a:rPr lang="zh-CN" altLang="en-US" dirty="0">
                <a:solidFill>
                  <a:schemeClr val="tx1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助力分析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EDDC812-CA1F-C1EF-66B5-625FE842B8C0}"/>
              </a:ext>
            </a:extLst>
          </p:cNvPr>
          <p:cNvSpPr/>
          <p:nvPr/>
        </p:nvSpPr>
        <p:spPr>
          <a:xfrm>
            <a:off x="9330358" y="2892287"/>
            <a:ext cx="1962978" cy="5565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qt</a:t>
            </a:r>
            <a:r>
              <a:rPr lang="zh-CN" altLang="en-US" dirty="0"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合并与整合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3E65306-3924-D9F7-3764-60B0ADF9699E}"/>
              </a:ext>
            </a:extLst>
          </p:cNvPr>
          <p:cNvSpPr/>
          <p:nvPr/>
        </p:nvSpPr>
        <p:spPr>
          <a:xfrm>
            <a:off x="9683193" y="3622813"/>
            <a:ext cx="1359175" cy="6493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根据情况提供附加功能</a:t>
            </a: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48530131-AAC1-CCB3-F100-8A4266C5AEA4}"/>
              </a:ext>
            </a:extLst>
          </p:cNvPr>
          <p:cNvCxnSpPr>
            <a:stCxn id="8" idx="3"/>
            <a:endCxn id="10" idx="1"/>
          </p:cNvCxnSpPr>
          <p:nvPr/>
        </p:nvCxnSpPr>
        <p:spPr>
          <a:xfrm>
            <a:off x="1823832" y="3160644"/>
            <a:ext cx="504409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8BEF7C8B-C135-1AF8-B22C-8B81AA616375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3217791" y="2241273"/>
            <a:ext cx="2" cy="64438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45F5DA8A-655B-9DDB-569C-C1993EE3E500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3217791" y="3424857"/>
            <a:ext cx="1" cy="51103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C3048F47-CBF7-0F2C-6A71-588262A5EC92}"/>
              </a:ext>
            </a:extLst>
          </p:cNvPr>
          <p:cNvCxnSpPr>
            <a:cxnSpLocks/>
            <a:endCxn id="15" idx="1"/>
          </p:cNvCxnSpPr>
          <p:nvPr/>
        </p:nvCxnSpPr>
        <p:spPr>
          <a:xfrm flipV="1">
            <a:off x="4164496" y="2198203"/>
            <a:ext cx="914398" cy="77856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6035F332-685F-49B3-6BB5-1000015AA918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4180648" y="2853357"/>
            <a:ext cx="898246" cy="24599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C10AD093-465B-0F78-98BC-8D9940D77FDB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4180648" y="3253978"/>
            <a:ext cx="898246" cy="22554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DE7ABF5C-FE68-548A-07BE-4EEC277C900B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4171953" y="3321947"/>
            <a:ext cx="906941" cy="78374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箭头: 右 38">
            <a:extLst>
              <a:ext uri="{FF2B5EF4-FFF2-40B4-BE49-F238E27FC236}">
                <a16:creationId xmlns:a16="http://schemas.microsoft.com/office/drawing/2014/main" id="{E6E63359-45A3-8E25-8BDC-E50596DC0773}"/>
              </a:ext>
            </a:extLst>
          </p:cNvPr>
          <p:cNvSpPr/>
          <p:nvPr/>
        </p:nvSpPr>
        <p:spPr>
          <a:xfrm>
            <a:off x="8429622" y="2987847"/>
            <a:ext cx="624925" cy="345593"/>
          </a:xfrm>
          <a:prstGeom prst="rightArrow">
            <a:avLst>
              <a:gd name="adj1" fmla="val 50000"/>
              <a:gd name="adj2" fmla="val 98891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方正大标宋简体" panose="02010601030101010101" pitchFamily="2" charset="-122"/>
              <a:ea typeface="方正大标宋简体" panose="02010601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50851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33C6FB5-46C1-8E4F-7967-B9290F4C2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038" y="0"/>
            <a:ext cx="95179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012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CB9BDBF-FF06-ABFC-A041-3ABE47654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4055" y="0"/>
            <a:ext cx="5263889" cy="6858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F33E544-A912-7FDE-DE68-5ADF947960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3999" y="268058"/>
            <a:ext cx="325543" cy="706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497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801F9F58-8398-76FC-10B0-C9A9BD60761F}"/>
              </a:ext>
            </a:extLst>
          </p:cNvPr>
          <p:cNvSpPr/>
          <p:nvPr/>
        </p:nvSpPr>
        <p:spPr>
          <a:xfrm>
            <a:off x="4986697" y="2014966"/>
            <a:ext cx="2338928" cy="1862138"/>
          </a:xfrm>
          <a:prstGeom prst="roundRect">
            <a:avLst>
              <a:gd name="adj" fmla="val 41946"/>
            </a:avLst>
          </a:prstGeom>
          <a:solidFill>
            <a:schemeClr val="accent4"/>
          </a:solidFill>
          <a:effectLst>
            <a:softEdge rad="4064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 extrusionH="57150">
              <a:bevelT w="38100" h="38100" prst="relaxedInset"/>
            </a:sp3d>
          </a:bodyPr>
          <a:lstStyle/>
          <a:p>
            <a:pPr algn="ctr"/>
            <a:r>
              <a:rPr lang="en-US" altLang="zh-CN" sz="4800" dirty="0">
                <a:ln w="0"/>
                <a:solidFill>
                  <a:schemeClr val="accent2">
                    <a:lumMod val="75000"/>
                  </a:schemeClr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Qt</a:t>
            </a:r>
            <a:endParaRPr lang="zh-CN" altLang="en-US" sz="4800" dirty="0">
              <a:ln w="0"/>
              <a:solidFill>
                <a:schemeClr val="accent2">
                  <a:lumMod val="75000"/>
                </a:schemeClr>
              </a:solidFill>
              <a:effectLst>
                <a:glow rad="228600">
                  <a:schemeClr val="accent6">
                    <a:satMod val="175000"/>
                    <a:alpha val="40000"/>
                  </a:schemeClr>
                </a:glow>
              </a:effectLst>
              <a:latin typeface="方正大标宋简体" panose="02010601030101010101" pitchFamily="2" charset="-122"/>
              <a:ea typeface="方正大标宋简体" panose="02010601030101010101" pitchFamily="2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FB8EB27-0ED6-A897-BD98-DA51ECC11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962" y="1631950"/>
            <a:ext cx="3560806" cy="24003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7786B3E8-FB4C-8CCA-DEE0-B1DF634E8DDE}"/>
              </a:ext>
            </a:extLst>
          </p:cNvPr>
          <p:cNvSpPr/>
          <p:nvPr/>
        </p:nvSpPr>
        <p:spPr>
          <a:xfrm>
            <a:off x="575431" y="2324100"/>
            <a:ext cx="3069867" cy="94615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UI </a:t>
            </a:r>
            <a:r>
              <a:rPr lang="zh-CN" altLang="en-US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交互界面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7CED95E5-E9F2-4242-C6D9-C080728F5C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9618" y="640166"/>
            <a:ext cx="3283016" cy="2191934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467EF576-DBF8-918A-741E-2543AB1FBD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4784" y="3689351"/>
            <a:ext cx="3288328" cy="207645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CAFEDB08-EC2C-0B76-D032-663614D414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8613" y="4649991"/>
            <a:ext cx="3416697" cy="1796477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3732AFE6-0864-4B01-D810-89DF5F2FC29B}"/>
              </a:ext>
            </a:extLst>
          </p:cNvPr>
          <p:cNvSpPr/>
          <p:nvPr/>
        </p:nvSpPr>
        <p:spPr>
          <a:xfrm>
            <a:off x="4498613" y="5468855"/>
            <a:ext cx="3069867" cy="94615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数据库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E49AD2D-2146-7E85-5E46-1D4A8735AF08}"/>
              </a:ext>
            </a:extLst>
          </p:cNvPr>
          <p:cNvSpPr/>
          <p:nvPr/>
        </p:nvSpPr>
        <p:spPr>
          <a:xfrm>
            <a:off x="8594015" y="4419313"/>
            <a:ext cx="3069867" cy="94615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AI API</a:t>
            </a:r>
            <a:r>
              <a:rPr lang="zh-CN" altLang="en-US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调用</a:t>
            </a:r>
          </a:p>
          <a:p>
            <a:pPr algn="ctr"/>
            <a:endParaRPr lang="zh-CN" altLang="en-US" sz="28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glow rad="228600">
                  <a:schemeClr val="accent2">
                    <a:satMod val="175000"/>
                    <a:alpha val="40000"/>
                  </a:schemeClr>
                </a:glow>
                <a:outerShdw dist="38100" dir="2700000" algn="bl" rotWithShape="0">
                  <a:schemeClr val="accent5"/>
                </a:outerShdw>
              </a:effectLst>
              <a:latin typeface="方正大标宋简体" panose="02010601030101010101" pitchFamily="2" charset="-122"/>
              <a:ea typeface="方正大标宋简体" panose="02010601030101010101" pitchFamily="2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78EC1A2-2026-9FB5-71CE-15473E99983B}"/>
              </a:ext>
            </a:extLst>
          </p:cNvPr>
          <p:cNvSpPr/>
          <p:nvPr/>
        </p:nvSpPr>
        <p:spPr>
          <a:xfrm>
            <a:off x="8594014" y="1285427"/>
            <a:ext cx="3069867" cy="94615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Python</a:t>
            </a: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ED864E1E-4D58-4A04-AC37-E98DAB5C436B}"/>
              </a:ext>
            </a:extLst>
          </p:cNvPr>
          <p:cNvCxnSpPr>
            <a:stCxn id="9" idx="3"/>
          </p:cNvCxnSpPr>
          <p:nvPr/>
        </p:nvCxnSpPr>
        <p:spPr>
          <a:xfrm>
            <a:off x="3890768" y="2832100"/>
            <a:ext cx="1157482" cy="0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8C918F03-96FC-1106-554B-1C1B16E5D528}"/>
              </a:ext>
            </a:extLst>
          </p:cNvPr>
          <p:cNvCxnSpPr>
            <a:cxnSpLocks/>
          </p:cNvCxnSpPr>
          <p:nvPr/>
        </p:nvCxnSpPr>
        <p:spPr>
          <a:xfrm flipV="1">
            <a:off x="6938939" y="1435100"/>
            <a:ext cx="1335111" cy="1066800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35C416B6-7160-42BB-D821-9949A81C20A1}"/>
              </a:ext>
            </a:extLst>
          </p:cNvPr>
          <p:cNvCxnSpPr>
            <a:cxnSpLocks/>
          </p:cNvCxnSpPr>
          <p:nvPr/>
        </p:nvCxnSpPr>
        <p:spPr>
          <a:xfrm>
            <a:off x="7034582" y="3418456"/>
            <a:ext cx="1340972" cy="868080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463FA322-559F-D441-EB5C-44D11258197A}"/>
              </a:ext>
            </a:extLst>
          </p:cNvPr>
          <p:cNvCxnSpPr>
            <a:cxnSpLocks/>
          </p:cNvCxnSpPr>
          <p:nvPr/>
        </p:nvCxnSpPr>
        <p:spPr>
          <a:xfrm>
            <a:off x="5992626" y="3852496"/>
            <a:ext cx="0" cy="483256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E0DF3365-A0C4-F845-2D31-B4BB400E2484}"/>
              </a:ext>
            </a:extLst>
          </p:cNvPr>
          <p:cNvCxnSpPr>
            <a:cxnSpLocks/>
          </p:cNvCxnSpPr>
          <p:nvPr/>
        </p:nvCxnSpPr>
        <p:spPr>
          <a:xfrm flipV="1">
            <a:off x="6300246" y="3833446"/>
            <a:ext cx="0" cy="441040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F148A575-37D5-BE4F-D483-4CD0394CD7EC}"/>
              </a:ext>
            </a:extLst>
          </p:cNvPr>
          <p:cNvCxnSpPr>
            <a:cxnSpLocks/>
          </p:cNvCxnSpPr>
          <p:nvPr/>
        </p:nvCxnSpPr>
        <p:spPr>
          <a:xfrm flipH="1">
            <a:off x="7162800" y="1879905"/>
            <a:ext cx="988989" cy="776197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E06E9502-7E7D-9841-E4BB-FD54C30E1DB5}"/>
              </a:ext>
            </a:extLst>
          </p:cNvPr>
          <p:cNvCxnSpPr>
            <a:cxnSpLocks/>
          </p:cNvCxnSpPr>
          <p:nvPr/>
        </p:nvCxnSpPr>
        <p:spPr>
          <a:xfrm flipH="1" flipV="1">
            <a:off x="6823264" y="3644463"/>
            <a:ext cx="1536450" cy="968725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E3C5899D-4E5D-BEE1-C802-EF33C347CCD3}"/>
              </a:ext>
            </a:extLst>
          </p:cNvPr>
          <p:cNvCxnSpPr>
            <a:cxnSpLocks/>
          </p:cNvCxnSpPr>
          <p:nvPr/>
        </p:nvCxnSpPr>
        <p:spPr>
          <a:xfrm flipH="1">
            <a:off x="3889912" y="3063525"/>
            <a:ext cx="1094145" cy="0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5164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图示 4">
            <a:extLst>
              <a:ext uri="{FF2B5EF4-FFF2-40B4-BE49-F238E27FC236}">
                <a16:creationId xmlns:a16="http://schemas.microsoft.com/office/drawing/2014/main" id="{3FC36DFF-BAEF-D551-EC37-7A054684F9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41577383"/>
              </p:ext>
            </p:extLst>
          </p:nvPr>
        </p:nvGraphicFramePr>
        <p:xfrm>
          <a:off x="2406650" y="1595967"/>
          <a:ext cx="7042150" cy="49572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58797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75AD9E-035F-06AF-DC56-B525F6A72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创建应用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262B0DBD-9991-EDAC-A632-BD1C2C4E55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1610" y="1690688"/>
            <a:ext cx="8868779" cy="4535856"/>
          </a:xfrm>
        </p:spPr>
      </p:pic>
    </p:spTree>
    <p:extLst>
      <p:ext uri="{BB962C8B-B14F-4D97-AF65-F5344CB8AC3E}">
        <p14:creationId xmlns:p14="http://schemas.microsoft.com/office/powerpoint/2010/main" val="2108151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E2D56C-E19F-A0EF-9E07-024656406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4B8152-50B6-5DF2-54C2-7D3CCBBED9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5875C01-FCF9-8099-6BC9-AB4501A67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585" y="0"/>
            <a:ext cx="93968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5416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97E4F2-C437-49CD-26EE-0CBA24F1E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C8B5F3-6F9D-A690-B8D4-99FF6A52D8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3353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ABFDE5-FEA2-A03B-A52D-134D3685C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D2FC48-A077-22BE-2CB3-228BCD68D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69654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2026</TotalTime>
  <Words>153</Words>
  <Application>Microsoft Office PowerPoint</Application>
  <PresentationFormat>宽屏</PresentationFormat>
  <Paragraphs>24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等线</vt:lpstr>
      <vt:lpstr>等线 Light</vt:lpstr>
      <vt:lpstr>方正大标宋简体</vt:lpstr>
      <vt:lpstr>华文中宋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创建应用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dk liu</dc:creator>
  <cp:lastModifiedBy>dk liu</cp:lastModifiedBy>
  <cp:revision>7</cp:revision>
  <dcterms:created xsi:type="dcterms:W3CDTF">2024-07-08T06:22:00Z</dcterms:created>
  <dcterms:modified xsi:type="dcterms:W3CDTF">2024-07-12T18:30:28Z</dcterms:modified>
</cp:coreProperties>
</file>